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193cb58fe84532" /><Relationship Type="http://schemas.openxmlformats.org/officeDocument/2006/relationships/extended-properties" Target="/docProps/app.xml" Id="Ra2eb5e8556fa4b66" /><Relationship Type="http://schemas.openxmlformats.org/officeDocument/2006/relationships/officeDocument" Target="/ppt/presentation.xml" Id="R8a4b351ecee7487c" /></Relationships>
</file>

<file path=ppt/presentation.xml><?xml version="1.0" encoding="utf-8"?>
<p:presentation xmlns:p="http://schemas.openxmlformats.org/presentationml/2006/main">
  <p:sldMasterIdLst>
    <p:sldMasterId xmlns:r="http://schemas.openxmlformats.org/officeDocument/2006/relationships" id="2147483648" r:id="R14f3f2c7d1694e66"/>
  </p:sldMasterIdLst>
  <p:notesMasterIdLst>
    <p:notesMasterId xmlns:r="http://schemas.openxmlformats.org/officeDocument/2006/relationships" r:id="R013258d9c3704c1b"/>
  </p:notesMasterIdLst>
  <p:sldIdLst>
    <p:sldId xmlns:r="http://schemas.openxmlformats.org/officeDocument/2006/relationships" id="256" r:id="R0d09badbe3c64d88"/>
    <p:sldId xmlns:r="http://schemas.openxmlformats.org/officeDocument/2006/relationships" id="257" r:id="R51eb9c52e0714b1a"/>
    <p:sldId xmlns:r="http://schemas.openxmlformats.org/officeDocument/2006/relationships" id="258" r:id="R5fa96166b3fc41b1"/>
    <p:sldId xmlns:r="http://schemas.openxmlformats.org/officeDocument/2006/relationships" id="259" r:id="Rda40dadc33c84a78"/>
    <p:sldId xmlns:r="http://schemas.openxmlformats.org/officeDocument/2006/relationships" id="260" r:id="R7a7a6782a29b4217"/>
    <p:sldId xmlns:r="http://schemas.openxmlformats.org/officeDocument/2006/relationships" id="261" r:id="Recb56b16592e495a"/>
    <p:sldId xmlns:r="http://schemas.openxmlformats.org/officeDocument/2006/relationships" id="262" r:id="R4aef469d62bf4f24"/>
    <p:sldId xmlns:r="http://schemas.openxmlformats.org/officeDocument/2006/relationships" id="263" r:id="R3f63d400d4ff4d6a"/>
    <p:sldId xmlns:r="http://schemas.openxmlformats.org/officeDocument/2006/relationships" id="264" r:id="Re0d1bb094caa4086"/>
    <p:sldId xmlns:r="http://schemas.openxmlformats.org/officeDocument/2006/relationships" id="265" r:id="R4bc4bb58caa54ed9"/>
    <p:sldId xmlns:r="http://schemas.openxmlformats.org/officeDocument/2006/relationships" id="266" r:id="Rbb28d52008bf4d35"/>
    <p:sldId xmlns:r="http://schemas.openxmlformats.org/officeDocument/2006/relationships" id="267" r:id="Reb08d60c80b042ee"/>
    <p:sldId xmlns:r="http://schemas.openxmlformats.org/officeDocument/2006/relationships" id="268" r:id="Red1d9281289e4171"/>
    <p:sldId xmlns:r="http://schemas.openxmlformats.org/officeDocument/2006/relationships" id="269" r:id="Rb0cd75858bb84923"/>
    <p:sldId xmlns:r="http://schemas.openxmlformats.org/officeDocument/2006/relationships" id="270" r:id="R6db2dcc30fbb4779"/>
    <p:sldId xmlns:r="http://schemas.openxmlformats.org/officeDocument/2006/relationships" id="271" r:id="R2a0f21afb16847ef"/>
    <p:sldId xmlns:r="http://schemas.openxmlformats.org/officeDocument/2006/relationships" id="272" r:id="Rc4ba71d0590b4777"/>
    <p:sldId xmlns:r="http://schemas.openxmlformats.org/officeDocument/2006/relationships" id="273" r:id="R87a453f68fc546d4"/>
    <p:sldId xmlns:r="http://schemas.openxmlformats.org/officeDocument/2006/relationships" id="274" r:id="R3c5580ba7194434f"/>
    <p:sldId xmlns:r="http://schemas.openxmlformats.org/officeDocument/2006/relationships" id="275" r:id="R8e14dc843dab412a"/>
    <p:sldId xmlns:r="http://schemas.openxmlformats.org/officeDocument/2006/relationships" id="276" r:id="Rf71bdcf521844aea"/>
    <p:sldId xmlns:r="http://schemas.openxmlformats.org/officeDocument/2006/relationships" id="277" r:id="R93c9e2157d654353"/>
    <p:sldId xmlns:r="http://schemas.openxmlformats.org/officeDocument/2006/relationships" id="278" r:id="R3b899a562da14db6"/>
    <p:sldId xmlns:r="http://schemas.openxmlformats.org/officeDocument/2006/relationships" id="279" r:id="R9629dbcb43ac4d66"/>
    <p:sldId xmlns:r="http://schemas.openxmlformats.org/officeDocument/2006/relationships" id="280" r:id="R92649081a2504b3a"/>
    <p:sldId xmlns:r="http://schemas.openxmlformats.org/officeDocument/2006/relationships" id="281" r:id="R3453e1634a80441d"/>
    <p:sldId xmlns:r="http://schemas.openxmlformats.org/officeDocument/2006/relationships" id="282" r:id="Rbe641f60360c4616"/>
    <p:sldId xmlns:r="http://schemas.openxmlformats.org/officeDocument/2006/relationships" id="283" r:id="R412570eddd8a4c30"/>
    <p:sldId xmlns:r="http://schemas.openxmlformats.org/officeDocument/2006/relationships" id="284" r:id="R01bf31cc2e4340a0"/>
    <p:sldId xmlns:r="http://schemas.openxmlformats.org/officeDocument/2006/relationships" id="285" r:id="R8874b09a794d439e"/>
    <p:sldId xmlns:r="http://schemas.openxmlformats.org/officeDocument/2006/relationships" id="286" r:id="R3a6b59c74bee4d07"/>
    <p:sldId xmlns:r="http://schemas.openxmlformats.org/officeDocument/2006/relationships" id="287" r:id="R4bdeb43542ad471b"/>
    <p:sldId xmlns:r="http://schemas.openxmlformats.org/officeDocument/2006/relationships" id="288" r:id="Re5a67a5d8702459e"/>
    <p:sldId xmlns:r="http://schemas.openxmlformats.org/officeDocument/2006/relationships" id="289" r:id="Rd78e16bfacc1457e"/>
    <p:sldId xmlns:r="http://schemas.openxmlformats.org/officeDocument/2006/relationships" id="290" r:id="R8b2fd4162ff54588"/>
    <p:sldId xmlns:r="http://schemas.openxmlformats.org/officeDocument/2006/relationships" id="291" r:id="R1927b4cd71074f73"/>
    <p:sldId xmlns:r="http://schemas.openxmlformats.org/officeDocument/2006/relationships" id="292" r:id="R178c93e631c44298"/>
    <p:sldId xmlns:r="http://schemas.openxmlformats.org/officeDocument/2006/relationships" id="293" r:id="R9b4e696c98a247e6"/>
    <p:sldId xmlns:r="http://schemas.openxmlformats.org/officeDocument/2006/relationships" id="294" r:id="R55c684fa949a4d7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f42d789af945ee" /><Relationship Type="http://schemas.openxmlformats.org/officeDocument/2006/relationships/slideMaster" Target="/ppt/slideMasters/slideMaster1.xml" Id="R14f3f2c7d1694e66" /><Relationship Type="http://schemas.openxmlformats.org/officeDocument/2006/relationships/notesMaster" Target="/ppt/notesMasters/notesMaster1.xml" Id="R013258d9c3704c1b" /><Relationship Type="http://schemas.openxmlformats.org/officeDocument/2006/relationships/presProps" Target="/ppt/presProps.xml" Id="Re2ce0b7dd3494eda" /><Relationship Type="http://schemas.openxmlformats.org/officeDocument/2006/relationships/tableStyles" Target="/ppt/tableStyles.xml" Id="Rcffff836c3714fa7" /><Relationship Type="http://schemas.openxmlformats.org/officeDocument/2006/relationships/slide" Target="/ppt/slides/slide1.xml" Id="R0d09badbe3c64d88" /><Relationship Type="http://schemas.openxmlformats.org/officeDocument/2006/relationships/slide" Target="/ppt/slides/slide2.xml" Id="R51eb9c52e0714b1a" /><Relationship Type="http://schemas.openxmlformats.org/officeDocument/2006/relationships/slide" Target="/ppt/slides/slide3.xml" Id="R5fa96166b3fc41b1" /><Relationship Type="http://schemas.openxmlformats.org/officeDocument/2006/relationships/slide" Target="/ppt/slides/slide4.xml" Id="Rda40dadc33c84a78" /><Relationship Type="http://schemas.openxmlformats.org/officeDocument/2006/relationships/slide" Target="/ppt/slides/slide5.xml" Id="R7a7a6782a29b4217" /><Relationship Type="http://schemas.openxmlformats.org/officeDocument/2006/relationships/slide" Target="/ppt/slides/slide6.xml" Id="Recb56b16592e495a" /><Relationship Type="http://schemas.openxmlformats.org/officeDocument/2006/relationships/slide" Target="/ppt/slides/slide7.xml" Id="R4aef469d62bf4f24" /><Relationship Type="http://schemas.openxmlformats.org/officeDocument/2006/relationships/slide" Target="/ppt/slides/slide8.xml" Id="R3f63d400d4ff4d6a" /><Relationship Type="http://schemas.openxmlformats.org/officeDocument/2006/relationships/slide" Target="/ppt/slides/slide9.xml" Id="Re0d1bb094caa4086" /><Relationship Type="http://schemas.openxmlformats.org/officeDocument/2006/relationships/slide" Target="/ppt/slides/slide10.xml" Id="R4bc4bb58caa54ed9" /><Relationship Type="http://schemas.openxmlformats.org/officeDocument/2006/relationships/slide" Target="/ppt/slides/slide11.xml" Id="Rbb28d52008bf4d35" /><Relationship Type="http://schemas.openxmlformats.org/officeDocument/2006/relationships/slide" Target="/ppt/slides/slide12.xml" Id="Reb08d60c80b042ee" /><Relationship Type="http://schemas.openxmlformats.org/officeDocument/2006/relationships/slide" Target="/ppt/slides/slide13.xml" Id="Red1d9281289e4171" /><Relationship Type="http://schemas.openxmlformats.org/officeDocument/2006/relationships/slide" Target="/ppt/slides/slide14.xml" Id="Rb0cd75858bb84923" /><Relationship Type="http://schemas.openxmlformats.org/officeDocument/2006/relationships/slide" Target="/ppt/slides/slide15.xml" Id="R6db2dcc30fbb4779" /><Relationship Type="http://schemas.openxmlformats.org/officeDocument/2006/relationships/slide" Target="/ppt/slides/slide16.xml" Id="R2a0f21afb16847ef" /><Relationship Type="http://schemas.openxmlformats.org/officeDocument/2006/relationships/slide" Target="/ppt/slides/slide17.xml" Id="Rc4ba71d0590b4777" /><Relationship Type="http://schemas.openxmlformats.org/officeDocument/2006/relationships/slide" Target="/ppt/slides/slide18.xml" Id="R87a453f68fc546d4" /><Relationship Type="http://schemas.openxmlformats.org/officeDocument/2006/relationships/slide" Target="/ppt/slides/slide19.xml" Id="R3c5580ba7194434f" /><Relationship Type="http://schemas.openxmlformats.org/officeDocument/2006/relationships/slide" Target="/ppt/slides/slide20.xml" Id="R8e14dc843dab412a" /><Relationship Type="http://schemas.openxmlformats.org/officeDocument/2006/relationships/slide" Target="/ppt/slides/slide21.xml" Id="Rf71bdcf521844aea" /><Relationship Type="http://schemas.openxmlformats.org/officeDocument/2006/relationships/slide" Target="/ppt/slides/slide22.xml" Id="R93c9e2157d654353" /><Relationship Type="http://schemas.openxmlformats.org/officeDocument/2006/relationships/slide" Target="/ppt/slides/slide23.xml" Id="R3b899a562da14db6" /><Relationship Type="http://schemas.openxmlformats.org/officeDocument/2006/relationships/slide" Target="/ppt/slides/slide24.xml" Id="R9629dbcb43ac4d66" /><Relationship Type="http://schemas.openxmlformats.org/officeDocument/2006/relationships/slide" Target="/ppt/slides/slide25.xml" Id="R92649081a2504b3a" /><Relationship Type="http://schemas.openxmlformats.org/officeDocument/2006/relationships/slide" Target="/ppt/slides/slide26.xml" Id="R3453e1634a80441d" /><Relationship Type="http://schemas.openxmlformats.org/officeDocument/2006/relationships/slide" Target="/ppt/slides/slide27.xml" Id="Rbe641f60360c4616" /><Relationship Type="http://schemas.openxmlformats.org/officeDocument/2006/relationships/slide" Target="/ppt/slides/slide28.xml" Id="R412570eddd8a4c30" /><Relationship Type="http://schemas.openxmlformats.org/officeDocument/2006/relationships/slide" Target="/ppt/slides/slide29.xml" Id="R01bf31cc2e4340a0" /><Relationship Type="http://schemas.openxmlformats.org/officeDocument/2006/relationships/slide" Target="/ppt/slides/slide30.xml" Id="R8874b09a794d439e" /><Relationship Type="http://schemas.openxmlformats.org/officeDocument/2006/relationships/slide" Target="/ppt/slides/slide31.xml" Id="R3a6b59c74bee4d07" /><Relationship Type="http://schemas.openxmlformats.org/officeDocument/2006/relationships/slide" Target="/ppt/slides/slide32.xml" Id="R4bdeb43542ad471b" /><Relationship Type="http://schemas.openxmlformats.org/officeDocument/2006/relationships/slide" Target="/ppt/slides/slide33.xml" Id="Re5a67a5d8702459e" /><Relationship Type="http://schemas.openxmlformats.org/officeDocument/2006/relationships/slide" Target="/ppt/slides/slide34.xml" Id="Rd78e16bfacc1457e" /><Relationship Type="http://schemas.openxmlformats.org/officeDocument/2006/relationships/slide" Target="/ppt/slides/slide35.xml" Id="R8b2fd4162ff54588" /><Relationship Type="http://schemas.openxmlformats.org/officeDocument/2006/relationships/slide" Target="/ppt/slides/slide36.xml" Id="R1927b4cd71074f73" /><Relationship Type="http://schemas.openxmlformats.org/officeDocument/2006/relationships/slide" Target="/ppt/slides/slide37.xml" Id="R178c93e631c44298" /><Relationship Type="http://schemas.openxmlformats.org/officeDocument/2006/relationships/slide" Target="/ppt/slides/slide38.xml" Id="R9b4e696c98a247e6" /><Relationship Type="http://schemas.openxmlformats.org/officeDocument/2006/relationships/slide" Target="/ppt/slides/slide39.xml" Id="R55c684fa949a4d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db0889a1a04f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b3e91b489740e5" /><Relationship Type="http://schemas.openxmlformats.org/officeDocument/2006/relationships/notesMaster" Target="/ppt/notesMasters/notesMaster1.xml" Id="Rd7be884f769649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5a472478ec46ce" /><Relationship Type="http://schemas.openxmlformats.org/officeDocument/2006/relationships/notesMaster" Target="/ppt/notesMasters/notesMaster1.xml" Id="R06f2ec2882364d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7e52652d464737" /><Relationship Type="http://schemas.openxmlformats.org/officeDocument/2006/relationships/notesMaster" Target="/ppt/notesMasters/notesMaster1.xml" Id="R722fd7e27faa4e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52759e77a74509" /><Relationship Type="http://schemas.openxmlformats.org/officeDocument/2006/relationships/notesMaster" Target="/ppt/notesMasters/notesMaster1.xml" Id="R8e3bb4e2420c42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ebb549dfd342a5" /><Relationship Type="http://schemas.openxmlformats.org/officeDocument/2006/relationships/notesMaster" Target="/ppt/notesMasters/notesMaster1.xml" Id="R744a6a5daa6f41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59c22460a44d42" /><Relationship Type="http://schemas.openxmlformats.org/officeDocument/2006/relationships/notesMaster" Target="/ppt/notesMasters/notesMaster1.xml" Id="Rff1dfab2f1a840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a1e46b23de4d69" /><Relationship Type="http://schemas.openxmlformats.org/officeDocument/2006/relationships/notesMaster" Target="/ppt/notesMasters/notesMaster1.xml" Id="Re6b539bfd57248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ebc74d733a45b3" /><Relationship Type="http://schemas.openxmlformats.org/officeDocument/2006/relationships/notesMaster" Target="/ppt/notesMasters/notesMaster1.xml" Id="R1e75f5e6b5a74b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3750304a74492b" /><Relationship Type="http://schemas.openxmlformats.org/officeDocument/2006/relationships/notesMaster" Target="/ppt/notesMasters/notesMaster1.xml" Id="Rafe897da2a0a4a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436323e2af4708" /><Relationship Type="http://schemas.openxmlformats.org/officeDocument/2006/relationships/notesMaster" Target="/ppt/notesMasters/notesMaster1.xml" Id="R5401268ed28b47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60aaa506644aa4" /><Relationship Type="http://schemas.openxmlformats.org/officeDocument/2006/relationships/notesMaster" Target="/ppt/notesMasters/notesMaster1.xml" Id="Ra1248aca501d45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c65dd7dc9a47df" /><Relationship Type="http://schemas.openxmlformats.org/officeDocument/2006/relationships/notesMaster" Target="/ppt/notesMasters/notesMaster1.xml" Id="R8b4f3c3a6b724f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7645c5098e443a" /><Relationship Type="http://schemas.openxmlformats.org/officeDocument/2006/relationships/notesMaster" Target="/ppt/notesMasters/notesMaster1.xml" Id="R05c30a06a79845d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3c69967c0f455f" /><Relationship Type="http://schemas.openxmlformats.org/officeDocument/2006/relationships/notesMaster" Target="/ppt/notesMasters/notesMaster1.xml" Id="R0c013a49bd564c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5b6178a1234617" /><Relationship Type="http://schemas.openxmlformats.org/officeDocument/2006/relationships/notesMaster" Target="/ppt/notesMasters/notesMaster1.xml" Id="Rf5b00843b6764d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a92c474dc940e4" /><Relationship Type="http://schemas.openxmlformats.org/officeDocument/2006/relationships/notesMaster" Target="/ppt/notesMasters/notesMaster1.xml" Id="R412952e7f2094b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4ea754db224262" /><Relationship Type="http://schemas.openxmlformats.org/officeDocument/2006/relationships/notesMaster" Target="/ppt/notesMasters/notesMaster1.xml" Id="R4d009b537e8349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49e9bd83b44252" /><Relationship Type="http://schemas.openxmlformats.org/officeDocument/2006/relationships/notesMaster" Target="/ppt/notesMasters/notesMaster1.xml" Id="Rce5f367bfe7a4b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3864be588e4d07" /><Relationship Type="http://schemas.openxmlformats.org/officeDocument/2006/relationships/notesMaster" Target="/ppt/notesMasters/notesMaster1.xml" Id="R0230a8929a874d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e08393c6ba4f18" /><Relationship Type="http://schemas.openxmlformats.org/officeDocument/2006/relationships/notesMaster" Target="/ppt/notesMasters/notesMaster1.xml" Id="Rf2d259e4fc57406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551cd222eb44a56" /><Relationship Type="http://schemas.openxmlformats.org/officeDocument/2006/relationships/notesMaster" Target="/ppt/notesMasters/notesMaster1.xml" Id="Rec5e41afc6894c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1010244ccce4b14" /><Relationship Type="http://schemas.openxmlformats.org/officeDocument/2006/relationships/notesMaster" Target="/ppt/notesMasters/notesMaster1.xml" Id="R130a2cdad37449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9bcf9519a9b4ce7" /><Relationship Type="http://schemas.openxmlformats.org/officeDocument/2006/relationships/notesMaster" Target="/ppt/notesMasters/notesMaster1.xml" Id="R1487583026f4412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0d2cae62f694be3" /><Relationship Type="http://schemas.openxmlformats.org/officeDocument/2006/relationships/notesMaster" Target="/ppt/notesMasters/notesMaster1.xml" Id="R5ede8b0069de42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8f7f6587474029" /><Relationship Type="http://schemas.openxmlformats.org/officeDocument/2006/relationships/notesMaster" Target="/ppt/notesMasters/notesMaster1.xml" Id="R4250514b4433436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6ee2507571d4c1a" /><Relationship Type="http://schemas.openxmlformats.org/officeDocument/2006/relationships/notesMaster" Target="/ppt/notesMasters/notesMaster1.xml" Id="R54927af03ebd4f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998a4b96c24c5f" /><Relationship Type="http://schemas.openxmlformats.org/officeDocument/2006/relationships/notesMaster" Target="/ppt/notesMasters/notesMaster1.xml" Id="Rbb008bcecec3443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891eb81899949bf" /><Relationship Type="http://schemas.openxmlformats.org/officeDocument/2006/relationships/notesMaster" Target="/ppt/notesMasters/notesMaster1.xml" Id="R19e5a2c5e0114b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11fc96619254b65" /><Relationship Type="http://schemas.openxmlformats.org/officeDocument/2006/relationships/notesMaster" Target="/ppt/notesMasters/notesMaster1.xml" Id="R505452a31b864c5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0de858c7461436c" /><Relationship Type="http://schemas.openxmlformats.org/officeDocument/2006/relationships/notesMaster" Target="/ppt/notesMasters/notesMaster1.xml" Id="R73380afa512b468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627091940dd4016" /><Relationship Type="http://schemas.openxmlformats.org/officeDocument/2006/relationships/notesMaster" Target="/ppt/notesMasters/notesMaster1.xml" Id="R9cff7b5017894ee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9f157d647ef474c" /><Relationship Type="http://schemas.openxmlformats.org/officeDocument/2006/relationships/notesMaster" Target="/ppt/notesMasters/notesMaster1.xml" Id="R794a350bea5a439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8bce774ef274fa5" /><Relationship Type="http://schemas.openxmlformats.org/officeDocument/2006/relationships/notesMaster" Target="/ppt/notesMasters/notesMaster1.xml" Id="Rca01b358f3404cd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eee0df7657841a5" /><Relationship Type="http://schemas.openxmlformats.org/officeDocument/2006/relationships/notesMaster" Target="/ppt/notesMasters/notesMaster1.xml" Id="R69e5ded70f014cd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52caa28e4114288" /><Relationship Type="http://schemas.openxmlformats.org/officeDocument/2006/relationships/notesMaster" Target="/ppt/notesMasters/notesMaster1.xml" Id="R3486691e50964ff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41297819f514e35" /><Relationship Type="http://schemas.openxmlformats.org/officeDocument/2006/relationships/notesMaster" Target="/ppt/notesMasters/notesMaster1.xml" Id="Rde52d79c27a5461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d0d96abb99a4c2a" /><Relationship Type="http://schemas.openxmlformats.org/officeDocument/2006/relationships/notesMaster" Target="/ppt/notesMasters/notesMaster1.xml" Id="Rbd3eff0d3f6b414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b485d1443ab41cb" /><Relationship Type="http://schemas.openxmlformats.org/officeDocument/2006/relationships/notesMaster" Target="/ppt/notesMasters/notesMaster1.xml" Id="Rd7736307f46243b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84fcb2e61164c6d" /><Relationship Type="http://schemas.openxmlformats.org/officeDocument/2006/relationships/notesMaster" Target="/ppt/notesMasters/notesMaster1.xml" Id="Rfaa2ca2e534648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반응에서 출입하는 열을 알아봅시다. 손난로가 따뜻해지고 냉각 팩이 차가워지는 까닭은 무엇일까요? 이런 현상을 엔탈피로 설명하고, 반응식에 열의 출입을 나타내겠습니다. 이어서 연료가 방출하는 열을 비교하고, 원자 사이의 결합 변화로 반응 엔탈피를 계산해 봅시다.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네 Part에서 배울 내용을 살펴봅시다.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1에서는 발열 반응과 흡열 반응을 살펴보고 엔탈피와 반응 엔탈피를 배웁니다. Part 2에서는 열화학 반응식에 물질의 상태와 반응 엔탈피를 나타냅니다. Part 3에서는 연료 1 g이 방출하는 열을 비교하고, Part 4에서는 결합 에너지로 반응 엔탈피를 구합니다.</a:t>
            </a:r>
          </a:p>
          <a:p xmlns:a="http://schemas.openxmlformats.org/drawingml/2006/main">
            <a:r>
              <a:t>화면에서 가리킬 순서: 왼쪽에서 오른쪽으로 네 파트</a:t>
            </a:r>
          </a:p>
          <a:p xmlns:a="http://schemas.openxmlformats.org/drawingml/2006/main">
            <a:r>
              <a:t>오개념 점검: 네 Part는 열 출입 → 반응식 → 연료 비교 → 결합 에너지로 이어진다.</a:t>
            </a:r>
          </a:p>
          <a:p xmlns:a="http://schemas.openxmlformats.org/drawingml/2006/main">
            <a:r>
              <a:t>다음 연결: 학습 목표를 확인합시다.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수업에서는 엔탈피의 의미를 알고 열화학 반응식을 나타낼 수 있어야 합니다. 연료를 비교할 때는 단위 질량당 방출열을 계산하고, 결합을 끊거나 만들 때 출입하는 에너지로 반응 엔탈피를 설명해 봅시다. 계산 결과를 말할 때는 어떤 반응에서 얼마의 물질이 반응했는지도 함께 말해 주세요.</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 안에서는 어떤 변화가 일어났을까요? 먼저 떠오르는 이유를 한 문장으로 써 봅시다. 손난로가 따뜻해졌다는 것은 관찰한 사실이고, 안에서 어떤 변화가 일어났다는 것은 그 이유에 대한 예상입니다. 수업을 마친 뒤 처음 쓴 설명과 비교해 봅시다.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물질이 반응할 때 열이 주위로 나오는 경우도 있고, 주위에서 열을 흡수하는 경우도 있습니다. 손난로와 냉각 팩의 예에서 이 차이를 살펴봅시다. 그다음 물질이 갖는 에너지와 반응 전후의 에너지 변화를 엔탈피로 나타내겠습니다.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물질이 반응할 때 주위로 열을 방출하는 반응을 발열 반응이라고 합니다. 도시가스의 주성분인 메테인이 연소할 때 열이 방출됩니다. 철이 산소와 반응하여 산화되는 과정도 발열 반응입니다. 손난로는 작은 철 가루가 산소와 빠르게 반응할 때 나오는 열을 이용합니다. 이 열이 손으로 전달되어 손이 따뜻해집니다. 철이 부식되는 반응과 손난로는 반응 속도에 차이가 있지만, 모두 철의 산화에서 열이 나온다는 공통점이 있습니다.</a:t>
            </a:r>
          </a:p>
          <a:p xmlns:a="http://schemas.openxmlformats.org/drawingml/2006/main">
            <a:r>
              <a:t>화면에서 가리킬 순서: 메테인의 연소 사진 → 철의 산화 사진 → 손난로의 열 방출</a:t>
            </a:r>
          </a:p>
          <a:p xmlns:a="http://schemas.openxmlformats.org/drawingml/2006/main">
            <a:r>
              <a:t>오개념 점검: 손난로의 열은 흔드는 동작 자체가 아니라 철의 산화에서 나온다.</a:t>
            </a:r>
          </a:p>
          <a:p xmlns:a="http://schemas.openxmlformats.org/drawingml/2006/main">
            <a:r>
              <a:t>다음 연결: 반대로 주위에서 열을 흡수하는 경우를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주위에서 열을 흡수하는 반응을 흡열 반응이라고 합니다. 냉각 팩 속 질산 암모늄이 물에 용해될 때 주위의 열을 흡수하므로 팩 주변이 차가워집니다. 제빵 소다의 성분인 탄산수소 나트륨이 분해되는 반응도 흡열 반응입니다. 이 반응은 가열하여 열을 공급해야 진행됩니다. 냉각 팩과 달리 계속 가열하는 상황이므로, 흡열 반응이라는 이유만으로 주변에서 언제나 온도 하강이 관찰되는 것은 아닙니다.</a:t>
            </a:r>
          </a:p>
          <a:p xmlns:a="http://schemas.openxmlformats.org/drawingml/2006/main">
            <a:r>
              <a:t>화면에서 가리킬 순서: 냉각 팩의 용해 → 탄산수소 나트륨의 분해 → 열 흡수</a:t>
            </a:r>
          </a:p>
          <a:p xmlns:a="http://schemas.openxmlformats.org/drawingml/2006/main">
            <a:r>
              <a:t>오개념 점검: 냉각 팩은 용해 과정의 사례다. 가열 중 온도만으로 발열·흡열을 판단하지 않는다.</a:t>
            </a:r>
          </a:p>
          <a:p xmlns:a="http://schemas.openxmlformats.org/drawingml/2006/main">
            <a:r>
              <a:t>다음 연결: 물질이 갖는 에너지의 양을 엔탈피로 나타냅니다.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물질은 분자의 운동 에너지뿐 아니라 여러 종류의 에너지를 갖습니다. 일정한 압력에서 어떤 물질이 갖는 에너지의 양을 엔탈피라고 하며, H로 나타냅니다. 엔탈피라는 이름은 ‘덥다’를 뜻하는 그리스어 enthalpo에서 유래했습니다. 이름에 열의 뜻이 들어 있지만, 엔탈피를 물질에 저장된 열이나 온도와 같은 뜻으로 쓰지는 않습니다. 엔탈피는 물질의 양과 상태, 온도와 압력에 따라 달라집니다. 엔탈피 자체를 정확히 측정하기는 어렵지만, 화학 반응 전후의 변화량은 출입하는 열로 구할 수 있습니다.</a:t>
            </a:r>
          </a:p>
          <a:p xmlns:a="http://schemas.openxmlformats.org/drawingml/2006/main">
            <a:r>
              <a:t>화면에서 가리킬 순서: 엔탈피의 정의 → 물질이 갖는 여러 에너지와 조건 → 기호 H → 하단의 enthalpo 어원</a:t>
            </a:r>
          </a:p>
          <a:p xmlns:a="http://schemas.openxmlformats.org/drawingml/2006/main">
            <a:r>
              <a:t>오개념 점검: 엔탈피를 물질에 저장된 열 또는 온도라고 정의하지 않는다.</a:t>
            </a:r>
          </a:p>
          <a:p xmlns:a="http://schemas.openxmlformats.org/drawingml/2006/main">
            <a:r>
              <a:t>다음 연결: 화학 반응 전후에 엔탈피가 얼마나 달라지는지 나타내 보겠습니다.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일정한 압력에서 화학 반응이 일어날 때의 엔탈피 변화를 반응 엔탈피라고 하고 ΔH로 나타냅니다. Δ는 변화량이라는 뜻입니다. 반응이 끝난 뒤인 생성물의 엔탈피 합에서 반응이 일어나기 전인 반응물의 엔탈피 합을 뺍니다. H가 엔탈피라면 ΔH는 반응 전후의 차이입니다. 생성물의 엔탈피 합이 더 작으면 ΔH는 음수이고, 더 크면 양수입니다.</a:t>
            </a:r>
          </a:p>
          <a:p xmlns:a="http://schemas.openxmlformats.org/drawingml/2006/main">
            <a:r>
              <a:t>화면에서 가리킬 순서: 생성물의 엔탈피 합 → 반응물의 엔탈피 합 → 반응 후와 반응 전 → Δ의 뜻</a:t>
            </a:r>
          </a:p>
          <a:p xmlns:a="http://schemas.openxmlformats.org/drawingml/2006/main">
            <a:r>
              <a:t>오개념 점검: 반응물에서 생성물을 빼지 않는다. H와 ΔH, 방출열의 양수 크기와 ΔH의 부호를 구분한다.</a:t>
            </a:r>
          </a:p>
          <a:p xmlns:a="http://schemas.openxmlformats.org/drawingml/2006/main">
            <a:r>
              <a:t>다음 연결: 두 그래프에서 발열 반응과 흡열 반응의 엔탈피 변화를 비교해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발열 반응의 그래프입니다. 생성물의 엔탈피 합이 반응물보다 작고, 그 차이만큼 열을 주위로 방출합니다. 생성물에서 반응물의 엔탈피 합을 빼면 음수이므로 ΔH &lt; 0입니다. 오른쪽은 흡열 반응입니다. 주위에서 열을 흡수하여 생성물의 엔탈피 합이 더 크므로 ΔH &gt; 0입니다. 세로축은 온도가 아니라 엔탈피입니다. 열을 받은 주위가 따뜻해지는 것과 반응 전후 물질의 엔탈피 변화는 구분해서 설명해야 합니다.</a:t>
            </a:r>
          </a:p>
          <a:p xmlns:a="http://schemas.openxmlformats.org/drawingml/2006/main">
            <a:r>
              <a:t>화면에서 가리킬 순서: 왼쪽 그래프의 엔탈피 감소 → 아래 발열 반응과 ΔH &lt; 0 → 오른쪽 그래프의 엔탈피 증가 → 아래 흡열 반응과 ΔH &gt; 0</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생성물과 반응물의 엔탈피 합으로 두 부호를 다시 나타내 봅시다.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Σ는 합을 뜻하므로 ΣH는 각 물질의 엔탈피를 더한 값입니다. 발열 반응에서는 생성물의 엔탈피 합이 반응물보다 작습니다. 생성물에서 반응물을 빼면 음수이므로 반응 엔탈피도 음수입니다. 흡열 반응에서는 생성물의 엔탈피 합이 더 크므로 반응 엔탈피가 양수입니다. 두 관계는 모두 ΔH를 구하는 같은 식에서 나옵니다.</a:t>
            </a:r>
          </a:p>
          <a:p xmlns:a="http://schemas.openxmlformats.org/drawingml/2006/main">
            <a:r>
              <a:t>화면에서 가리킬 순서: 발열 반응의 엔탈피 합 비교 → ΔH의 음수 → 흡열 반응의 비교와 양수</a:t>
            </a:r>
          </a:p>
          <a:p xmlns:a="http://schemas.openxmlformats.org/drawingml/2006/main">
            <a:r>
              <a:t>오개념 점검: ΣH는 엔탈피의 합, ΔH는 엔탈피의 변화량이다.</a:t>
            </a:r>
          </a:p>
          <a:p xmlns:a="http://schemas.openxmlformats.org/drawingml/2006/main">
            <a:r>
              <a:t>다음 연결: 반응 엔탈피를 화학 반응식과 함께 나타내 보겠습니다.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앞에서는 반응 전후의 엔탈피 차이로 열의 출입을 설명했습니다. 이번에는 이 정보를 화학 반응식과 함께 나타내겠습니다. 같은 물질의 반응이라도 반응하는 양이나 물질의 상태가 달라지면 출입하는 열은 어떻게 달라질까요?</a:t>
            </a:r>
          </a:p>
          <a:p xmlns:a="http://schemas.openxmlformats.org/drawingml/2006/main">
            <a:r>
              <a:t>화면에서 가리킬 순서: Part 2 제목과 질문</a:t>
            </a:r>
          </a:p>
          <a:p xmlns:a="http://schemas.openxmlformats.org/drawingml/2006/main">
            <a:r>
              <a:t>오개념 점검: 정의와 예시를 확인한 뒤 열화학 반응식으로 확장한다.</a:t>
            </a:r>
          </a:p>
          <a:p xmlns:a="http://schemas.openxmlformats.org/drawingml/2006/main">
            <a:r>
              <a:t>다음 연결: 상태·계수·반응 엔탈피를 함께 읽어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반응식에 반응 엔탈피를 함께 나타낸 것을 열화학 반응식이라고 합니다. 화학 반응식은 어떤 물질이 어떤 비율로 반응하는지 나타내고, ΔH는 그 반응에서 출입하는 열의 방향과 양을 나타냅니다. 아래 식은 산화 칼슘이 물과 반응하는 경우입니다. ΔH가 음수이므로 열을 방출합니다. 이 값은 식에 나타낸 상태와 물질의 양을 기준으로 합니다.</a:t>
            </a:r>
          </a:p>
          <a:p xmlns:a="http://schemas.openxmlformats.org/drawingml/2006/main">
            <a:r>
              <a:t>화면에서 가리킬 순서: 정의 → 산화 칼슘의 열화학 반응식 → ΔH의 부호</a:t>
            </a:r>
          </a:p>
          <a:p xmlns:a="http://schemas.openxmlformats.org/drawingml/2006/main">
            <a:r>
              <a:t>오개념 점검: 상태를 표시한 화학 반응식만으로는 반응 엔탈피를 함께 나타낸 열화학 반응식이 되지 않는다.</a:t>
            </a:r>
          </a:p>
          <a:p xmlns:a="http://schemas.openxmlformats.org/drawingml/2006/main">
            <a:r>
              <a:t>다음 연결: 발열과 흡열의 실제 열화학 반응식을 읽어 봅시다.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식에서 s는 고체, l은 액체, aq는 수용액을 뜻합니다. 산화 칼슘 1 mol이 물과 반응하면 76.9 kJ의 열을 방출하므로 ΔH는 −76.9 kJ입니다. 두 번째 식은 질산 암모늄 1 mol이 물에 용해되는 과정입니다. 26.2 kJ을 흡수하므로 ΔH는 양수입니다. 계수가 생략된 물질의 계수는 1입니다. 같은 ΔH라도 어떤 물질이 얼마만큼 반응하는지와 함께 읽어야 그 뜻을 알 수 있습니다.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반응식에는 세 가지 특징이 있습니다. 반응식 전체의 계수를 n배 하면 반응 엔탈피도 n배가 됩니다. 또 물질의 상태가 달라지면 엔탈피도 달라지므로 상태를 반드시 표시합니다. 반응 방향을 거꾸로 바꾸면 반응 엔탈피의 크기는 같고 부호는 반대가 됩니다. 역반응의 비교는 물질의 상태와 양이 서로 대응하고 온도와 압력이 같은 경우입니다. 예를 들어 결합을 끊는 데 필요한 에너지는 같은 결합을 만드는 역과정에서 방출되는 에너지와 크기가 같습니다.</a:t>
            </a:r>
          </a:p>
          <a:p xmlns:a="http://schemas.openxmlformats.org/drawingml/2006/main">
            <a:r>
              <a:t>화면에서 가리킬 순서: 계수 행 → 상태 행 → 역반응 행</a:t>
            </a:r>
          </a:p>
          <a:p xmlns:a="http://schemas.openxmlformats.org/drawingml/2006/main">
            <a:r>
              <a:t>오개념 점검: 역반응은 상태와 반응량이 대응해야 한다. 계수 하나만 바꾸지 말고 반응식 전체를 같은 배수로 바꾼다.</a:t>
            </a:r>
          </a:p>
          <a:p xmlns:a="http://schemas.openxmlformats.org/drawingml/2006/main">
            <a:r>
              <a:t>다음 연결: 반응식의 계수를 두 배로 바꾸면 ΔH는 어떻게 될까요?</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식에서는 액체 물 1 mol이 생성되고 ΔH는 −285.8 kJ입니다. 아래 식에서는 반응식 전체의 계수가 두 배이고 물도 2 mol 생성됩니다. 반응한 물질의 양이 두 배이므로 반응 엔탈피도 두 배인 −571.6 kJ입니다. 반응물 하나의 계수만 바꾸는 것이 아니라 반응식 전체에 같은 수를 곱해야 합니다. 물 1 mol당 방출열을 구하면 두 경우 모두 285.8 kJ입니다.</a:t>
            </a:r>
          </a:p>
          <a:p xmlns:a="http://schemas.openxmlformats.org/drawingml/2006/main">
            <a:r>
              <a:t>화면에서 가리킬 순서: 물 1 mol 생성 반응식 → 물 2 mol 생성 반응식 → 각 ΔH</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 2 mol과 산소 1 mol이 반응한다는 점이 같습니다. 위 식의 생성물은 수증기이고, 아래 식의 생성물은 액체 물입니다. 수증기가 액체 물로 변할 때 열을 방출하므로, 처음부터 액체 물이 생성되는 반응의 방출열이 더 큽니다. 두 반응 모두 발열 반응이므로 ΔH는 음수입니다. 방출열의 크기를 비교할 때는 ΔH의 절댓값을 비교합니다.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그림에서 반응물은 위쪽, 생성물은 아래쪽에 있습니다. 생성물의 엔탈피 합에서 반응물의 엔탈피 합을 빼면 음수입니다. 내려가는 화살표의 높이 차이가 방출되는 열에 해당합니다. 물질이 갖는 엔탈피의 전체 양을 직접 측정하지 않아도, 반응 전후의 차이는 출입하는 열로 구할 수 있습니다. 이 관계는 일정한 압력에서 설명하고 있습니다.</a:t>
            </a:r>
          </a:p>
          <a:p xmlns:a="http://schemas.openxmlformats.org/drawingml/2006/main">
            <a:r>
              <a:t>화면에서 가리킬 순서: 정의식 생성물→반응물→높이 차이</a:t>
            </a:r>
          </a:p>
          <a:p xmlns:a="http://schemas.openxmlformats.org/drawingml/2006/main">
            <a:r>
              <a:t>오개념 점검: 발열 반응에서 주위의 온도는 높아질 수 있지만 생성물의 엔탈피 합은 반응물보다 작다.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네 반응은 서로 다른 열 출입을 보여 줍니다. 이산화 질소가 생성되는 첫 번째 반응은 67.7 kJ을 흡수합니다. 프로페인 1 mol이 연소하면 2220 kJ을 방출하고, 제시된 중화 반응에서 물 1 mol이 생성되면 55.8 kJ을 방출합니다. 염화 칼슘 1 mol이 용해될 때도 81.7 kJ을 방출합니다. 질산 암모늄의 용해는 흡열이었지만 염화 칼슘의 용해는 발열입니다. 용해 반응이라는 이름만으로 열 출입의 방향을 정할 수는 없습니다.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반응에서 출입하는 열은 용액의 온도 변화로 구할 수 있습니다. 스타이로폼 컵은 외부와의 열 출입을 줄이고, 온도계는 용액의 온도 변화를 측정합니다. 용액이 얻은 열 Q는 용액의 비열 c, 질량 m, 온도 변화 Δt의 곱입니다. Δt는 나중 온도에서 처음 온도를 뺀 값입니다. 외부로 빠져나간 열과 열량계가 흡수한 열을 무시하면, 용액이 얻은 만큼 반응에서 열을 방출했다고 볼 수 있습니다. 예를 들어 용액이 100 J을 얻었다면 반응에서는 100 J을 방출한 것입니다. 실제 간이 열량계에서는 열 손실 때문에 오차가 생깁니다.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외부로 빠져나가는 열과 열량계 자체의 열 흡수를 무시하는 모형이다. 용액이 얻은 열과 반응에서 방출한 열의 크기가 같다.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탄산 칼슘의 분해 반응에서 ΔH는 +179.2 kJ입니다. 생성물과 반응물 중 어느 쪽의 엔탈피 합이 더 클까요? 흡열 반응이므로 생성물 쪽이 더 큽니다. 두 번째 문제는 암모니아 1 mol이 생성될 때 45.9 kJ을 방출하는 반응입니다. 질소 1 mol과 수소 3 mol이 반응하면 암모니아 2 mol이 만들어집니다. 따라서 이 반응식의 ΔH는 −91.8 kJ입니다. 모든 계수를 반으로 나누고 ΔH를 −45.9 kJ로 쓴 식도 같은 뜻입니다.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질량의 연료가 모두 같은 양의 열을 내는 것은 아닙니다. 어떤 연료가 더 많은 열을 내는지 비교하려면 물질의 양을 같게 해야 합니다. 연료 1 mol을 기준으로 비교할 때와 1 g을 기준으로 비교할 때의 결과가 다를 수 있습니다. Part 3에서는 반응식의 계수와 몰질량을 이용해 단위 질량당 방출열을 구하겠습니다.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가정용 난방 보일러는 연료가 연소하며 방출한 열을 난방에 이용합니다. 가솔린 자동차는 연료의 연소로 얻은 에너지의 일부를 운동에 이용합니다. 두 경우 모두 연료와 산소의 반응에서 에너지를 얻습니다. 연료의 종류에 따라 같은 질량이 연소할 때 방출하는 열이 다르므로, 같은 양을 기준으로 비교해야 합니다.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반응식에서 메테인의 계수는 1입니다. 메테인 1 mol이 연소할 때 890.5 kJ을 방출합니다. 뷰테인의 계수는 2이고 ΔH는 −5754 kJ입니다. 이 값은 뷰테인 2 mol이 반응할 때의 값이므로, 1 mol당 방출열은 5754를 2로 나눈 2877 kJ입니다. 연소 반응의 ΔH는 음수이지만, 방출한 열의 크기를 나타낼 때는 양수로 씁니다.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1 mol의 질량은 16 g입니다. 16 g이 890.5 kJ을 방출하므로 1 g은 약 55.7 kJ을 방출합니다. 뷰테인 1 mol은 58 g이고 방출열은 2877 kJ이므로, 1 g당 방출열은 약 49.6 kJ입니다. 1 mol당 방출열의 단위 kJ/mol을 몰질량의 단위 g/mol로 나누면 kJ/g이 남습니다. 1 mol 기준에서는 뷰테인의 방출열이 더 크지만, 같은 질량에서는 메테인이 더 큽니다.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 1 mol은 46 g이고 연소할 때 1367 kJ을 방출합니다. 1367을 46으로 나누면 1 g당 방출열은 약 29.7 kJ입니다. 수소의 반응식은 수소 2 mol이 연소할 때 571.6 kJ을 방출한다는 뜻입니다. 수소의 몰질량은 2 g/mol이므로 수소 2 mol은 4 g입니다. 571.6을 4로 나누면 1 g당 방출열은 142.9 kJ입니다. 두 반응식 모두 액체 물이 생성되는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행은 연료 1 g이 방출하는 열입니다. 수소 142.9, 메테인 55.7, 뷰테인 49.6, 에탄올 29.7 kJ/g 순서입니다. 제시된 네 연료 가운데 같은 질량에서 가장 많은 열을 방출하는 연료는 수소입니다. 1 mol당 방출열만 보면 뷰테인이 가장 크므로, 비교 기준에 따라 순서가 달라집니다. 표에서는 방출열의 크기를 양수로 나타냈습니다. 연소 반응의 ΔH는 음수입니다.</a:t>
            </a:r>
          </a:p>
          <a:p xmlns:a="http://schemas.openxmlformats.org/drawingml/2006/main">
            <a:r>
              <a:t>화면에서 가리킬 순서: 1 mol당 방출열 → 1 g당 방출열 → 같은 질량에서의 순서</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수소의 방출열이 가장 크다고 해서 어떤 상황에서나 수소가 가장 좋은 연료인 것은 아닙니다. 연료를 생산하는 과정, 저장과 운송 방법, 사용하는 장치의 효율도 고려해야 합니다. 예를 들어 저장 용기의 질량까지 포함한 전체 무게는 방출열 표만으로 알 수 없습니다. 실제로 연료를 선택하려면 어떤 정보가 더 필요할지 한 가지씩 제안해 봅시다.</a:t>
            </a:r>
          </a:p>
          <a:p xmlns:a="http://schemas.openxmlformats.org/drawingml/2006/main">
            <a:r>
              <a:t>화면에서 가리킬 순서: 같은 질량당 방출열 → 생산·저장·운송과 장치 효율 → 학생 질문</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앞서 구한 값을 이용해 표의 빈칸을 채워 봅시다. 뷰테인 1 g당 방출열은 2877을 58로 나눈 약 49.6 kJ이고, 수소는 285.8을 2로 나눈 142.9 kJ입니다. 그렇다면 같은 질량일 때 방출열이 큰 순서는 어떻게 될까요? 수소, 메테인, 뷰테인, 에탄올 순서입니다. 1 mol당 값과 1 g당 값을 구별하고, 같은 질량이라는 조건을 붙여 설명해 보세요.</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반응에서는 원자의 종류와 수가 보존되면서 원자 사이의 결합이 바뀝니다. 결합을 끊는 과정과 새로운 결합을 만드는 과정에서는 에너지가 어떻게 출입할까요? Part 4에서는 두 과정의 에너지 출입을 구별하고, 결합 에너지를 이용해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 H₂는 두 수소 원자가 결합한 상태입니다. 기체 상태의 수소 분자 1 mol을 원자로 분리하려면 436 kJ을 공급해야 합니다. 에너지를 흡수하므로 이 과정의 ΔH는 +436 kJ입니다. 그래프에서도 생성물인 수소 원자의 엔탈피가 반응물인 수소 분자보다 높습니다. 반응식의 2H는 수소 분자 두 개가 아니라 수소 원자 두 개를 뜻합니다.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기체 상태의 수소 원자들이 결합하여 수소 분자 1 mol이 되면 436 kJ을 방출합니다. 앞에서 같은 결합을 끊는 데 흡수한 에너지와 크기가 같고 방향은 반대입니다. 열을 방출하므로 ΔH는 −436 kJ입니다. 그래프에서는 생성물의 엔탈피가 반응물보다 낮습니다. 결합을 끊는 과정은 에너지 흡수, 만드는 과정은 에너지 방출이라는 차이를 기억해 봅시다.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공유 결합 1 mol을 끊는 데 필요한 에너지입니다. 단위는 kJ/mol이며, 여기서 mol은 결합의 양을 뜻합니다. H–H 결합 에너지는 436, O=O는 498, O–H는 460 kJ/mol입니다. 물 1 mol에는 O–H 결합이 2 mol 있습니다. 다원자 분자에서는 같은 종류의 결합도 주변 원자에 따라 에너지가 달라지므로 평균값을 사용합니다. 결합 에너지는 결합을 끊는 데 필요한 에너지이므로 양수입니다.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 모형은 결합을 모두 끊은 원자 상태입니다. 여기까지는 에너지를 흡수합니다. 오른쪽에서 물 분자 두 개가 만들어지면 O–H 결합 네 개가 형성되며 에너지를 방출합니다. 반응 전후 원자 수는 같고 결합의 종류와 수가 바뀝니다. 가운데 모형은 에너지 계산을 위한 것으로, 실제 반응이 반드시 모든 원자로 분리된 뒤 진행된다는 뜻은 아닙니다.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 한 개에는 H–H 결합이 하나 있으므로 수소 분자 두 개에는 두 개가 있습니다. 산소 분자 한 개에는 O=O 결합이 하나 있습니다. O=O의 결합 에너지에는 이중 결합 전체가 반영되어 있으므로 다시 두 배로 계산하지 않습니다. 물 분자 한 개에는 O–H 결합이 두 개이므로 물 분자 두 개에는 네 개가 있습니다. 반응식의 계수를 mol 단위로 읽으면 끊는 결합은 H–H 2 mol과 O=O 1 mol이고, 만드는 결합은 O–H 4 mol입니다.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 결합을 끊는 데 필요한 에너지는 H–H 2 mol과 O=O 1 mol의 결합 에너지를 더한 값입니다. 2 × 436 + 498 = 1370 kJ을 흡수합니다. 생성물의 O–H 결합 4 mol이 형성될 때는 4 × 460 = 1840 kJ을 방출합니다. 반응 엔탈피는 흡수한 에너지에서 방출한 에너지의 크기를 뺀 값이므로 약 −470 kJ입니다. 결합 형성에서 더 많은 에너지를 방출하므로 발열 반응입니다. 이 값은 수증기 2 mol이 생성되는 반응에 대해 평균 결합 에너지로 구한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에너지로 구한 수증기 생성 반응의 근삿값입니다. 결합 에너지는 분자마다 조금씩 다르므로 평균값으로 계산한 결과와 실제 반응 엔탈피에는 차이가 생길 수 있습니다. 아래 식은 액체 물이 생성되는 반응입니다. 위 식과는 생성물의 상태도 다릅니다. 두 값의 차이에는 평균값을 사용한 데 따른 차이와 물질의 상태 차이가 함께 들어 있습니다. 따라서 이 두 수치의 차이를 그대로 물의 응축열이라고 할 수는 없습니다.</a:t>
            </a:r>
          </a:p>
          <a:p xmlns:a="http://schemas.openxmlformats.org/drawingml/2006/main">
            <a:r>
              <a:t>화면에서 가리킬 순서: 수증기 생성의 근삿값 → 액체 물 생성 반응식 → 생성물의 상태 차이</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반응은 주위로 열을 방출합니다. 생성물의 엔탈피 합이 반응물보다 작으므로 반응 엔탈피는 음수입니다. 흡열 반응은 주위에서 열을 흡수하고, 생성물의 엔탈피 합이 반응물보다 크므로 반응 엔탈피는 양수입니다. 반응식 전체의 계수를 n배 하면 ΔH도 n배가 되고, 물질의 상태가 달라지면 ΔH도 달라집니다. 결합 에너지로 계산할 때는 결합을 끊는 데 흡수한 에너지에서 결합 형성 시 방출한 에너지의 크기를 뺍니다.</a:t>
            </a:r>
          </a:p>
          <a:p xmlns:a="http://schemas.openxmlformats.org/drawingml/2006/main">
            <a:r>
              <a:t>화면에서 가리킬 순서: 열 이동 방향 → 반응하는 물질 엔탈피 변화 → 생성물과 반응물 비교 → ΔH 부호 → 아래 계수·상태·결합 관계</a:t>
            </a:r>
          </a:p>
          <a:p xmlns:a="http://schemas.openxmlformats.org/drawingml/2006/main">
            <a:r>
              <a:t>오개념 점검: 반응하는 물질의 엔탈피 변화와 주위의 온도 변화를 구별한다. 생성물과 반응물의 엔탈피는 각각 합으로 비교한다.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 속 철 가루가 산소와 반응하여 산화될 때 열이 주위로 방출됩니다. 그 열이 손으로 전달되어 손이 따뜻해집니다. 발열 반응이므로 생성물의 엔탈피 합이 반응물보다 작고 ΔH는 음수입니다. 처음 썼던 설명에서 바꾸고 싶은 부분이 있나요? 오른쪽 문제에서는 H–H와 F–F 결합을 각각 1 mol씩 끊고 H–F 결합을 2 mol 만듭니다. 반응 엔탈피는 436 + 159 − 2 × 570으로 약 −545 kJ입니다. 음수이므로 이 반응도 발열 반응입니다.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df612bf0184b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9fb157927141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3da528e48c42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04e8b8ce314d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824daa051441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f4eb41f9b54d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4158F4-CA62-4008-819F-08948E2CE7E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66D683-243E-4503-9B4B-21BA92D36F42}"/>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91A028-1FEA-4970-B670-4AF90A48966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6E6672-5CDF-4513-8929-D5A672AFDC0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8644AF0-C9FE-4041-804C-E4805A22814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4138E6-7B0F-48B7-9EA0-F8EC4152D7A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C96276-AF17-405E-890A-F23378C788C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0F213B-2FD5-4AB0-990B-14318AC1A9E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FF9C29-B383-4162-8E14-743290C5174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62E2-1652-47ED-B5B2-F0E42F4E8B7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b08f07a3b34b2e" /><Relationship Type="http://schemas.openxmlformats.org/officeDocument/2006/relationships/slideLayout" Target="/ppt/slideLayouts/slideLayout1.xml" Id="R5ccf7a5621794dd2" /><Relationship Type="http://schemas.openxmlformats.org/officeDocument/2006/relationships/slideLayout" Target="/ppt/slideLayouts/slideLayout2.xml" Id="Rfacaf29ef94f4a43" /><Relationship Type="http://schemas.openxmlformats.org/officeDocument/2006/relationships/slideLayout" Target="/ppt/slideLayouts/slideLayout3.xml" Id="R3e5f51bb3ce84f52" /><Relationship Type="http://schemas.openxmlformats.org/officeDocument/2006/relationships/slideLayout" Target="/ppt/slideLayouts/slideLayout4.xml" Id="R49e4174f95844c88" /><Relationship Type="http://schemas.openxmlformats.org/officeDocument/2006/relationships/slideLayout" Target="/ppt/slideLayouts/slideLayout5.xml" Id="Ra1065140a9314caa" /><Relationship Type="http://schemas.openxmlformats.org/officeDocument/2006/relationships/slideLayout" Target="/ppt/slideLayouts/slideLayout6.xml" Id="Rcfe4350d585a4e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cf7a5621794dd2"/>
    <p:sldLayoutId xmlns:r="http://schemas.openxmlformats.org/officeDocument/2006/relationships" id="2147483650" r:id="Rfacaf29ef94f4a43"/>
    <p:sldLayoutId xmlns:r="http://schemas.openxmlformats.org/officeDocument/2006/relationships" id="2147483651" r:id="R3e5f51bb3ce84f52"/>
    <p:sldLayoutId xmlns:r="http://schemas.openxmlformats.org/officeDocument/2006/relationships" id="2147483652" r:id="R49e4174f95844c88"/>
    <p:sldLayoutId xmlns:r="http://schemas.openxmlformats.org/officeDocument/2006/relationships" id="2147483653" r:id="Ra1065140a9314caa"/>
    <p:sldLayoutId xmlns:r="http://schemas.openxmlformats.org/officeDocument/2006/relationships" id="2147483654" r:id="Rcfe4350d585a4e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b6409e56fa4f34" /><Relationship Type="http://schemas.openxmlformats.org/officeDocument/2006/relationships/image" Target="/ppt/media/image.png" Id="R5567ba6770c44e22" /><Relationship Type="http://schemas.openxmlformats.org/officeDocument/2006/relationships/image" Target="/ppt/media/image2.png" Id="Re9d68fbca2b740b4" /><Relationship Type="http://schemas.openxmlformats.org/officeDocument/2006/relationships/image" Target="/ppt/media/image3.png" Id="Rb828360f943e4425" /><Relationship Type="http://schemas.openxmlformats.org/officeDocument/2006/relationships/image" Target="/ppt/media/image4.png" Id="R6557cd8bf8a34c1c" /><Relationship Type="http://schemas.openxmlformats.org/officeDocument/2006/relationships/notesSlide" Target="/ppt/notesSlides/notesSlide1.xml" Id="R09f24722487f47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9a7f1371f247f1" /><Relationship Type="http://schemas.openxmlformats.org/officeDocument/2006/relationships/image" Target="/ppt/media/image5.png" Id="R145ba2ff3c194f0e" /><Relationship Type="http://schemas.openxmlformats.org/officeDocument/2006/relationships/notesSlide" Target="/ppt/notesSlides/notesSlide2.xml" Id="R72fb24b598c143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7ab040f9954589" /><Relationship Type="http://schemas.openxmlformats.org/officeDocument/2006/relationships/image" Target="/ppt/media/image6.png" Id="Rb108738e3065400c" /><Relationship Type="http://schemas.openxmlformats.org/officeDocument/2006/relationships/image" Target="/ppt/media/image7.png" Id="R42d99f36588445ac" /><Relationship Type="http://schemas.openxmlformats.org/officeDocument/2006/relationships/image" Target="/ppt/media/image8.png" Id="Rae3a514f92404a59" /><Relationship Type="http://schemas.openxmlformats.org/officeDocument/2006/relationships/notesSlide" Target="/ppt/notesSlides/notesSlide3.xml" Id="Rcc232635092e41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d776b1148c48f3" /><Relationship Type="http://schemas.openxmlformats.org/officeDocument/2006/relationships/image" Target="/ppt/media/image9.png" Id="Rc7fb3a3ae9744dd3" /><Relationship Type="http://schemas.openxmlformats.org/officeDocument/2006/relationships/image" Target="/ppt/media/image10.png" Id="Ra367da5183a94d3a" /><Relationship Type="http://schemas.openxmlformats.org/officeDocument/2006/relationships/notesSlide" Target="/ppt/notesSlides/notesSlide4.xml" Id="Ra409168c86fd45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f0a6ab5b9444ed" /><Relationship Type="http://schemas.openxmlformats.org/officeDocument/2006/relationships/image" Target="/ppt/media/image11.png" Id="Rf4e5d11fec5f4ad1" /><Relationship Type="http://schemas.openxmlformats.org/officeDocument/2006/relationships/image" Target="/ppt/media/image12.png" Id="R22bd0c0760454152" /><Relationship Type="http://schemas.openxmlformats.org/officeDocument/2006/relationships/notesSlide" Target="/ppt/notesSlides/notesSlide5.xml" Id="R79df44f5215c42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9216e717db1445b" /><Relationship Type="http://schemas.openxmlformats.org/officeDocument/2006/relationships/image" Target="/ppt/media/image13.png" Id="R41c6854a0e94435e" /><Relationship Type="http://schemas.openxmlformats.org/officeDocument/2006/relationships/image" Target="/ppt/media/image14.png" Id="R3c6169da63734280" /><Relationship Type="http://schemas.openxmlformats.org/officeDocument/2006/relationships/image" Target="/ppt/media/image15.png" Id="R5888cce7fbff4c38" /><Relationship Type="http://schemas.openxmlformats.org/officeDocument/2006/relationships/notesSlide" Target="/ppt/notesSlides/notesSlide6.xml" Id="R99c174d2c0bd40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c9422f35db4e31" /><Relationship Type="http://schemas.openxmlformats.org/officeDocument/2006/relationships/image" Target="/ppt/media/image16.png" Id="R3d750e020cff4531" /><Relationship Type="http://schemas.openxmlformats.org/officeDocument/2006/relationships/image" Target="/ppt/media/image17.png" Id="R74b1630445ae4c56" /><Relationship Type="http://schemas.openxmlformats.org/officeDocument/2006/relationships/image" Target="/ppt/media/image18.png" Id="R6113a55669644ff9" /><Relationship Type="http://schemas.openxmlformats.org/officeDocument/2006/relationships/notesSlide" Target="/ppt/notesSlides/notesSlide7.xml" Id="R4c052324aa874b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b24473995e4733" /><Relationship Type="http://schemas.openxmlformats.org/officeDocument/2006/relationships/image" Target="/ppt/media/image19.png" Id="R07ee63836fe54cc8" /><Relationship Type="http://schemas.openxmlformats.org/officeDocument/2006/relationships/notesSlide" Target="/ppt/notesSlides/notesSlide8.xml" Id="R65087936d6174f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3a3ff9966e341b8" /><Relationship Type="http://schemas.openxmlformats.org/officeDocument/2006/relationships/image" Target="/ppt/media/image20.png" Id="R481fc25f642d4c0a" /><Relationship Type="http://schemas.openxmlformats.org/officeDocument/2006/relationships/image" Target="/ppt/media/image21.png" Id="Ra1ac3767a7054c91" /><Relationship Type="http://schemas.openxmlformats.org/officeDocument/2006/relationships/notesSlide" Target="/ppt/notesSlides/notesSlide9.xml" Id="Rbbf8088172d54d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4262bde4c5d41ff" /><Relationship Type="http://schemas.openxmlformats.org/officeDocument/2006/relationships/image" Target="/ppt/media/image22.png" Id="Rd852240a12de43aa" /><Relationship Type="http://schemas.openxmlformats.org/officeDocument/2006/relationships/image" Target="/ppt/media/image23.png" Id="R0ae0fb6518b24bda" /><Relationship Type="http://schemas.openxmlformats.org/officeDocument/2006/relationships/image" Target="/ppt/media/image24.png" Id="Re62c545e99304e28" /><Relationship Type="http://schemas.openxmlformats.org/officeDocument/2006/relationships/notesSlide" Target="/ppt/notesSlides/notesSlide10.xml" Id="R10e0ac2df4fc48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97b377f3f2a4c60" /><Relationship Type="http://schemas.openxmlformats.org/officeDocument/2006/relationships/image" Target="/ppt/media/image25.png" Id="Rd3b3a65e62c14320" /><Relationship Type="http://schemas.openxmlformats.org/officeDocument/2006/relationships/image" Target="/ppt/media/image26.png" Id="Rdc0683b7545a4c6c" /><Relationship Type="http://schemas.openxmlformats.org/officeDocument/2006/relationships/notesSlide" Target="/ppt/notesSlides/notesSlide11.xml" Id="R7c5aa0bf1a2448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319e3a7496541cc" /><Relationship Type="http://schemas.openxmlformats.org/officeDocument/2006/relationships/image" Target="/ppt/media/image27.png" Id="Rd63fb93e4b894b0c" /><Relationship Type="http://schemas.openxmlformats.org/officeDocument/2006/relationships/image" Target="/ppt/media/image28.png" Id="R5543f1155b1f47d7" /><Relationship Type="http://schemas.openxmlformats.org/officeDocument/2006/relationships/notesSlide" Target="/ppt/notesSlides/notesSlide12.xml" Id="Rb3b8a01d292e4d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82de20e20dc4522" /><Relationship Type="http://schemas.openxmlformats.org/officeDocument/2006/relationships/image" Target="/ppt/media/image29.png" Id="Rce3566b5817d4d4e" /><Relationship Type="http://schemas.openxmlformats.org/officeDocument/2006/relationships/image" Target="/ppt/media/image30.png" Id="R9556e062fe2e49fd" /><Relationship Type="http://schemas.openxmlformats.org/officeDocument/2006/relationships/notesSlide" Target="/ppt/notesSlides/notesSlide13.xml" Id="R207449bd343843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d9123b6d244168" /><Relationship Type="http://schemas.openxmlformats.org/officeDocument/2006/relationships/image" Target="/ppt/media/image31.png" Id="R950e27477ed746de" /><Relationship Type="http://schemas.openxmlformats.org/officeDocument/2006/relationships/image" Target="/ppt/media/image32.png" Id="R97bb4400c8594a3a" /><Relationship Type="http://schemas.openxmlformats.org/officeDocument/2006/relationships/image" Target="/ppt/media/image33.png" Id="R67ef870c988e4183" /><Relationship Type="http://schemas.openxmlformats.org/officeDocument/2006/relationships/notesSlide" Target="/ppt/notesSlides/notesSlide14.xml" Id="R28e653afb63748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65fab9ed5e403a" /><Relationship Type="http://schemas.openxmlformats.org/officeDocument/2006/relationships/image" Target="/ppt/media/image34.png" Id="Rd179d500d95b4f28" /><Relationship Type="http://schemas.openxmlformats.org/officeDocument/2006/relationships/notesSlide" Target="/ppt/notesSlides/notesSlide15.xml" Id="R38e4519949fe44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dd977e9b95c4822" /><Relationship Type="http://schemas.openxmlformats.org/officeDocument/2006/relationships/image" Target="/ppt/media/image35.png" Id="Rd036bc6bb783470e" /><Relationship Type="http://schemas.openxmlformats.org/officeDocument/2006/relationships/image" Target="/ppt/media/image36.png" Id="R88be1f3ef27a4a26" /><Relationship Type="http://schemas.openxmlformats.org/officeDocument/2006/relationships/notesSlide" Target="/ppt/notesSlides/notesSlide16.xml" Id="Rcaccdd79bf8e433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ae071921865410c" /><Relationship Type="http://schemas.openxmlformats.org/officeDocument/2006/relationships/image" Target="/ppt/media/image37.png" Id="R2a5d70ed0a064a1b" /><Relationship Type="http://schemas.openxmlformats.org/officeDocument/2006/relationships/image" Target="/ppt/media/image38.png" Id="Re082804344534bb4" /><Relationship Type="http://schemas.openxmlformats.org/officeDocument/2006/relationships/notesSlide" Target="/ppt/notesSlides/notesSlide17.xml" Id="R0fdcf905a8834f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9576ed1e8c84eba" /><Relationship Type="http://schemas.openxmlformats.org/officeDocument/2006/relationships/image" Target="/ppt/media/image39.png" Id="R8b1c690b10754953" /><Relationship Type="http://schemas.openxmlformats.org/officeDocument/2006/relationships/image" Target="/ppt/media/image40.png" Id="R7eefbb8f205043c1" /><Relationship Type="http://schemas.openxmlformats.org/officeDocument/2006/relationships/image" Target="/ppt/media/image41.png" Id="Rb3aa54aadfd24279" /><Relationship Type="http://schemas.openxmlformats.org/officeDocument/2006/relationships/notesSlide" Target="/ppt/notesSlides/notesSlide18.xml" Id="R9a8e530ad15241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c9ba93056724c39" /><Relationship Type="http://schemas.openxmlformats.org/officeDocument/2006/relationships/image" Target="/ppt/media/image42.png" Id="Rc6ccfa1dc1d145b7" /><Relationship Type="http://schemas.openxmlformats.org/officeDocument/2006/relationships/image" Target="/ppt/media/image43.png" Id="R007dfff036b940da" /><Relationship Type="http://schemas.openxmlformats.org/officeDocument/2006/relationships/notesSlide" Target="/ppt/notesSlides/notesSlide19.xml" Id="R75ce85cd4dbf46a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896037896e848c7" /><Relationship Type="http://schemas.openxmlformats.org/officeDocument/2006/relationships/image" Target="/ppt/media/image44.png" Id="R4a55a41e564a4a56" /><Relationship Type="http://schemas.openxmlformats.org/officeDocument/2006/relationships/image" Target="/ppt/media/image45.png" Id="Re94132bcd1014bc7" /><Relationship Type="http://schemas.openxmlformats.org/officeDocument/2006/relationships/image" Target="/ppt/media/image46.png" Id="R80c79ae36f36421b" /><Relationship Type="http://schemas.openxmlformats.org/officeDocument/2006/relationships/notesSlide" Target="/ppt/notesSlides/notesSlide20.xml" Id="Ra8140dcf0b47406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eeb0ef5ae564083" /><Relationship Type="http://schemas.openxmlformats.org/officeDocument/2006/relationships/image" Target="/ppt/media/image47.png" Id="R4f30e05023e646ed" /><Relationship Type="http://schemas.openxmlformats.org/officeDocument/2006/relationships/image" Target="/ppt/media/image48.png" Id="R75bcd0c2d69241e1" /><Relationship Type="http://schemas.openxmlformats.org/officeDocument/2006/relationships/notesSlide" Target="/ppt/notesSlides/notesSlide21.xml" Id="R5b2dff84f3e6444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04f4706173d442f" /><Relationship Type="http://schemas.openxmlformats.org/officeDocument/2006/relationships/image" Target="/ppt/media/image49.png" Id="Rbf7af9c639a341d7" /><Relationship Type="http://schemas.openxmlformats.org/officeDocument/2006/relationships/image" Target="/ppt/media/image50.png" Id="R75a6cd77236a4f8b" /><Relationship Type="http://schemas.openxmlformats.org/officeDocument/2006/relationships/notesSlide" Target="/ppt/notesSlides/notesSlide22.xml" Id="Rf11d23d4d66a446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9c8c86846b04f50" /><Relationship Type="http://schemas.openxmlformats.org/officeDocument/2006/relationships/image" Target="/ppt/media/image51.png" Id="Raade1cc3c3534a8a" /><Relationship Type="http://schemas.openxmlformats.org/officeDocument/2006/relationships/image" Target="/ppt/media/image52.png" Id="R76f29ac43cf14c2d" /><Relationship Type="http://schemas.openxmlformats.org/officeDocument/2006/relationships/image" Target="/ppt/media/image53.png" Id="Re2ef387d81be4fdc" /><Relationship Type="http://schemas.openxmlformats.org/officeDocument/2006/relationships/notesSlide" Target="/ppt/notesSlides/notesSlide23.xml" Id="Rce7b6181e883408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091a0bc56474b9e" /><Relationship Type="http://schemas.openxmlformats.org/officeDocument/2006/relationships/image" Target="/ppt/media/image54.png" Id="R5d727f8c0164498d" /><Relationship Type="http://schemas.openxmlformats.org/officeDocument/2006/relationships/image" Target="/ppt/media/image55.png" Id="Rd21a406a9a624c64" /><Relationship Type="http://schemas.openxmlformats.org/officeDocument/2006/relationships/image" Target="/ppt/media/image56.png" Id="R8779e26f7fb14f5a" /><Relationship Type="http://schemas.openxmlformats.org/officeDocument/2006/relationships/notesSlide" Target="/ppt/notesSlides/notesSlide24.xml" Id="R2c2d52910c964ac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d6a595702ba4320" /><Relationship Type="http://schemas.openxmlformats.org/officeDocument/2006/relationships/image" Target="/ppt/media/image57.png" Id="R513c6f1565e14fa4" /><Relationship Type="http://schemas.openxmlformats.org/officeDocument/2006/relationships/notesSlide" Target="/ppt/notesSlides/notesSlide25.xml" Id="R3ae51b12ceab47e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b805b10c0bf4bb1" /><Relationship Type="http://schemas.openxmlformats.org/officeDocument/2006/relationships/image" Target="/ppt/media/image58.png" Id="Rd079ce5d66524635" /><Relationship Type="http://schemas.openxmlformats.org/officeDocument/2006/relationships/image" Target="/ppt/media/image59.png" Id="Rd9ee0ada363e4e80" /><Relationship Type="http://schemas.openxmlformats.org/officeDocument/2006/relationships/image" Target="/ppt/media/image60.png" Id="Rde1896cc68c341a7" /><Relationship Type="http://schemas.openxmlformats.org/officeDocument/2006/relationships/notesSlide" Target="/ppt/notesSlides/notesSlide26.xml" Id="Rcf82e75caf064cd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41e3d2056504016" /><Relationship Type="http://schemas.openxmlformats.org/officeDocument/2006/relationships/image" Target="/ppt/media/image61.png" Id="Raa76193fb1f744b8" /><Relationship Type="http://schemas.openxmlformats.org/officeDocument/2006/relationships/notesSlide" Target="/ppt/notesSlides/notesSlide27.xml" Id="Rd43747b61d3647a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6c4de9c62174e7d" /><Relationship Type="http://schemas.openxmlformats.org/officeDocument/2006/relationships/image" Target="/ppt/media/image62.png" Id="R980d9f1e65a84391" /><Relationship Type="http://schemas.openxmlformats.org/officeDocument/2006/relationships/image" Target="/ppt/media/image63.png" Id="Rfc1f731b2db04de4" /><Relationship Type="http://schemas.openxmlformats.org/officeDocument/2006/relationships/notesSlide" Target="/ppt/notesSlides/notesSlide28.xml" Id="R1c756d79df8347d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f77d9d4e3d14959" /><Relationship Type="http://schemas.openxmlformats.org/officeDocument/2006/relationships/image" Target="/ppt/media/image64.png" Id="Ra3b9942ae2da427e" /><Relationship Type="http://schemas.openxmlformats.org/officeDocument/2006/relationships/notesSlide" Target="/ppt/notesSlides/notesSlide29.xml" Id="R295627c9b5c94a8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fdd5fa9a8b64c25" /><Relationship Type="http://schemas.openxmlformats.org/officeDocument/2006/relationships/image" Target="/ppt/media/image65.png" Id="Rb4b859528b4a4cb4" /><Relationship Type="http://schemas.openxmlformats.org/officeDocument/2006/relationships/image" Target="/ppt/media/image66.png" Id="R617b8e4f0ef749fb" /><Relationship Type="http://schemas.openxmlformats.org/officeDocument/2006/relationships/notesSlide" Target="/ppt/notesSlides/notesSlide30.xml" Id="Rcbb285cff406427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4acd96ee6d44cb9" /><Relationship Type="http://schemas.openxmlformats.org/officeDocument/2006/relationships/image" Target="/ppt/media/image67.png" Id="R84436ff0a0744a3b" /><Relationship Type="http://schemas.openxmlformats.org/officeDocument/2006/relationships/image" Target="/ppt/media/image68.png" Id="R5558c7be64ab4b0f" /><Relationship Type="http://schemas.openxmlformats.org/officeDocument/2006/relationships/notesSlide" Target="/ppt/notesSlides/notesSlide31.xml" Id="R312934279d8d42d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03d5829636941ea" /><Relationship Type="http://schemas.openxmlformats.org/officeDocument/2006/relationships/image" Target="/ppt/media/image69.png" Id="R6e3f78bcc1814887" /><Relationship Type="http://schemas.openxmlformats.org/officeDocument/2006/relationships/image" Target="/ppt/media/image70.png" Id="R1f70d2f472e2401d" /><Relationship Type="http://schemas.openxmlformats.org/officeDocument/2006/relationships/notesSlide" Target="/ppt/notesSlides/notesSlide32.xml" Id="Rabed4ff36c7e411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f1329bfc1cb4076" /><Relationship Type="http://schemas.openxmlformats.org/officeDocument/2006/relationships/image" Target="/ppt/media/image71.png" Id="Rb437e0f2141d4930" /><Relationship Type="http://schemas.openxmlformats.org/officeDocument/2006/relationships/image" Target="/ppt/media/image72.png" Id="R2c0786894c1443c3" /><Relationship Type="http://schemas.openxmlformats.org/officeDocument/2006/relationships/notesSlide" Target="/ppt/notesSlides/notesSlide33.xml" Id="R5e30c156cedc4d3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398b9db59e94a41" /><Relationship Type="http://schemas.openxmlformats.org/officeDocument/2006/relationships/image" Target="/ppt/media/image73.png" Id="R63caee1a2bc24f95" /><Relationship Type="http://schemas.openxmlformats.org/officeDocument/2006/relationships/image" Target="/ppt/media/image74.png" Id="Rdda71dfbd9fb4b9f" /><Relationship Type="http://schemas.openxmlformats.org/officeDocument/2006/relationships/image" Target="/ppt/media/image75.png" Id="Rf91010ac33af4a39" /><Relationship Type="http://schemas.openxmlformats.org/officeDocument/2006/relationships/notesSlide" Target="/ppt/notesSlides/notesSlide34.xml" Id="R56dca06892ca41a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f8f2a8f96ad43f6" /><Relationship Type="http://schemas.openxmlformats.org/officeDocument/2006/relationships/image" Target="/ppt/media/image76.png" Id="R68932193bfb74903" /><Relationship Type="http://schemas.openxmlformats.org/officeDocument/2006/relationships/notesSlide" Target="/ppt/notesSlides/notesSlide35.xml" Id="R685c1dae6878484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0908c352d494671" /><Relationship Type="http://schemas.openxmlformats.org/officeDocument/2006/relationships/image" Target="/ppt/media/image77.png" Id="Rfd9223b4de1547bb" /><Relationship Type="http://schemas.openxmlformats.org/officeDocument/2006/relationships/image" Target="/ppt/media/image78.png" Id="Rcb432b45f93e4dba" /><Relationship Type="http://schemas.openxmlformats.org/officeDocument/2006/relationships/notesSlide" Target="/ppt/notesSlides/notesSlide36.xml" Id="R2eaf5d2bced8413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a91df87f15c4898" /><Relationship Type="http://schemas.openxmlformats.org/officeDocument/2006/relationships/image" Target="/ppt/media/image79.png" Id="Rbc345cea76d44451" /><Relationship Type="http://schemas.openxmlformats.org/officeDocument/2006/relationships/image" Target="/ppt/media/image80.png" Id="R6beef9f2aa8749ff" /><Relationship Type="http://schemas.openxmlformats.org/officeDocument/2006/relationships/notesSlide" Target="/ppt/notesSlides/notesSlide37.xml" Id="Rfbae117ab2474b9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16a5aed6b084934" /><Relationship Type="http://schemas.openxmlformats.org/officeDocument/2006/relationships/image" Target="/ppt/media/image81.png" Id="R4a03f97dfa4c4fa6" /><Relationship Type="http://schemas.openxmlformats.org/officeDocument/2006/relationships/notesSlide" Target="/ppt/notesSlides/notesSlide38.xml" Id="R71e735c3fecb4a2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46db54854d44705" /><Relationship Type="http://schemas.openxmlformats.org/officeDocument/2006/relationships/image" Target="/ppt/media/image82.png" Id="R92df3fc41ac74fe5" /><Relationship Type="http://schemas.openxmlformats.org/officeDocument/2006/relationships/image" Target="/ppt/media/image83.png" Id="R96bcc3cef3ef4918" /><Relationship Type="http://schemas.openxmlformats.org/officeDocument/2006/relationships/notesSlide" Target="/ppt/notesSlides/notesSlide39.xml" Id="R38ee8e214fc1460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081EC33-4CF6-4B6F-B414-25AF523A3AAC}"/>
              </a:ext>
            </a:extLst>
          </p:cNvPr>
          <p:cNvPicPr>
            <a:picLocks xmlns:a="http://schemas.openxmlformats.org/drawingml/2006/main" noChangeAspect="1"/>
          </p:cNvPicPr>
          <p:nvPr/>
        </p:nvPicPr>
        <p:blipFill>
          <a:blip xmlns:r="http://schemas.openxmlformats.org/officeDocument/2006/relationships" xmlns:a="http://schemas.openxmlformats.org/drawingml/2006/main" r:embed="R5567ba6770c44e2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AA0866B3-2895-479D-A552-03DD0185183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791C8CD-D837-4E4C-B42D-736A3D770F5D}"/>
              </a:ext>
            </a:extLst>
          </p:cNvPr>
          <p:cNvPicPr>
            <a:picLocks xmlns:a="http://schemas.openxmlformats.org/drawingml/2006/main" noChangeAspect="1"/>
          </p:cNvPicPr>
          <p:nvPr/>
        </p:nvPicPr>
        <p:blipFill>
          <a:blip xmlns:r="http://schemas.openxmlformats.org/officeDocument/2006/relationships" xmlns:a="http://schemas.openxmlformats.org/drawingml/2006/main" r:embed="Re9d68fbca2b740b4"/>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1832FEA5-C6C7-452C-BF7B-6B58324002A0}"/>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xmlns:a="http://schemas.openxmlformats.org/drawingml/2006/main">
              <a:ext uri="{FF2B5EF4-FFF2-40B4-BE49-F238E27FC236}">
                <a16:creationId xmlns:a16="http://schemas.microsoft.com/office/drawing/2014/main" id="{C0C35DE3-B7A4-4800-B66A-D04BF2083AD6}"/>
              </a:ext>
            </a:extLst>
          </p:cNvPr>
          <p:cNvPicPr>
            <a:picLocks xmlns:a="http://schemas.openxmlformats.org/drawingml/2006/main" noChangeAspect="1"/>
          </p:cNvPicPr>
          <p:nvPr/>
        </p:nvPicPr>
        <p:blipFill>
          <a:blip xmlns:r="http://schemas.openxmlformats.org/officeDocument/2006/relationships" xmlns:a="http://schemas.openxmlformats.org/drawingml/2006/main" r:embed="Rb828360f943e4425"/>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140BF58-C28B-4BAE-AA28-6A50E1BF5B81}"/>
              </a:ext>
            </a:extLst>
          </p:cNvPr>
          <p:cNvPicPr>
            <a:picLocks xmlns:a="http://schemas.openxmlformats.org/drawingml/2006/main" noChangeAspect="1"/>
          </p:cNvPicPr>
          <p:nvPr/>
        </p:nvPicPr>
        <p:blipFill>
          <a:blip xmlns:r="http://schemas.openxmlformats.org/officeDocument/2006/relationships" xmlns:a="http://schemas.openxmlformats.org/drawingml/2006/main" r:embed="R6557cd8bf8a34c1c"/>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line0">
            <a:extLst xmlns:a="http://schemas.openxmlformats.org/drawingml/2006/main">
              <a:ext uri="{FF2B5EF4-FFF2-40B4-BE49-F238E27FC236}">
                <a16:creationId xmlns:a16="http://schemas.microsoft.com/office/drawing/2014/main" id="{95A99778-25DD-4563-9BC8-70445A53AD23}"/>
              </a:ext>
            </a:extLst>
          </p:cNvPr>
          <p:cNvSpPr>
            <a:spLocks xmlns:a="http://schemas.openxmlformats.org/drawingml/2006/main" noGrp="1"/>
          </p:cNvSpPr>
          <p:nvPr/>
        </p:nvSpPr>
        <p:spPr>
          <a:xfrm xmlns:a="http://schemas.openxmlformats.org/drawingml/2006/main">
            <a:off x="1321118" y="2500789"/>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xmlns:a="http://schemas.openxmlformats.org/drawingml/2006/main">
              <a:ext uri="{FF2B5EF4-FFF2-40B4-BE49-F238E27FC236}">
                <a16:creationId xmlns:a16="http://schemas.microsoft.com/office/drawing/2014/main" id="{0417F3C6-0CC3-4BFC-8E01-1BDED6B21577}"/>
              </a:ext>
            </a:extLst>
          </p:cNvPr>
          <p:cNvSpPr>
            <a:spLocks xmlns:a="http://schemas.openxmlformats.org/drawingml/2006/main" noGrp="1"/>
          </p:cNvSpPr>
          <p:nvPr/>
        </p:nvSpPr>
        <p:spPr>
          <a:xfrm xmlns:a="http://schemas.openxmlformats.org/drawingml/2006/main">
            <a:off x="1321118" y="3500914"/>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xmlns:a="http://schemas.openxmlformats.org/drawingml/2006/main">
              <a:ext uri="{FF2B5EF4-FFF2-40B4-BE49-F238E27FC236}">
                <a16:creationId xmlns:a16="http://schemas.microsoft.com/office/drawing/2014/main" id="{F38645E3-A25D-47F9-B96B-0D22A2985EB2}"/>
              </a:ext>
            </a:extLst>
          </p:cNvPr>
          <p:cNvSpPr>
            <a:spLocks xmlns:a="http://schemas.openxmlformats.org/drawingml/2006/main" noGrp="1"/>
          </p:cNvSpPr>
          <p:nvPr/>
        </p:nvSpPr>
        <p:spPr>
          <a:xfrm xmlns:a="http://schemas.openxmlformats.org/drawingml/2006/main">
            <a:off x="355283" y="9855756"/>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xmlns:a="http://schemas.openxmlformats.org/drawingml/2006/main">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p14:creationId xmlns:p14="http://schemas.microsoft.com/office/powerpoint/2010/main" val="17597732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F713CE1-4C24-44F1-9C19-93C3375449DB}"/>
              </a:ext>
            </a:extLst>
          </p:cNvPr>
          <p:cNvPicPr>
            <a:picLocks xmlns:a="http://schemas.openxmlformats.org/drawingml/2006/main" noChangeAspect="1"/>
          </p:cNvPicPr>
          <p:nvPr/>
        </p:nvPicPr>
        <p:blipFill>
          <a:blip xmlns:r="http://schemas.openxmlformats.org/officeDocument/2006/relationships" xmlns:a="http://schemas.openxmlformats.org/drawingml/2006/main" r:embed="R145ba2ff3c194f0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1555141-6F4E-4A95-A97A-EE6CA064E5BE}"/>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title">
            <a:extLst xmlns:a="http://schemas.openxmlformats.org/drawingml/2006/main">
              <a:ext uri="{FF2B5EF4-FFF2-40B4-BE49-F238E27FC236}">
                <a16:creationId xmlns:a16="http://schemas.microsoft.com/office/drawing/2014/main" id="{5221D941-E9BD-498A-9996-1FA69E66335F}"/>
              </a:ext>
            </a:extLst>
          </p:cNvPr>
          <p:cNvSpPr>
            <a:spLocks xmlns:a="http://schemas.openxmlformats.org/drawingml/2006/main" noGrp="1"/>
          </p:cNvSpPr>
          <p:nvPr/>
        </p:nvSpPr>
        <p:spPr>
          <a:xfrm xmlns:a="http://schemas.openxmlformats.org/drawingml/2006/main">
            <a:off x="3111818" y="2571274"/>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4" name="part-chevron-0">
            <a:extLst xmlns:a="http://schemas.openxmlformats.org/drawingml/2006/main">
              <a:ext uri="{FF2B5EF4-FFF2-40B4-BE49-F238E27FC236}">
                <a16:creationId xmlns:a16="http://schemas.microsoft.com/office/drawing/2014/main" id="{CC2A5410-3E54-4835-BE4E-6ADEA3E571D5}"/>
              </a:ext>
            </a:extLst>
          </p:cNvPr>
          <p:cNvSpPr>
            <a:spLocks xmlns:a="http://schemas.openxmlformats.org/drawingml/2006/main" noGrp="1"/>
          </p:cNvSpPr>
          <p:nvPr/>
        </p:nvSpPr>
        <p:spPr>
          <a:xfrm xmlns:a="http://schemas.openxmlformats.org/drawingml/2006/main">
            <a:off x="2200275" y="4572000"/>
            <a:ext cx="3714750" cy="3238500"/>
          </a:xfrm>
          <a:custGeom xmlns:a="http://schemas.openxmlformats.org/drawingml/2006/main">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xmlns:a="http://schemas.openxmlformats.org/drawingml/2006/main">
            <a:srgbClr val="202020"/>
          </a:solidFill>
          <a:ln xmlns:a="http://schemas.openxmlformats.org/drawingml/2006/main" w="0">
            <a:noFill/>
          </a:ln>
        </p:spPr>
      </p:sp>
      <p:sp>
        <p:nvSpPr>
          <p:cNvPr id="5" name="part-label-0">
            <a:extLst xmlns:a="http://schemas.openxmlformats.org/drawingml/2006/main">
              <a:ext uri="{FF2B5EF4-FFF2-40B4-BE49-F238E27FC236}">
                <a16:creationId xmlns:a16="http://schemas.microsoft.com/office/drawing/2014/main" id="{7F65040B-EBEC-4B8A-992B-DAE961106645}"/>
              </a:ext>
            </a:extLst>
          </p:cNvPr>
          <p:cNvSpPr>
            <a:spLocks xmlns:a="http://schemas.openxmlformats.org/drawingml/2006/main" noGrp="1"/>
          </p:cNvSpPr>
          <p:nvPr/>
        </p:nvSpPr>
        <p:spPr>
          <a:xfrm xmlns:a="http://schemas.openxmlformats.org/drawingml/2006/main">
            <a:off x="2819400" y="52387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6" name="part-title-0-0">
            <a:extLst xmlns:a="http://schemas.openxmlformats.org/drawingml/2006/main">
              <a:ext uri="{FF2B5EF4-FFF2-40B4-BE49-F238E27FC236}">
                <a16:creationId xmlns:a16="http://schemas.microsoft.com/office/drawing/2014/main" id="{B35635FD-31E5-412E-8C99-A01523351408}"/>
              </a:ext>
            </a:extLst>
          </p:cNvPr>
          <p:cNvSpPr>
            <a:spLocks xmlns:a="http://schemas.openxmlformats.org/drawingml/2006/main" noGrp="1"/>
          </p:cNvSpPr>
          <p:nvPr/>
        </p:nvSpPr>
        <p:spPr>
          <a:xfrm xmlns:a="http://schemas.openxmlformats.org/drawingml/2006/main">
            <a:off x="2819400" y="60007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7" name="part-chevron-1">
            <a:extLst xmlns:a="http://schemas.openxmlformats.org/drawingml/2006/main">
              <a:ext uri="{FF2B5EF4-FFF2-40B4-BE49-F238E27FC236}">
                <a16:creationId xmlns:a16="http://schemas.microsoft.com/office/drawing/2014/main" id="{902C9CE7-52FF-42B3-9660-49852C28595E}"/>
              </a:ext>
            </a:extLst>
          </p:cNvPr>
          <p:cNvSpPr>
            <a:spLocks xmlns:a="http://schemas.openxmlformats.org/drawingml/2006/main" noGrp="1"/>
          </p:cNvSpPr>
          <p:nvPr/>
        </p:nvSpPr>
        <p:spPr>
          <a:xfrm xmlns:a="http://schemas.openxmlformats.org/drawingml/2006/main">
            <a:off x="5591175" y="4572000"/>
            <a:ext cx="3714750" cy="3238500"/>
          </a:xfrm>
          <a:custGeom xmlns:a="http://schemas.openxmlformats.org/drawingml/2006/main">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xmlns:a="http://schemas.openxmlformats.org/drawingml/2006/main">
            <a:srgbClr val="202020"/>
          </a:solidFill>
          <a:ln xmlns:a="http://schemas.openxmlformats.org/drawingml/2006/main" w="0">
            <a:noFill/>
          </a:ln>
        </p:spPr>
      </p:sp>
      <p:sp>
        <p:nvSpPr>
          <p:cNvPr id="8" name="part-label-1">
            <a:extLst xmlns:a="http://schemas.openxmlformats.org/drawingml/2006/main">
              <a:ext uri="{FF2B5EF4-FFF2-40B4-BE49-F238E27FC236}">
                <a16:creationId xmlns:a16="http://schemas.microsoft.com/office/drawing/2014/main" id="{A426FBD8-3BE9-4899-9D47-C255ACE25D5D}"/>
              </a:ext>
            </a:extLst>
          </p:cNvPr>
          <p:cNvSpPr>
            <a:spLocks xmlns:a="http://schemas.openxmlformats.org/drawingml/2006/main" noGrp="1"/>
          </p:cNvSpPr>
          <p:nvPr/>
        </p:nvSpPr>
        <p:spPr>
          <a:xfrm xmlns:a="http://schemas.openxmlformats.org/drawingml/2006/main">
            <a:off x="6210300" y="52387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9" name="part-title-1-0">
            <a:extLst xmlns:a="http://schemas.openxmlformats.org/drawingml/2006/main">
              <a:ext uri="{FF2B5EF4-FFF2-40B4-BE49-F238E27FC236}">
                <a16:creationId xmlns:a16="http://schemas.microsoft.com/office/drawing/2014/main" id="{44B6EC1A-5744-49D2-9924-FA117C1435F2}"/>
              </a:ext>
            </a:extLst>
          </p:cNvPr>
          <p:cNvSpPr>
            <a:spLocks xmlns:a="http://schemas.openxmlformats.org/drawingml/2006/main" noGrp="1"/>
          </p:cNvSpPr>
          <p:nvPr/>
        </p:nvSpPr>
        <p:spPr>
          <a:xfrm xmlns:a="http://schemas.openxmlformats.org/drawingml/2006/main">
            <a:off x="6210300" y="60007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열화학 반응식</a:t>
            </a:r>
          </a:p>
        </p:txBody>
      </p:sp>
      <p:sp>
        <p:nvSpPr>
          <p:cNvPr id="10" name="part-chevron-2">
            <a:extLst xmlns:a="http://schemas.openxmlformats.org/drawingml/2006/main">
              <a:ext uri="{FF2B5EF4-FFF2-40B4-BE49-F238E27FC236}">
                <a16:creationId xmlns:a16="http://schemas.microsoft.com/office/drawing/2014/main" id="{CAE4028F-552C-4A9D-B417-7DE8F82B0650}"/>
              </a:ext>
            </a:extLst>
          </p:cNvPr>
          <p:cNvSpPr>
            <a:spLocks xmlns:a="http://schemas.openxmlformats.org/drawingml/2006/main" noGrp="1"/>
          </p:cNvSpPr>
          <p:nvPr/>
        </p:nvSpPr>
        <p:spPr>
          <a:xfrm xmlns:a="http://schemas.openxmlformats.org/drawingml/2006/main">
            <a:off x="8982075" y="4572000"/>
            <a:ext cx="3714750" cy="3238500"/>
          </a:xfrm>
          <a:custGeom xmlns:a="http://schemas.openxmlformats.org/drawingml/2006/main">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xmlns:a="http://schemas.openxmlformats.org/drawingml/2006/main">
            <a:srgbClr val="202020"/>
          </a:solidFill>
          <a:ln xmlns:a="http://schemas.openxmlformats.org/drawingml/2006/main" w="0">
            <a:noFill/>
          </a:ln>
        </p:spPr>
      </p:sp>
      <p:sp>
        <p:nvSpPr>
          <p:cNvPr id="11" name="part-label-2">
            <a:extLst xmlns:a="http://schemas.openxmlformats.org/drawingml/2006/main">
              <a:ext uri="{FF2B5EF4-FFF2-40B4-BE49-F238E27FC236}">
                <a16:creationId xmlns:a16="http://schemas.microsoft.com/office/drawing/2014/main" id="{0FBFB12E-961E-465C-A915-53F7930AE9E7}"/>
              </a:ext>
            </a:extLst>
          </p:cNvPr>
          <p:cNvSpPr>
            <a:spLocks xmlns:a="http://schemas.openxmlformats.org/drawingml/2006/main" noGrp="1"/>
          </p:cNvSpPr>
          <p:nvPr/>
        </p:nvSpPr>
        <p:spPr>
          <a:xfrm xmlns:a="http://schemas.openxmlformats.org/drawingml/2006/main">
            <a:off x="9601200" y="52387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2" name="part-title-2-0">
            <a:extLst xmlns:a="http://schemas.openxmlformats.org/drawingml/2006/main">
              <a:ext uri="{FF2B5EF4-FFF2-40B4-BE49-F238E27FC236}">
                <a16:creationId xmlns:a16="http://schemas.microsoft.com/office/drawing/2014/main" id="{C05AC950-CE03-4803-A0D2-8214892D4AEF}"/>
              </a:ext>
            </a:extLst>
          </p:cNvPr>
          <p:cNvSpPr>
            <a:spLocks xmlns:a="http://schemas.openxmlformats.org/drawingml/2006/main" noGrp="1"/>
          </p:cNvSpPr>
          <p:nvPr/>
        </p:nvSpPr>
        <p:spPr>
          <a:xfrm xmlns:a="http://schemas.openxmlformats.org/drawingml/2006/main">
            <a:off x="9601200" y="60007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효율성</a:t>
            </a:r>
          </a:p>
        </p:txBody>
      </p:sp>
      <p:sp>
        <p:nvSpPr>
          <p:cNvPr id="13" name="part-chevron-3">
            <a:extLst xmlns:a="http://schemas.openxmlformats.org/drawingml/2006/main">
              <a:ext uri="{FF2B5EF4-FFF2-40B4-BE49-F238E27FC236}">
                <a16:creationId xmlns:a16="http://schemas.microsoft.com/office/drawing/2014/main" id="{23261C06-02EA-490D-A128-2E927A77BA62}"/>
              </a:ext>
            </a:extLst>
          </p:cNvPr>
          <p:cNvSpPr>
            <a:spLocks xmlns:a="http://schemas.openxmlformats.org/drawingml/2006/main" noGrp="1"/>
          </p:cNvSpPr>
          <p:nvPr/>
        </p:nvSpPr>
        <p:spPr>
          <a:xfrm xmlns:a="http://schemas.openxmlformats.org/drawingml/2006/main">
            <a:off x="12372975" y="4572000"/>
            <a:ext cx="3714750" cy="3238500"/>
          </a:xfrm>
          <a:custGeom xmlns:a="http://schemas.openxmlformats.org/drawingml/2006/main">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xmlns:a="http://schemas.openxmlformats.org/drawingml/2006/main">
            <a:srgbClr val="202020"/>
          </a:solidFill>
          <a:ln xmlns:a="http://schemas.openxmlformats.org/drawingml/2006/main" w="0">
            <a:noFill/>
          </a:ln>
        </p:spPr>
      </p:sp>
      <p:sp>
        <p:nvSpPr>
          <p:cNvPr id="14" name="part-label-3">
            <a:extLst xmlns:a="http://schemas.openxmlformats.org/drawingml/2006/main">
              <a:ext uri="{FF2B5EF4-FFF2-40B4-BE49-F238E27FC236}">
                <a16:creationId xmlns:a16="http://schemas.microsoft.com/office/drawing/2014/main" id="{BA989306-6281-4547-BAFB-A94984435841}"/>
              </a:ext>
            </a:extLst>
          </p:cNvPr>
          <p:cNvSpPr>
            <a:spLocks xmlns:a="http://schemas.openxmlformats.org/drawingml/2006/main" noGrp="1"/>
          </p:cNvSpPr>
          <p:nvPr/>
        </p:nvSpPr>
        <p:spPr>
          <a:xfrm xmlns:a="http://schemas.openxmlformats.org/drawingml/2006/main">
            <a:off x="12992100" y="52387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4</a:t>
            </a:r>
          </a:p>
        </p:txBody>
      </p:sp>
      <p:sp>
        <p:nvSpPr>
          <p:cNvPr id="15" name="part-title-3-0">
            <a:extLst xmlns:a="http://schemas.openxmlformats.org/drawingml/2006/main">
              <a:ext uri="{FF2B5EF4-FFF2-40B4-BE49-F238E27FC236}">
                <a16:creationId xmlns:a16="http://schemas.microsoft.com/office/drawing/2014/main" id="{65F6AC93-3BD6-4162-B707-A0616C411F6C}"/>
              </a:ext>
            </a:extLst>
          </p:cNvPr>
          <p:cNvSpPr>
            <a:spLocks xmlns:a="http://schemas.openxmlformats.org/drawingml/2006/main" noGrp="1"/>
          </p:cNvSpPr>
          <p:nvPr/>
        </p:nvSpPr>
        <p:spPr>
          <a:xfrm xmlns:a="http://schemas.openxmlformats.org/drawingml/2006/main">
            <a:off x="12992100" y="60007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결합 에너지와</a:t>
            </a:r>
          </a:p>
        </p:txBody>
      </p:sp>
      <p:sp>
        <p:nvSpPr>
          <p:cNvPr id="16" name="part-title-3-1">
            <a:extLst xmlns:a="http://schemas.openxmlformats.org/drawingml/2006/main">
              <a:ext uri="{FF2B5EF4-FFF2-40B4-BE49-F238E27FC236}">
                <a16:creationId xmlns:a16="http://schemas.microsoft.com/office/drawing/2014/main" id="{93CEB190-71DC-4E10-B3F4-386A60CAFF0E}"/>
              </a:ext>
            </a:extLst>
          </p:cNvPr>
          <p:cNvSpPr>
            <a:spLocks xmlns:a="http://schemas.openxmlformats.org/drawingml/2006/main" noGrp="1"/>
          </p:cNvSpPr>
          <p:nvPr/>
        </p:nvSpPr>
        <p:spPr>
          <a:xfrm xmlns:a="http://schemas.openxmlformats.org/drawingml/2006/main">
            <a:off x="12992100" y="64960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78273310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E5589794-41F7-476D-A34B-1573149A7157}"/>
              </a:ext>
            </a:extLst>
          </p:cNvPr>
          <p:cNvPicPr>
            <a:picLocks xmlns:a="http://schemas.openxmlformats.org/drawingml/2006/main" noChangeAspect="1"/>
          </p:cNvPicPr>
          <p:nvPr/>
        </p:nvPicPr>
        <p:blipFill>
          <a:blip xmlns:r="http://schemas.openxmlformats.org/officeDocument/2006/relationships" xmlns:a="http://schemas.openxmlformats.org/drawingml/2006/main" r:embed="Rb108738e3065400c"/>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E35C3EA3-3C00-4B26-B737-2BB51FCE790B}"/>
              </a:ext>
            </a:extLst>
          </p:cNvPr>
          <p:cNvPicPr>
            <a:picLocks xmlns:a="http://schemas.openxmlformats.org/drawingml/2006/main" noChangeAspect="1"/>
          </p:cNvPicPr>
          <p:nvPr/>
        </p:nvPicPr>
        <p:blipFill>
          <a:blip xmlns:r="http://schemas.openxmlformats.org/officeDocument/2006/relationships" xmlns:a="http://schemas.openxmlformats.org/drawingml/2006/main" r:embed="R42d99f36588445ac"/>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D607168E-6B50-4D89-A05E-DEE7337A778E}"/>
              </a:ext>
            </a:extLst>
          </p:cNvPr>
          <p:cNvPicPr>
            <a:picLocks xmlns:a="http://schemas.openxmlformats.org/drawingml/2006/main" noChangeAspect="1"/>
          </p:cNvPicPr>
          <p:nvPr/>
        </p:nvPicPr>
        <p:blipFill>
          <a:blip xmlns:r="http://schemas.openxmlformats.org/officeDocument/2006/relationships" xmlns:a="http://schemas.openxmlformats.org/drawingml/2006/main" r:embed="Rae3a514f92404a59"/>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75C6922B-AABB-409E-8E2B-F6CEF39D05AA}"/>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xmlns:a="http://schemas.openxmlformats.org/drawingml/2006/main">
              <a:ext uri="{FF2B5EF4-FFF2-40B4-BE49-F238E27FC236}">
                <a16:creationId xmlns:a16="http://schemas.microsoft.com/office/drawing/2014/main" id="{577FA9B4-8DD2-4E6F-A251-7B1BE95268F5}"/>
              </a:ext>
            </a:extLst>
          </p:cNvPr>
          <p:cNvSpPr>
            <a:spLocks xmlns:a="http://schemas.openxmlformats.org/drawingml/2006/main" noGrp="1"/>
          </p:cNvSpPr>
          <p:nvPr/>
        </p:nvSpPr>
        <p:spPr>
          <a:xfrm xmlns:a="http://schemas.openxmlformats.org/drawingml/2006/main">
            <a:off x="3111818" y="1742599"/>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xmlns:a="http://schemas.openxmlformats.org/drawingml/2006/main">
              <a:ext uri="{FF2B5EF4-FFF2-40B4-BE49-F238E27FC236}">
                <a16:creationId xmlns:a16="http://schemas.microsoft.com/office/drawing/2014/main" id="{40D216E5-C91C-4443-B757-C9DAD7A250B2}"/>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A08DC384-3C52-4972-B0AD-BC17352CEA5A}"/>
              </a:ext>
            </a:extLst>
          </p:cNvPr>
          <p:cNvSpPr>
            <a:spLocks xmlns:a="http://schemas.openxmlformats.org/drawingml/2006/main" noGrp="1"/>
          </p:cNvSpPr>
          <p:nvPr/>
        </p:nvSpPr>
        <p:spPr>
          <a:xfrm xmlns:a="http://schemas.openxmlformats.org/drawingml/2006/main">
            <a:off x="2463800" y="460160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xmlns:a="http://schemas.openxmlformats.org/drawingml/2006/main">
              <a:ext uri="{FF2B5EF4-FFF2-40B4-BE49-F238E27FC236}">
                <a16:creationId xmlns:a16="http://schemas.microsoft.com/office/drawing/2014/main" id="{28EB65F5-ED1A-4AE4-8514-A011D563EFF2}"/>
              </a:ext>
            </a:extLst>
          </p:cNvPr>
          <p:cNvSpPr>
            <a:spLocks xmlns:a="http://schemas.openxmlformats.org/drawingml/2006/main" noGrp="1"/>
          </p:cNvSpPr>
          <p:nvPr/>
        </p:nvSpPr>
        <p:spPr>
          <a:xfrm xmlns:a="http://schemas.openxmlformats.org/drawingml/2006/main">
            <a:off x="3213100" y="4602321"/>
            <a:ext cx="1257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CD459381-047A-4278-AED1-59A86635DAE3}"/>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22C14B71-9538-42C0-8E4C-E14E9641DE93}"/>
              </a:ext>
            </a:extLst>
          </p:cNvPr>
          <p:cNvSpPr>
            <a:spLocks xmlns:a="http://schemas.openxmlformats.org/drawingml/2006/main" noGrp="1"/>
          </p:cNvSpPr>
          <p:nvPr/>
        </p:nvSpPr>
        <p:spPr>
          <a:xfrm xmlns:a="http://schemas.openxmlformats.org/drawingml/2006/main">
            <a:off x="2463800" y="5601732"/>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xmlns:a="http://schemas.openxmlformats.org/drawingml/2006/main">
              <a:ext uri="{FF2B5EF4-FFF2-40B4-BE49-F238E27FC236}">
                <a16:creationId xmlns:a16="http://schemas.microsoft.com/office/drawing/2014/main" id="{4E2A4149-65CA-40F1-BB6B-1CB5FBA8EF80}"/>
              </a:ext>
            </a:extLst>
          </p:cNvPr>
          <p:cNvSpPr>
            <a:spLocks xmlns:a="http://schemas.openxmlformats.org/drawingml/2006/main" noGrp="1"/>
          </p:cNvSpPr>
          <p:nvPr/>
        </p:nvSpPr>
        <p:spPr>
          <a:xfrm xmlns:a="http://schemas.openxmlformats.org/drawingml/2006/main">
            <a:off x="3213100" y="5602446"/>
            <a:ext cx="1257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단위 질량당 방출열로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FD506864-56B5-4B8A-809C-4F69C6C03EB6}"/>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9B445C84-A008-4370-BF47-98B3CE34E6A7}"/>
              </a:ext>
            </a:extLst>
          </p:cNvPr>
          <p:cNvSpPr>
            <a:spLocks xmlns:a="http://schemas.openxmlformats.org/drawingml/2006/main" noGrp="1"/>
          </p:cNvSpPr>
          <p:nvPr/>
        </p:nvSpPr>
        <p:spPr>
          <a:xfrm xmlns:a="http://schemas.openxmlformats.org/drawingml/2006/main">
            <a:off x="2463800" y="660185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xmlns:a="http://schemas.openxmlformats.org/drawingml/2006/main">
              <a:ext uri="{FF2B5EF4-FFF2-40B4-BE49-F238E27FC236}">
                <a16:creationId xmlns:a16="http://schemas.microsoft.com/office/drawing/2014/main" id="{5F1EF01F-0007-43A3-8A54-2BA3E318A315}"/>
              </a:ext>
            </a:extLst>
          </p:cNvPr>
          <p:cNvSpPr>
            <a:spLocks xmlns:a="http://schemas.openxmlformats.org/drawingml/2006/main" noGrp="1"/>
          </p:cNvSpPr>
          <p:nvPr/>
        </p:nvSpPr>
        <p:spPr>
          <a:xfrm xmlns:a="http://schemas.openxmlformats.org/drawingml/2006/main">
            <a:off x="3213100" y="660257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p14:creationId xmlns:p14="http://schemas.microsoft.com/office/powerpoint/2010/main" val="78020098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56665B1-DA7E-4CF2-BA35-021DB1062B64}"/>
              </a:ext>
            </a:extLst>
          </p:cNvPr>
          <p:cNvPicPr>
            <a:picLocks xmlns:a="http://schemas.openxmlformats.org/drawingml/2006/main" noChangeAspect="1"/>
          </p:cNvPicPr>
          <p:nvPr/>
        </p:nvPicPr>
        <p:blipFill>
          <a:blip xmlns:r="http://schemas.openxmlformats.org/officeDocument/2006/relationships" xmlns:a="http://schemas.openxmlformats.org/drawingml/2006/main" r:embed="Rc7fb3a3ae9744dd3"/>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D3EA7C3-A06A-425D-9CDE-BDD7552BD03C}"/>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xmlns:a="http://schemas.openxmlformats.org/drawingml/2006/main">
              <a:ext uri="{FF2B5EF4-FFF2-40B4-BE49-F238E27FC236}">
                <a16:creationId xmlns:a16="http://schemas.microsoft.com/office/drawing/2014/main" id="{24756F67-67A0-48F8-88F5-74B2AEA9D190}"/>
              </a:ext>
            </a:extLst>
          </p:cNvPr>
          <p:cNvSpPr>
            <a:spLocks xmlns:a="http://schemas.openxmlformats.org/drawingml/2006/main" noGrp="1"/>
          </p:cNvSpPr>
          <p:nvPr/>
        </p:nvSpPr>
        <p:spPr>
          <a:xfrm xmlns:a="http://schemas.openxmlformats.org/drawingml/2006/main">
            <a:off x="685800" y="715804"/>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xmlns:a="http://schemas.openxmlformats.org/drawingml/2006/main">
              <a:ext uri="{FF2B5EF4-FFF2-40B4-BE49-F238E27FC236}">
                <a16:creationId xmlns:a16="http://schemas.microsoft.com/office/drawing/2014/main" id="{59DB8161-33F6-4F5D-BE66-C356D0FD4C03}"/>
              </a:ext>
            </a:extLst>
          </p:cNvPr>
          <p:cNvSpPr>
            <a:spLocks xmlns:a="http://schemas.openxmlformats.org/drawingml/2006/main" noGrp="1"/>
          </p:cNvSpPr>
          <p:nvPr/>
        </p:nvSpPr>
        <p:spPr>
          <a:xfrm xmlns:a="http://schemas.openxmlformats.org/drawingml/2006/main">
            <a:off x="685800" y="1270064"/>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xmlns:a="http://schemas.openxmlformats.org/drawingml/2006/main">
              <a:ext uri="{FF2B5EF4-FFF2-40B4-BE49-F238E27FC236}">
                <a16:creationId xmlns:a16="http://schemas.microsoft.com/office/drawing/2014/main" id="{64E226FE-B041-4E37-A117-F098F77384E1}"/>
              </a:ext>
            </a:extLst>
          </p:cNvPr>
          <p:cNvSpPr>
            <a:spLocks xmlns:a="http://schemas.openxmlformats.org/drawingml/2006/main" noGrp="1"/>
          </p:cNvSpPr>
          <p:nvPr/>
        </p:nvSpPr>
        <p:spPr>
          <a:xfrm xmlns:a="http://schemas.openxmlformats.org/drawingml/2006/main">
            <a:off x="1495425" y="1270064"/>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xmlns:a="http://schemas.openxmlformats.org/drawingml/2006/main">
              <a:ext uri="{FF2B5EF4-FFF2-40B4-BE49-F238E27FC236}">
                <a16:creationId xmlns:a16="http://schemas.microsoft.com/office/drawing/2014/main" id="{0B0613C9-D130-451A-B778-F81DB6555F88}"/>
              </a:ext>
            </a:extLst>
          </p:cNvPr>
          <p:cNvSpPr>
            <a:spLocks xmlns:a="http://schemas.openxmlformats.org/drawingml/2006/main" noGrp="1"/>
          </p:cNvSpPr>
          <p:nvPr/>
        </p:nvSpPr>
        <p:spPr>
          <a:xfrm xmlns:a="http://schemas.openxmlformats.org/drawingml/2006/main">
            <a:off x="1828800" y="2754154"/>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xmlns:a="http://schemas.openxmlformats.org/drawingml/2006/main">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559AAF5B-A030-4F9E-8469-A89FCAACE932}"/>
              </a:ext>
            </a:extLst>
          </p:cNvPr>
          <p:cNvSpPr>
            <a:spLocks xmlns:a="http://schemas.openxmlformats.org/drawingml/2006/main" noGrp="1"/>
          </p:cNvSpPr>
          <p:nvPr/>
        </p:nvSpPr>
        <p:spPr>
          <a:xfrm xmlns:a="http://schemas.openxmlformats.org/drawingml/2006/main">
            <a:off x="685800" y="4022122"/>
            <a:ext cx="1691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84EA737E-FE65-4F53-AAC8-F502DF7C81C1}"/>
              </a:ext>
            </a:extLst>
          </p:cNvPr>
          <p:cNvPicPr>
            <a:picLocks xmlns:a="http://schemas.openxmlformats.org/drawingml/2006/main" noChangeAspect="1"/>
          </p:cNvPicPr>
          <p:nvPr/>
        </p:nvPicPr>
        <p:blipFill>
          <a:blip xmlns:r="http://schemas.openxmlformats.org/officeDocument/2006/relationships" xmlns:a="http://schemas.openxmlformats.org/drawingml/2006/main" r:embed="Ra367da5183a94d3a"/>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7074251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54488BF-C1FE-4115-831B-13D357C08D69}"/>
              </a:ext>
            </a:extLst>
          </p:cNvPr>
          <p:cNvPicPr>
            <a:picLocks xmlns:a="http://schemas.openxmlformats.org/drawingml/2006/main" noChangeAspect="1"/>
          </p:cNvPicPr>
          <p:nvPr/>
        </p:nvPicPr>
        <p:blipFill>
          <a:blip xmlns:r="http://schemas.openxmlformats.org/officeDocument/2006/relationships" xmlns:a="http://schemas.openxmlformats.org/drawingml/2006/main" r:embed="Rf4e5d11fec5f4ad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B476FDFB-DB24-4A60-94E7-4CF4B7A62B6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67F70DF9-A7F6-49D8-AB22-956A8A8F8973}"/>
              </a:ext>
            </a:extLst>
          </p:cNvPr>
          <p:cNvPicPr>
            <a:picLocks xmlns:a="http://schemas.openxmlformats.org/drawingml/2006/main" noChangeAspect="1"/>
          </p:cNvPicPr>
          <p:nvPr/>
        </p:nvPicPr>
        <p:blipFill>
          <a:blip xmlns:r="http://schemas.openxmlformats.org/officeDocument/2006/relationships" xmlns:a="http://schemas.openxmlformats.org/drawingml/2006/main" r:embed="R22bd0c0760454152"/>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94CC7153-9E50-44EE-96A4-5D2E8B1C6609}"/>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C424E20A-7B29-48AF-9FD1-7741163342CB}"/>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xmlns:a="http://schemas.openxmlformats.org/drawingml/2006/main">
              <a:ext uri="{FF2B5EF4-FFF2-40B4-BE49-F238E27FC236}">
                <a16:creationId xmlns:a16="http://schemas.microsoft.com/office/drawing/2014/main" id="{C848ED40-4BC7-4CF8-B191-B3C4FEF19C7A}"/>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a:t>
            </a:r>
          </a:p>
        </p:txBody>
      </p:sp>
      <p:sp>
        <p:nvSpPr>
          <p:cNvPr id="7" name="theory_curiosity">
            <a:extLst xmlns:a="http://schemas.openxmlformats.org/drawingml/2006/main">
              <a:ext uri="{FF2B5EF4-FFF2-40B4-BE49-F238E27FC236}">
                <a16:creationId xmlns:a16="http://schemas.microsoft.com/office/drawing/2014/main" id="{2B5C60BA-71E7-4261-95EA-B0144B0A09FC}"/>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반응할 때 열은 어디로 이동할까?</a:t>
            </a:r>
          </a:p>
        </p:txBody>
      </p:sp>
    </p:spTree>
    <p:extLst>
      <p:ext uri="{BB962C8B-B14F-4D97-AF65-F5344CB8AC3E}">
        <p14:creationId xmlns:p14="http://schemas.microsoft.com/office/powerpoint/2010/main" val="21181253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6928D026-2C52-49CA-9B45-4DA9F79DAE66}"/>
              </a:ext>
            </a:extLst>
          </p:cNvPr>
          <p:cNvPicPr>
            <a:picLocks xmlns:a="http://schemas.openxmlformats.org/drawingml/2006/main" noChangeAspect="1"/>
          </p:cNvPicPr>
          <p:nvPr/>
        </p:nvPicPr>
        <p:blipFill>
          <a:blip xmlns:r="http://schemas.openxmlformats.org/officeDocument/2006/relationships" xmlns:a="http://schemas.openxmlformats.org/drawingml/2006/main" r:embed="R41c6854a0e94435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492F5E69-ECD8-486B-9E23-650AD9B7217A}"/>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xmlns:a="http://schemas.openxmlformats.org/drawingml/2006/main">
              <a:ext uri="{FF2B5EF4-FFF2-40B4-BE49-F238E27FC236}">
                <a16:creationId xmlns:a16="http://schemas.microsoft.com/office/drawing/2014/main" id="{8916277A-E097-4631-A156-D1857F305F4F}"/>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CAF91942-A93F-4A06-A70A-0A0599B16662}"/>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xmlns:a="http://schemas.openxmlformats.org/drawingml/2006/main">
              <a:ext uri="{FF2B5EF4-FFF2-40B4-BE49-F238E27FC236}">
                <a16:creationId xmlns:a16="http://schemas.microsoft.com/office/drawing/2014/main" id="{2080F579-32BE-4BF2-B97C-AF8604501726}"/>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반응은 주위로 열을 방출한다</a:t>
            </a:r>
          </a:p>
        </p:txBody>
      </p:sp>
      <p:sp>
        <p:nvSpPr>
          <p:cNvPr id="6" name="explanation">
            <a:extLst xmlns:a="http://schemas.openxmlformats.org/drawingml/2006/main">
              <a:ext uri="{FF2B5EF4-FFF2-40B4-BE49-F238E27FC236}">
                <a16:creationId xmlns:a16="http://schemas.microsoft.com/office/drawing/2014/main" id="{EDE84C23-836A-43DC-9EF5-BCD30B93099F}"/>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물질이 반응하며 방출한 열이 주위를 따뜻하게 한다</a:t>
            </a:r>
          </a:p>
        </p:txBody>
      </p:sp>
      <p:sp>
        <p:nvSpPr>
          <p:cNvPr id="7" name="copyright">
            <a:extLst xmlns:a="http://schemas.openxmlformats.org/drawingml/2006/main">
              <a:ext uri="{FF2B5EF4-FFF2-40B4-BE49-F238E27FC236}">
                <a16:creationId xmlns:a16="http://schemas.microsoft.com/office/drawing/2014/main" id="{47D2872B-9EB9-4883-9449-B29E57777FCF}"/>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xmlns:a="http://schemas.openxmlformats.org/drawingml/2006/main">
              <a:ext uri="{FF2B5EF4-FFF2-40B4-BE49-F238E27FC236}">
                <a16:creationId xmlns:a16="http://schemas.microsoft.com/office/drawing/2014/main" id="{858FF812-7CEF-4DEF-ABEC-EBE295BF3A3E}"/>
              </a:ext>
            </a:extLst>
          </p:cNvPr>
          <p:cNvSpPr>
            <a:spLocks xmlns:a="http://schemas.openxmlformats.org/drawingml/2006/main" noGrp="1"/>
          </p:cNvSpPr>
          <p:nvPr/>
        </p:nvSpPr>
        <p:spPr>
          <a:xfrm xmlns:a="http://schemas.openxmlformats.org/drawingml/2006/main">
            <a:off x="2381250" y="4667250"/>
            <a:ext cx="6191250" cy="4762500"/>
          </a:xfrm>
          <a:prstGeom xmlns:a="http://schemas.openxmlformats.org/drawingml/2006/main" prst="roundRect">
            <a:avLst>
              <a:gd name="adj" fmla="val 5200"/>
            </a:avLst>
          </a:prstGeom>
          <a:solidFill xmlns:a="http://schemas.openxmlformats.org/drawingml/2006/main">
            <a:srgbClr val="1F2429"/>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CAA7C539-940E-4771-B710-E0BCBB093DD7}"/>
              </a:ext>
            </a:extLst>
          </p:cNvPr>
          <p:cNvPicPr>
            <a:picLocks xmlns:a="http://schemas.openxmlformats.org/drawingml/2006/main" noChangeAspect="1"/>
          </p:cNvPicPr>
          <p:nvPr/>
        </p:nvPicPr>
        <p:blipFill>
          <a:blip xmlns:r="http://schemas.openxmlformats.org/officeDocument/2006/relationships" xmlns:a="http://schemas.openxmlformats.org/drawingml/2006/main" r:embed="R3c6169da63734280"/>
          <a:srcRect xmlns:a="http://schemas.openxmlformats.org/drawingml/2006/main" l="0" t="4111" r="0" b="4111"/>
          <a:stretch xmlns:a="http://schemas.openxmlformats.org/drawingml/2006/main">
            <a:fillRect l="0" t="0" r="0" b="0"/>
          </a:stretch>
        </p:blipFill>
        <p:spPr>
          <a:xfrm xmlns:a="http://schemas.openxmlformats.org/drawingml/2006/main">
            <a:off x="2609850" y="4895850"/>
            <a:ext cx="5734050" cy="3238500"/>
          </a:xfrm>
          <a:prstGeom xmlns:a="http://schemas.openxmlformats.org/drawingml/2006/main" prst="roundRect">
            <a:avLst>
              <a:gd name="adj" fmla="val 4706"/>
            </a:avLst>
          </a:prstGeom>
        </p:spPr>
      </p:pic>
      <p:sp>
        <p:nvSpPr>
          <p:cNvPr id="10" name="example-title-0">
            <a:extLst xmlns:a="http://schemas.openxmlformats.org/drawingml/2006/main">
              <a:ext uri="{FF2B5EF4-FFF2-40B4-BE49-F238E27FC236}">
                <a16:creationId xmlns:a16="http://schemas.microsoft.com/office/drawing/2014/main" id="{F10EA7FD-A063-4D65-99A5-7BB87FCA202D}"/>
              </a:ext>
            </a:extLst>
          </p:cNvPr>
          <p:cNvSpPr>
            <a:spLocks xmlns:a="http://schemas.openxmlformats.org/drawingml/2006/main" noGrp="1"/>
          </p:cNvSpPr>
          <p:nvPr/>
        </p:nvSpPr>
        <p:spPr>
          <a:xfrm xmlns:a="http://schemas.openxmlformats.org/drawingml/2006/main">
            <a:off x="2571750" y="8296275"/>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메테인의 연소</a:t>
            </a:r>
          </a:p>
        </p:txBody>
      </p:sp>
      <p:sp>
        <p:nvSpPr>
          <p:cNvPr id="11" name="example-caption-0">
            <a:extLst xmlns:a="http://schemas.openxmlformats.org/drawingml/2006/main">
              <a:ext uri="{FF2B5EF4-FFF2-40B4-BE49-F238E27FC236}">
                <a16:creationId xmlns:a16="http://schemas.microsoft.com/office/drawing/2014/main" id="{82701A1E-A9FF-449B-BCAB-B73DA1193454}"/>
              </a:ext>
            </a:extLst>
          </p:cNvPr>
          <p:cNvSpPr>
            <a:spLocks xmlns:a="http://schemas.openxmlformats.org/drawingml/2006/main" noGrp="1"/>
          </p:cNvSpPr>
          <p:nvPr/>
        </p:nvSpPr>
        <p:spPr>
          <a:xfrm xmlns:a="http://schemas.openxmlformats.org/drawingml/2006/main">
            <a:off x="2571750" y="891540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xmlns:a="http://schemas.openxmlformats.org/drawingml/2006/main">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도시가스가 연소하며 열을 방출한다</a:t>
            </a:r>
          </a:p>
        </p:txBody>
      </p:sp>
      <p:sp>
        <p:nvSpPr>
          <p:cNvPr id="12" name="example-card-1">
            <a:extLst xmlns:a="http://schemas.openxmlformats.org/drawingml/2006/main">
              <a:ext uri="{FF2B5EF4-FFF2-40B4-BE49-F238E27FC236}">
                <a16:creationId xmlns:a16="http://schemas.microsoft.com/office/drawing/2014/main" id="{FFD802FC-386D-4E2F-B2A7-C2E29405E941}"/>
              </a:ext>
            </a:extLst>
          </p:cNvPr>
          <p:cNvSpPr>
            <a:spLocks xmlns:a="http://schemas.openxmlformats.org/drawingml/2006/main" noGrp="1"/>
          </p:cNvSpPr>
          <p:nvPr/>
        </p:nvSpPr>
        <p:spPr>
          <a:xfrm xmlns:a="http://schemas.openxmlformats.org/drawingml/2006/main">
            <a:off x="9715500" y="4667250"/>
            <a:ext cx="6191250" cy="4762500"/>
          </a:xfrm>
          <a:prstGeom xmlns:a="http://schemas.openxmlformats.org/drawingml/2006/main" prst="roundRect">
            <a:avLst>
              <a:gd name="adj" fmla="val 5200"/>
            </a:avLst>
          </a:prstGeom>
          <a:solidFill xmlns:a="http://schemas.openxmlformats.org/drawingml/2006/main">
            <a:srgbClr val="1F2429"/>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94F4FC82-D56D-40CB-8F94-E9EFC5851E67}"/>
              </a:ext>
            </a:extLst>
          </p:cNvPr>
          <p:cNvPicPr>
            <a:picLocks xmlns:a="http://schemas.openxmlformats.org/drawingml/2006/main" noChangeAspect="1"/>
          </p:cNvPicPr>
          <p:nvPr/>
        </p:nvPicPr>
        <p:blipFill>
          <a:blip xmlns:r="http://schemas.openxmlformats.org/officeDocument/2006/relationships" xmlns:a="http://schemas.openxmlformats.org/drawingml/2006/main" r:embed="R5888cce7fbff4c38"/>
          <a:srcRect xmlns:a="http://schemas.openxmlformats.org/drawingml/2006/main" l="0" t="3688" r="0" b="3688"/>
          <a:stretch xmlns:a="http://schemas.openxmlformats.org/drawingml/2006/main">
            <a:fillRect l="0" t="0" r="0" b="0"/>
          </a:stretch>
        </p:blipFill>
        <p:spPr>
          <a:xfrm xmlns:a="http://schemas.openxmlformats.org/drawingml/2006/main">
            <a:off x="9944100" y="4895850"/>
            <a:ext cx="5734050" cy="3238500"/>
          </a:xfrm>
          <a:prstGeom xmlns:a="http://schemas.openxmlformats.org/drawingml/2006/main" prst="roundRect">
            <a:avLst>
              <a:gd name="adj" fmla="val 4706"/>
            </a:avLst>
          </a:prstGeom>
        </p:spPr>
      </p:pic>
      <p:sp>
        <p:nvSpPr>
          <p:cNvPr id="14" name="example-title-1">
            <a:extLst xmlns:a="http://schemas.openxmlformats.org/drawingml/2006/main">
              <a:ext uri="{FF2B5EF4-FFF2-40B4-BE49-F238E27FC236}">
                <a16:creationId xmlns:a16="http://schemas.microsoft.com/office/drawing/2014/main" id="{24FDDEC2-B4E3-4825-B18B-AAE6167ED5C3}"/>
              </a:ext>
            </a:extLst>
          </p:cNvPr>
          <p:cNvSpPr>
            <a:spLocks xmlns:a="http://schemas.openxmlformats.org/drawingml/2006/main" noGrp="1"/>
          </p:cNvSpPr>
          <p:nvPr/>
        </p:nvSpPr>
        <p:spPr>
          <a:xfrm xmlns:a="http://schemas.openxmlformats.org/drawingml/2006/main">
            <a:off x="9906000" y="8296275"/>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철의 산화</a:t>
            </a:r>
          </a:p>
        </p:txBody>
      </p:sp>
      <p:sp>
        <p:nvSpPr>
          <p:cNvPr id="15" name="example-caption-1">
            <a:extLst xmlns:a="http://schemas.openxmlformats.org/drawingml/2006/main">
              <a:ext uri="{FF2B5EF4-FFF2-40B4-BE49-F238E27FC236}">
                <a16:creationId xmlns:a16="http://schemas.microsoft.com/office/drawing/2014/main" id="{0FD44AEF-5D9E-45C8-9842-D974E18E836D}"/>
              </a:ext>
            </a:extLst>
          </p:cNvPr>
          <p:cNvSpPr>
            <a:spLocks xmlns:a="http://schemas.openxmlformats.org/drawingml/2006/main" noGrp="1"/>
          </p:cNvSpPr>
          <p:nvPr/>
        </p:nvSpPr>
        <p:spPr>
          <a:xfrm xmlns:a="http://schemas.openxmlformats.org/drawingml/2006/main">
            <a:off x="9906000" y="891540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xmlns:a="http://schemas.openxmlformats.org/drawingml/2006/main">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손난로는 철 가루의 산화열을 이용한다</a:t>
            </a:r>
          </a:p>
        </p:txBody>
      </p:sp>
    </p:spTree>
    <p:extLst>
      <p:ext uri="{BB962C8B-B14F-4D97-AF65-F5344CB8AC3E}">
        <p14:creationId xmlns:p14="http://schemas.microsoft.com/office/powerpoint/2010/main" val="5780771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E7CC3781-EBBE-4059-8099-CD52926F5D3D}"/>
              </a:ext>
            </a:extLst>
          </p:cNvPr>
          <p:cNvPicPr>
            <a:picLocks xmlns:a="http://schemas.openxmlformats.org/drawingml/2006/main" noChangeAspect="1"/>
          </p:cNvPicPr>
          <p:nvPr/>
        </p:nvPicPr>
        <p:blipFill>
          <a:blip xmlns:r="http://schemas.openxmlformats.org/officeDocument/2006/relationships" xmlns:a="http://schemas.openxmlformats.org/drawingml/2006/main" r:embed="R3d750e020cff4531"/>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9395DDF-8C95-42E3-99D9-C303BC5E1459}"/>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xmlns:a="http://schemas.openxmlformats.org/drawingml/2006/main">
              <a:ext uri="{FF2B5EF4-FFF2-40B4-BE49-F238E27FC236}">
                <a16:creationId xmlns:a16="http://schemas.microsoft.com/office/drawing/2014/main" id="{769E0C2E-9873-405B-9511-85E5C37A4F09}"/>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606A9EDA-C21D-4FDD-8833-E577D00E96ED}"/>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xmlns:a="http://schemas.openxmlformats.org/drawingml/2006/main">
              <a:ext uri="{FF2B5EF4-FFF2-40B4-BE49-F238E27FC236}">
                <a16:creationId xmlns:a16="http://schemas.microsoft.com/office/drawing/2014/main" id="{541DD8F9-6D8E-43A8-84A3-00C3FA970430}"/>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흡열 반응은 주위에서 열을 흡수한다</a:t>
            </a:r>
          </a:p>
        </p:txBody>
      </p:sp>
      <p:sp>
        <p:nvSpPr>
          <p:cNvPr id="6" name="explanation">
            <a:extLst xmlns:a="http://schemas.openxmlformats.org/drawingml/2006/main">
              <a:ext uri="{FF2B5EF4-FFF2-40B4-BE49-F238E27FC236}">
                <a16:creationId xmlns:a16="http://schemas.microsoft.com/office/drawing/2014/main" id="{F8542576-2902-4E39-9B2E-529B35E8F0C2}"/>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냉각 팩은 물질이 용해될 때 주위의 열을 흡수하는 성질을 이용한다</a:t>
            </a:r>
          </a:p>
        </p:txBody>
      </p:sp>
      <p:sp>
        <p:nvSpPr>
          <p:cNvPr id="7" name="copyright">
            <a:extLst xmlns:a="http://schemas.openxmlformats.org/drawingml/2006/main">
              <a:ext uri="{FF2B5EF4-FFF2-40B4-BE49-F238E27FC236}">
                <a16:creationId xmlns:a16="http://schemas.microsoft.com/office/drawing/2014/main" id="{D5FAE05D-6DAD-489B-A1D8-E05449D11A97}"/>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xmlns:a="http://schemas.openxmlformats.org/drawingml/2006/main">
              <a:ext uri="{FF2B5EF4-FFF2-40B4-BE49-F238E27FC236}">
                <a16:creationId xmlns:a16="http://schemas.microsoft.com/office/drawing/2014/main" id="{D949082F-2A9C-401A-91AD-DC13FE84C0A0}"/>
              </a:ext>
            </a:extLst>
          </p:cNvPr>
          <p:cNvSpPr>
            <a:spLocks xmlns:a="http://schemas.openxmlformats.org/drawingml/2006/main" noGrp="1"/>
          </p:cNvSpPr>
          <p:nvPr/>
        </p:nvSpPr>
        <p:spPr>
          <a:xfrm xmlns:a="http://schemas.openxmlformats.org/drawingml/2006/main">
            <a:off x="2381250" y="4667250"/>
            <a:ext cx="6191250" cy="4762500"/>
          </a:xfrm>
          <a:prstGeom xmlns:a="http://schemas.openxmlformats.org/drawingml/2006/main" prst="roundRect">
            <a:avLst>
              <a:gd name="adj" fmla="val 5200"/>
            </a:avLst>
          </a:prstGeom>
          <a:solidFill xmlns:a="http://schemas.openxmlformats.org/drawingml/2006/main">
            <a:srgbClr val="1F2429"/>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731D9E6C-A8BC-47F8-A7EA-ECC93FF072EA}"/>
              </a:ext>
            </a:extLst>
          </p:cNvPr>
          <p:cNvPicPr>
            <a:picLocks xmlns:a="http://schemas.openxmlformats.org/drawingml/2006/main" noChangeAspect="1"/>
          </p:cNvPicPr>
          <p:nvPr/>
        </p:nvPicPr>
        <p:blipFill>
          <a:blip xmlns:r="http://schemas.openxmlformats.org/officeDocument/2006/relationships" xmlns:a="http://schemas.openxmlformats.org/drawingml/2006/main" r:embed="R74b1630445ae4c56"/>
          <a:srcRect xmlns:a="http://schemas.openxmlformats.org/drawingml/2006/main" l="0" t="4233" r="0" b="4233"/>
          <a:stretch xmlns:a="http://schemas.openxmlformats.org/drawingml/2006/main">
            <a:fillRect l="0" t="0" r="0" b="0"/>
          </a:stretch>
        </p:blipFill>
        <p:spPr>
          <a:xfrm xmlns:a="http://schemas.openxmlformats.org/drawingml/2006/main">
            <a:off x="2609850" y="4895850"/>
            <a:ext cx="5734050" cy="3238500"/>
          </a:xfrm>
          <a:prstGeom xmlns:a="http://schemas.openxmlformats.org/drawingml/2006/main" prst="roundRect">
            <a:avLst>
              <a:gd name="adj" fmla="val 4706"/>
            </a:avLst>
          </a:prstGeom>
        </p:spPr>
      </p:pic>
      <p:sp>
        <p:nvSpPr>
          <p:cNvPr id="10" name="example-title-0">
            <a:extLst xmlns:a="http://schemas.openxmlformats.org/drawingml/2006/main">
              <a:ext uri="{FF2B5EF4-FFF2-40B4-BE49-F238E27FC236}">
                <a16:creationId xmlns:a16="http://schemas.microsoft.com/office/drawing/2014/main" id="{F1025131-677F-4050-9A0C-E19C29753FDD}"/>
              </a:ext>
            </a:extLst>
          </p:cNvPr>
          <p:cNvSpPr>
            <a:spLocks xmlns:a="http://schemas.openxmlformats.org/drawingml/2006/main" noGrp="1"/>
          </p:cNvSpPr>
          <p:nvPr/>
        </p:nvSpPr>
        <p:spPr>
          <a:xfrm xmlns:a="http://schemas.openxmlformats.org/drawingml/2006/main">
            <a:off x="2571750" y="8296275"/>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냉각 팩</a:t>
            </a:r>
          </a:p>
        </p:txBody>
      </p:sp>
      <p:sp>
        <p:nvSpPr>
          <p:cNvPr id="11" name="example-caption-0">
            <a:extLst xmlns:a="http://schemas.openxmlformats.org/drawingml/2006/main">
              <a:ext uri="{FF2B5EF4-FFF2-40B4-BE49-F238E27FC236}">
                <a16:creationId xmlns:a16="http://schemas.microsoft.com/office/drawing/2014/main" id="{DED907CD-1AF1-4754-AE36-3CD2BC9BEAAE}"/>
              </a:ext>
            </a:extLst>
          </p:cNvPr>
          <p:cNvSpPr>
            <a:spLocks xmlns:a="http://schemas.openxmlformats.org/drawingml/2006/main" noGrp="1"/>
          </p:cNvSpPr>
          <p:nvPr/>
        </p:nvSpPr>
        <p:spPr>
          <a:xfrm xmlns:a="http://schemas.openxmlformats.org/drawingml/2006/main">
            <a:off x="2571750" y="891540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xmlns:a="http://schemas.openxmlformats.org/drawingml/2006/main">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질산 암모늄이 용해되며 열을 흡수한다</a:t>
            </a:r>
          </a:p>
        </p:txBody>
      </p:sp>
      <p:sp>
        <p:nvSpPr>
          <p:cNvPr id="12" name="example-card-1">
            <a:extLst xmlns:a="http://schemas.openxmlformats.org/drawingml/2006/main">
              <a:ext uri="{FF2B5EF4-FFF2-40B4-BE49-F238E27FC236}">
                <a16:creationId xmlns:a16="http://schemas.microsoft.com/office/drawing/2014/main" id="{89C07241-35CF-4499-A922-A7C1BBCCE8E6}"/>
              </a:ext>
            </a:extLst>
          </p:cNvPr>
          <p:cNvSpPr>
            <a:spLocks xmlns:a="http://schemas.openxmlformats.org/drawingml/2006/main" noGrp="1"/>
          </p:cNvSpPr>
          <p:nvPr/>
        </p:nvSpPr>
        <p:spPr>
          <a:xfrm xmlns:a="http://schemas.openxmlformats.org/drawingml/2006/main">
            <a:off x="9715500" y="4667250"/>
            <a:ext cx="6191250" cy="4762500"/>
          </a:xfrm>
          <a:prstGeom xmlns:a="http://schemas.openxmlformats.org/drawingml/2006/main" prst="roundRect">
            <a:avLst>
              <a:gd name="adj" fmla="val 5200"/>
            </a:avLst>
          </a:prstGeom>
          <a:solidFill xmlns:a="http://schemas.openxmlformats.org/drawingml/2006/main">
            <a:srgbClr val="1F2429"/>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C10ECDAB-0F71-4BB1-8FD0-79FFCAB468A9}"/>
              </a:ext>
            </a:extLst>
          </p:cNvPr>
          <p:cNvPicPr>
            <a:picLocks xmlns:a="http://schemas.openxmlformats.org/drawingml/2006/main" noChangeAspect="1"/>
          </p:cNvPicPr>
          <p:nvPr/>
        </p:nvPicPr>
        <p:blipFill>
          <a:blip xmlns:r="http://schemas.openxmlformats.org/officeDocument/2006/relationships" xmlns:a="http://schemas.openxmlformats.org/drawingml/2006/main" r:embed="R6113a55669644ff9"/>
          <a:srcRect xmlns:a="http://schemas.openxmlformats.org/drawingml/2006/main" l="0" t="3829" r="0" b="3829"/>
          <a:stretch xmlns:a="http://schemas.openxmlformats.org/drawingml/2006/main">
            <a:fillRect l="0" t="0" r="0" b="0"/>
          </a:stretch>
        </p:blipFill>
        <p:spPr>
          <a:xfrm xmlns:a="http://schemas.openxmlformats.org/drawingml/2006/main">
            <a:off x="9944100" y="4895850"/>
            <a:ext cx="5734050" cy="3238500"/>
          </a:xfrm>
          <a:prstGeom xmlns:a="http://schemas.openxmlformats.org/drawingml/2006/main" prst="roundRect">
            <a:avLst>
              <a:gd name="adj" fmla="val 4706"/>
            </a:avLst>
          </a:prstGeom>
        </p:spPr>
      </p:pic>
      <p:sp>
        <p:nvSpPr>
          <p:cNvPr id="14" name="example-title-1">
            <a:extLst xmlns:a="http://schemas.openxmlformats.org/drawingml/2006/main">
              <a:ext uri="{FF2B5EF4-FFF2-40B4-BE49-F238E27FC236}">
                <a16:creationId xmlns:a16="http://schemas.microsoft.com/office/drawing/2014/main" id="{61BF978A-DC0E-4B48-A21C-639576616C23}"/>
              </a:ext>
            </a:extLst>
          </p:cNvPr>
          <p:cNvSpPr>
            <a:spLocks xmlns:a="http://schemas.openxmlformats.org/drawingml/2006/main" noGrp="1"/>
          </p:cNvSpPr>
          <p:nvPr/>
        </p:nvSpPr>
        <p:spPr>
          <a:xfrm xmlns:a="http://schemas.openxmlformats.org/drawingml/2006/main">
            <a:off x="9906000" y="8296275"/>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탄산수소 나트륨의 분해</a:t>
            </a:r>
          </a:p>
        </p:txBody>
      </p:sp>
      <p:sp>
        <p:nvSpPr>
          <p:cNvPr id="15" name="example-caption-1">
            <a:extLst xmlns:a="http://schemas.openxmlformats.org/drawingml/2006/main">
              <a:ext uri="{FF2B5EF4-FFF2-40B4-BE49-F238E27FC236}">
                <a16:creationId xmlns:a16="http://schemas.microsoft.com/office/drawing/2014/main" id="{4D55FA19-A84C-4A7F-BD62-0E62FC6D6F3A}"/>
              </a:ext>
            </a:extLst>
          </p:cNvPr>
          <p:cNvSpPr>
            <a:spLocks xmlns:a="http://schemas.openxmlformats.org/drawingml/2006/main" noGrp="1"/>
          </p:cNvSpPr>
          <p:nvPr/>
        </p:nvSpPr>
        <p:spPr>
          <a:xfrm xmlns:a="http://schemas.openxmlformats.org/drawingml/2006/main">
            <a:off x="9906000" y="891540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xmlns:a="http://schemas.openxmlformats.org/drawingml/2006/main">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제빵 소다가 분해될 때 열을 흡수한다</a:t>
            </a:r>
          </a:p>
        </p:txBody>
      </p:sp>
    </p:spTree>
    <p:extLst>
      <p:ext uri="{BB962C8B-B14F-4D97-AF65-F5344CB8AC3E}">
        <p14:creationId xmlns:p14="http://schemas.microsoft.com/office/powerpoint/2010/main" val="11949127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D0D0D7C9-AB6A-4F9E-B4D3-C9F0145DEE4D}"/>
              </a:ext>
            </a:extLst>
          </p:cNvPr>
          <p:cNvPicPr>
            <a:picLocks xmlns:a="http://schemas.openxmlformats.org/drawingml/2006/main" noChangeAspect="1"/>
          </p:cNvPicPr>
          <p:nvPr/>
        </p:nvPicPr>
        <p:blipFill>
          <a:blip xmlns:r="http://schemas.openxmlformats.org/officeDocument/2006/relationships" xmlns:a="http://schemas.openxmlformats.org/drawingml/2006/main" r:embed="R07ee63836fe54cc8"/>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08C07D71-C95E-47F6-887A-F3CBA5F24FC3}"/>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xmlns:a="http://schemas.openxmlformats.org/drawingml/2006/main">
              <a:ext uri="{FF2B5EF4-FFF2-40B4-BE49-F238E27FC236}">
                <a16:creationId xmlns:a16="http://schemas.microsoft.com/office/drawing/2014/main" id="{2B6D741F-659E-4C92-92C0-E9954E1165E4}"/>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050D60A7-F71F-467F-87BC-CBB9C02C7390}"/>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xmlns:a="http://schemas.openxmlformats.org/drawingml/2006/main">
              <a:ext uri="{FF2B5EF4-FFF2-40B4-BE49-F238E27FC236}">
                <a16:creationId xmlns:a16="http://schemas.microsoft.com/office/drawing/2014/main" id="{9E09835E-BE1C-452F-A410-2119972A3071}"/>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엔탈피(Enthalpy)</a:t>
            </a:r>
          </a:p>
        </p:txBody>
      </p:sp>
      <p:sp>
        <p:nvSpPr>
          <p:cNvPr id="6" name="explanation">
            <a:extLst xmlns:a="http://schemas.openxmlformats.org/drawingml/2006/main">
              <a:ext uri="{FF2B5EF4-FFF2-40B4-BE49-F238E27FC236}">
                <a16:creationId xmlns:a16="http://schemas.microsoft.com/office/drawing/2014/main" id="{DCE8A7AF-DFC8-44FC-844E-80B015BF8F5F}"/>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어떤 물질이 갖는 에너지의 양</a:t>
            </a:r>
          </a:p>
        </p:txBody>
      </p:sp>
      <p:sp>
        <p:nvSpPr>
          <p:cNvPr id="7" name="copyright">
            <a:extLst xmlns:a="http://schemas.openxmlformats.org/drawingml/2006/main">
              <a:ext uri="{FF2B5EF4-FFF2-40B4-BE49-F238E27FC236}">
                <a16:creationId xmlns:a16="http://schemas.microsoft.com/office/drawing/2014/main" id="{00D9FBB6-15AF-4D56-9009-7B98642D8D03}"/>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nthalpy-point-circle-1">
            <a:extLst xmlns:a="http://schemas.openxmlformats.org/drawingml/2006/main">
              <a:ext uri="{FF2B5EF4-FFF2-40B4-BE49-F238E27FC236}">
                <a16:creationId xmlns:a16="http://schemas.microsoft.com/office/drawing/2014/main" id="{4362A608-435B-4B98-BDBE-37B136B29C4E}"/>
              </a:ext>
            </a:extLst>
          </p:cNvPr>
          <p:cNvSpPr>
            <a:spLocks xmlns:a="http://schemas.openxmlformats.org/drawingml/2006/main" noGrp="1"/>
          </p:cNvSpPr>
          <p:nvPr/>
        </p:nvSpPr>
        <p:spPr>
          <a:xfrm xmlns:a="http://schemas.openxmlformats.org/drawingml/2006/main">
            <a:off x="2238375" y="5162550"/>
            <a:ext cx="457200" cy="457200"/>
          </a:xfrm>
          <a:prstGeom xmlns:a="http://schemas.openxmlformats.org/drawingml/2006/main" prst="roundRect">
            <a:avLst>
              <a:gd name="adj" fmla="val 50000"/>
            </a:avLst>
          </a:prstGeom>
          <a:solidFill xmlns:a="http://schemas.openxmlformats.org/drawingml/2006/main">
            <a:srgbClr val="8B949C"/>
          </a:solidFill>
          <a:ln xmlns:a="http://schemas.openxmlformats.org/drawingml/2006/main" w="0">
            <a:noFill/>
          </a:ln>
        </p:spPr>
      </p:sp>
      <p:sp>
        <p:nvSpPr>
          <p:cNvPr id="9" name="enthalpy-point-number-1">
            <a:extLst xmlns:a="http://schemas.openxmlformats.org/drawingml/2006/main">
              <a:ext uri="{FF2B5EF4-FFF2-40B4-BE49-F238E27FC236}">
                <a16:creationId xmlns:a16="http://schemas.microsoft.com/office/drawing/2014/main" id="{FE61D0DD-257C-4EC8-9530-2D041C34215D}"/>
              </a:ext>
            </a:extLst>
          </p:cNvPr>
          <p:cNvSpPr>
            <a:spLocks xmlns:a="http://schemas.openxmlformats.org/drawingml/2006/main" noGrp="1"/>
          </p:cNvSpPr>
          <p:nvPr/>
        </p:nvSpPr>
        <p:spPr>
          <a:xfrm xmlns:a="http://schemas.openxmlformats.org/drawingml/2006/main">
            <a:off x="2238375" y="51816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1</a:t>
            </a:r>
          </a:p>
        </p:txBody>
      </p:sp>
      <p:sp>
        <p:nvSpPr>
          <p:cNvPr id="10" name="enthalpy-point-1-line-0">
            <a:extLst xmlns:a="http://schemas.openxmlformats.org/drawingml/2006/main">
              <a:ext uri="{FF2B5EF4-FFF2-40B4-BE49-F238E27FC236}">
                <a16:creationId xmlns:a16="http://schemas.microsoft.com/office/drawing/2014/main" id="{89A01F7B-18A8-4C8D-9382-C08DBBF87789}"/>
              </a:ext>
            </a:extLst>
          </p:cNvPr>
          <p:cNvSpPr>
            <a:spLocks xmlns:a="http://schemas.openxmlformats.org/drawingml/2006/main" noGrp="1"/>
          </p:cNvSpPr>
          <p:nvPr/>
        </p:nvSpPr>
        <p:spPr>
          <a:xfrm xmlns:a="http://schemas.openxmlformats.org/drawingml/2006/main">
            <a:off x="3000375" y="5095875"/>
            <a:ext cx="1009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xmlns:a="http://schemas.openxmlformats.org/drawingml/2006/main">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물질은 분자의 운동 에너지뿐 아니라</a:t>
            </a:r>
          </a:p>
        </p:txBody>
      </p:sp>
      <p:sp>
        <p:nvSpPr>
          <p:cNvPr id="11" name="enthalpy-point-1-line-1">
            <a:extLst xmlns:a="http://schemas.openxmlformats.org/drawingml/2006/main">
              <a:ext uri="{FF2B5EF4-FFF2-40B4-BE49-F238E27FC236}">
                <a16:creationId xmlns:a16="http://schemas.microsoft.com/office/drawing/2014/main" id="{55950756-9472-4C9F-AD0B-7D6C3FAF733E}"/>
              </a:ext>
            </a:extLst>
          </p:cNvPr>
          <p:cNvSpPr>
            <a:spLocks xmlns:a="http://schemas.openxmlformats.org/drawingml/2006/main" noGrp="1"/>
          </p:cNvSpPr>
          <p:nvPr/>
        </p:nvSpPr>
        <p:spPr>
          <a:xfrm xmlns:a="http://schemas.openxmlformats.org/drawingml/2006/main">
            <a:off x="3000375" y="5676900"/>
            <a:ext cx="1009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xmlns:a="http://schemas.openxmlformats.org/drawingml/2006/main">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여러 종류의 에너지를 갖는다.</a:t>
            </a:r>
          </a:p>
        </p:txBody>
      </p:sp>
      <p:sp>
        <p:nvSpPr>
          <p:cNvPr id="12" name="enthalpy-point-circle-2">
            <a:extLst xmlns:a="http://schemas.openxmlformats.org/drawingml/2006/main">
              <a:ext uri="{FF2B5EF4-FFF2-40B4-BE49-F238E27FC236}">
                <a16:creationId xmlns:a16="http://schemas.microsoft.com/office/drawing/2014/main" id="{6BAAE08D-6DF6-46F1-84C9-52E62C0AA31B}"/>
              </a:ext>
            </a:extLst>
          </p:cNvPr>
          <p:cNvSpPr>
            <a:spLocks xmlns:a="http://schemas.openxmlformats.org/drawingml/2006/main" noGrp="1"/>
          </p:cNvSpPr>
          <p:nvPr/>
        </p:nvSpPr>
        <p:spPr>
          <a:xfrm xmlns:a="http://schemas.openxmlformats.org/drawingml/2006/main">
            <a:off x="2238375" y="6877050"/>
            <a:ext cx="457200" cy="457200"/>
          </a:xfrm>
          <a:prstGeom xmlns:a="http://schemas.openxmlformats.org/drawingml/2006/main" prst="roundRect">
            <a:avLst>
              <a:gd name="adj" fmla="val 50000"/>
            </a:avLst>
          </a:prstGeom>
          <a:solidFill xmlns:a="http://schemas.openxmlformats.org/drawingml/2006/main">
            <a:srgbClr val="8B949C"/>
          </a:solidFill>
          <a:ln xmlns:a="http://schemas.openxmlformats.org/drawingml/2006/main" w="0">
            <a:noFill/>
          </a:ln>
        </p:spPr>
      </p:sp>
      <p:sp>
        <p:nvSpPr>
          <p:cNvPr id="13" name="enthalpy-point-number-2">
            <a:extLst xmlns:a="http://schemas.openxmlformats.org/drawingml/2006/main">
              <a:ext uri="{FF2B5EF4-FFF2-40B4-BE49-F238E27FC236}">
                <a16:creationId xmlns:a16="http://schemas.microsoft.com/office/drawing/2014/main" id="{351DA461-B1DA-4E4D-9DAA-BA3A31F91E2C}"/>
              </a:ext>
            </a:extLst>
          </p:cNvPr>
          <p:cNvSpPr>
            <a:spLocks xmlns:a="http://schemas.openxmlformats.org/drawingml/2006/main" noGrp="1"/>
          </p:cNvSpPr>
          <p:nvPr/>
        </p:nvSpPr>
        <p:spPr>
          <a:xfrm xmlns:a="http://schemas.openxmlformats.org/drawingml/2006/main">
            <a:off x="2238375" y="68961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2</a:t>
            </a:r>
          </a:p>
        </p:txBody>
      </p:sp>
      <p:sp>
        <p:nvSpPr>
          <p:cNvPr id="14" name="enthalpy-point-2-line-0">
            <a:extLst xmlns:a="http://schemas.openxmlformats.org/drawingml/2006/main">
              <a:ext uri="{FF2B5EF4-FFF2-40B4-BE49-F238E27FC236}">
                <a16:creationId xmlns:a16="http://schemas.microsoft.com/office/drawing/2014/main" id="{5FC45285-89CD-47B2-92D8-6CF4A614382C}"/>
              </a:ext>
            </a:extLst>
          </p:cNvPr>
          <p:cNvSpPr>
            <a:spLocks xmlns:a="http://schemas.openxmlformats.org/drawingml/2006/main" noGrp="1"/>
          </p:cNvSpPr>
          <p:nvPr/>
        </p:nvSpPr>
        <p:spPr>
          <a:xfrm xmlns:a="http://schemas.openxmlformats.org/drawingml/2006/main">
            <a:off x="3000375" y="6810375"/>
            <a:ext cx="1009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xmlns:a="http://schemas.openxmlformats.org/drawingml/2006/main">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물질의 양과 상태, 온도와 압력에 따라</a:t>
            </a:r>
          </a:p>
        </p:txBody>
      </p:sp>
      <p:sp>
        <p:nvSpPr>
          <p:cNvPr id="15" name="enthalpy-point-2-line-1">
            <a:extLst xmlns:a="http://schemas.openxmlformats.org/drawingml/2006/main">
              <a:ext uri="{FF2B5EF4-FFF2-40B4-BE49-F238E27FC236}">
                <a16:creationId xmlns:a16="http://schemas.microsoft.com/office/drawing/2014/main" id="{9A14998C-B425-44D7-B10C-6E6FD1A78605}"/>
              </a:ext>
            </a:extLst>
          </p:cNvPr>
          <p:cNvSpPr>
            <a:spLocks xmlns:a="http://schemas.openxmlformats.org/drawingml/2006/main" noGrp="1"/>
          </p:cNvSpPr>
          <p:nvPr/>
        </p:nvSpPr>
        <p:spPr>
          <a:xfrm xmlns:a="http://schemas.openxmlformats.org/drawingml/2006/main">
            <a:off x="3000375" y="7391400"/>
            <a:ext cx="10096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xmlns:a="http://schemas.openxmlformats.org/drawingml/2006/main">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엔탈피가 달라진다.</a:t>
            </a:r>
          </a:p>
        </p:txBody>
      </p:sp>
      <p:sp>
        <p:nvSpPr>
          <p:cNvPr id="16" name="enthalpy-symbol">
            <a:extLst xmlns:a="http://schemas.openxmlformats.org/drawingml/2006/main">
              <a:ext uri="{FF2B5EF4-FFF2-40B4-BE49-F238E27FC236}">
                <a16:creationId xmlns:a16="http://schemas.microsoft.com/office/drawing/2014/main" id="{281E513B-3AC9-4CFC-ADF0-77CF8D6B0F9B}"/>
              </a:ext>
            </a:extLst>
          </p:cNvPr>
          <p:cNvSpPr>
            <a:spLocks xmlns:a="http://schemas.openxmlformats.org/drawingml/2006/main" noGrp="1"/>
          </p:cNvSpPr>
          <p:nvPr/>
        </p:nvSpPr>
        <p:spPr>
          <a:xfrm xmlns:a="http://schemas.openxmlformats.org/drawingml/2006/main">
            <a:off x="13335000" y="5191125"/>
            <a:ext cx="2667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0" b="1">
                <a:solidFill>
                  <a:srgbClr val="57962F"/>
                </a:solidFill>
                <a:latin typeface="Pretendard"/>
                <a:ea typeface="Pretendard"/>
                <a:cs typeface="Pretendard"/>
              </a:defRPr>
            </a:defPPr>
            <a:lvl1pPr algn="ctr">
              <a:defRPr sz="12000" b="1">
                <a:solidFill>
                  <a:srgbClr val="57962F"/>
                </a:solidFill>
                <a:latin typeface="Pretendard"/>
                <a:ea typeface="Pretendard"/>
                <a:cs typeface="Pretendard"/>
              </a:defRPr>
            </a:lvl1pPr>
            <a:lvl2pPr algn="ctr">
              <a:defRPr sz="12000" b="1">
                <a:solidFill>
                  <a:srgbClr val="57962F"/>
                </a:solidFill>
                <a:latin typeface="Pretendard"/>
                <a:ea typeface="Pretendard"/>
                <a:cs typeface="Pretendard"/>
              </a:defRPr>
            </a:lvl2pPr>
            <a:lvl3pPr algn="ctr">
              <a:defRPr sz="12000" b="1">
                <a:solidFill>
                  <a:srgbClr val="57962F"/>
                </a:solidFill>
                <a:latin typeface="Pretendard"/>
                <a:ea typeface="Pretendard"/>
                <a:cs typeface="Pretendard"/>
              </a:defRPr>
            </a:lvl3pPr>
            <a:lvl4pPr algn="ctr">
              <a:defRPr sz="12000" b="1">
                <a:solidFill>
                  <a:srgbClr val="57962F"/>
                </a:solidFill>
                <a:latin typeface="Pretendard"/>
                <a:ea typeface="Pretendard"/>
                <a:cs typeface="Pretendard"/>
              </a:defRPr>
            </a:lvl4pPr>
            <a:lvl5pPr algn="ctr">
              <a:defRPr sz="12000" b="1">
                <a:solidFill>
                  <a:srgbClr val="57962F"/>
                </a:solidFill>
                <a:latin typeface="Pretendard"/>
                <a:ea typeface="Pretendard"/>
                <a:cs typeface="Pretendard"/>
              </a:defRPr>
            </a:lvl5pPr>
            <a:lvl6pPr algn="ctr">
              <a:defRPr sz="12000" b="1">
                <a:solidFill>
                  <a:srgbClr val="57962F"/>
                </a:solidFill>
                <a:latin typeface="Pretendard"/>
                <a:ea typeface="Pretendard"/>
                <a:cs typeface="Pretendard"/>
              </a:defRPr>
            </a:lvl6pPr>
            <a:lvl7pPr algn="ctr">
              <a:defRPr sz="12000" b="1">
                <a:solidFill>
                  <a:srgbClr val="57962F"/>
                </a:solidFill>
                <a:latin typeface="Pretendard"/>
                <a:ea typeface="Pretendard"/>
                <a:cs typeface="Pretendard"/>
              </a:defRPr>
            </a:lvl7pPr>
            <a:lvl8pPr algn="ctr">
              <a:defRPr sz="12000" b="1">
                <a:solidFill>
                  <a:srgbClr val="57962F"/>
                </a:solidFill>
                <a:latin typeface="Pretendard"/>
                <a:ea typeface="Pretendard"/>
                <a:cs typeface="Pretendard"/>
              </a:defRPr>
            </a:lvl8pPr>
            <a:lvl9pPr algn="ctr">
              <a:defRPr sz="12000" b="1">
                <a:solidFill>
                  <a:srgbClr val="57962F"/>
                </a:solidFill>
                <a:latin typeface="Pretendard"/>
                <a:ea typeface="Pretendard"/>
                <a:cs typeface="Pretendard"/>
              </a:defRPr>
            </a:lvl9pPr>
          </a:lstStyle>
          <a:p xmlns:a="http://schemas.openxmlformats.org/drawingml/2006/main">
            <a:pPr algn="ctr">
              <a:defRPr sz="12000" b="1">
                <a:solidFill>
                  <a:srgbClr val="57962F"/>
                </a:solidFill>
                <a:latin typeface="Pretendard"/>
                <a:ea typeface="Pretendard"/>
                <a:cs typeface="Pretendard"/>
              </a:defRPr>
            </a:pPr>
            <a:r>
              <a:rPr sz="12000" b="1" i="1">
                <a:solidFill>
                  <a:srgbClr val="57962F"/>
                </a:solidFill>
                <a:latin typeface="Pretendard"/>
                <a:ea typeface="Pretendard"/>
                <a:cs typeface="Pretendard"/>
              </a:rPr>
              <a:t>H</a:t>
            </a:r>
          </a:p>
        </p:txBody>
      </p:sp>
      <p:sp>
        <p:nvSpPr>
          <p:cNvPr id="17" name="enthalpy-symbol-caption">
            <a:extLst xmlns:a="http://schemas.openxmlformats.org/drawingml/2006/main">
              <a:ext uri="{FF2B5EF4-FFF2-40B4-BE49-F238E27FC236}">
                <a16:creationId xmlns:a16="http://schemas.microsoft.com/office/drawing/2014/main" id="{E7F00278-B703-49F5-8D72-FD2E3E1B4E0E}"/>
              </a:ext>
            </a:extLst>
          </p:cNvPr>
          <p:cNvSpPr>
            <a:spLocks xmlns:a="http://schemas.openxmlformats.org/drawingml/2006/main" noGrp="1"/>
          </p:cNvSpPr>
          <p:nvPr/>
        </p:nvSpPr>
        <p:spPr>
          <a:xfrm xmlns:a="http://schemas.openxmlformats.org/drawingml/2006/main">
            <a:off x="13144500" y="731520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엔탈피의 기호</a:t>
            </a:r>
          </a:p>
        </p:txBody>
      </p:sp>
      <p:sp>
        <p:nvSpPr>
          <p:cNvPr id="18" name="takeaway-box">
            <a:extLst xmlns:a="http://schemas.openxmlformats.org/drawingml/2006/main">
              <a:ext uri="{FF2B5EF4-FFF2-40B4-BE49-F238E27FC236}">
                <a16:creationId xmlns:a16="http://schemas.microsoft.com/office/drawing/2014/main" id="{74A7966E-A1C6-40DC-9E6C-A5B5492D0284}"/>
              </a:ext>
            </a:extLst>
          </p:cNvPr>
          <p:cNvSpPr>
            <a:spLocks xmlns:a="http://schemas.openxmlformats.org/drawingml/2006/main" noGrp="1"/>
          </p:cNvSpPr>
          <p:nvPr/>
        </p:nvSpPr>
        <p:spPr>
          <a:xfrm xmlns:a="http://schemas.openxmlformats.org/drawingml/2006/main">
            <a:off x="2333625" y="86201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9" name="takeaway">
            <a:extLst xmlns:a="http://schemas.openxmlformats.org/drawingml/2006/main">
              <a:ext uri="{FF2B5EF4-FFF2-40B4-BE49-F238E27FC236}">
                <a16:creationId xmlns:a16="http://schemas.microsoft.com/office/drawing/2014/main" id="{6252BEF1-5413-4A6E-AFCD-3A925BFDB406}"/>
              </a:ext>
            </a:extLst>
          </p:cNvPr>
          <p:cNvSpPr>
            <a:spLocks xmlns:a="http://schemas.openxmlformats.org/drawingml/2006/main" noGrp="1"/>
          </p:cNvSpPr>
          <p:nvPr/>
        </p:nvSpPr>
        <p:spPr>
          <a:xfrm xmlns:a="http://schemas.openxmlformats.org/drawingml/2006/main">
            <a:off x="2619375" y="88487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‘덥다’를 뜻하는 그리스어 enthalpo에서 유래한 엔탈피</a:t>
            </a:r>
          </a:p>
        </p:txBody>
      </p:sp>
    </p:spTree>
    <p:extLst>
      <p:ext uri="{BB962C8B-B14F-4D97-AF65-F5344CB8AC3E}">
        <p14:creationId xmlns:p14="http://schemas.microsoft.com/office/powerpoint/2010/main" val="6776918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99D1981-714A-4399-B383-A91CEAA5483F}"/>
              </a:ext>
            </a:extLst>
          </p:cNvPr>
          <p:cNvPicPr>
            <a:picLocks xmlns:a="http://schemas.openxmlformats.org/drawingml/2006/main" noChangeAspect="1"/>
          </p:cNvPicPr>
          <p:nvPr/>
        </p:nvPicPr>
        <p:blipFill>
          <a:blip xmlns:r="http://schemas.openxmlformats.org/officeDocument/2006/relationships" xmlns:a="http://schemas.openxmlformats.org/drawingml/2006/main" r:embed="R481fc25f642d4c0a"/>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7DC8B6D0-8FAE-4BC3-A9A9-23ED08B5790C}"/>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xmlns:a="http://schemas.openxmlformats.org/drawingml/2006/main">
              <a:ext uri="{FF2B5EF4-FFF2-40B4-BE49-F238E27FC236}">
                <a16:creationId xmlns:a16="http://schemas.microsoft.com/office/drawing/2014/main" id="{B016942F-E64F-4409-B77D-89361643A8A9}"/>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A334CEE7-8997-46B1-A2FF-9BD5BD991B8E}"/>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xmlns:a="http://schemas.openxmlformats.org/drawingml/2006/main">
              <a:ext uri="{FF2B5EF4-FFF2-40B4-BE49-F238E27FC236}">
                <a16:creationId xmlns:a16="http://schemas.microsoft.com/office/drawing/2014/main" id="{C8F6CAC7-FC5E-466E-8219-A58A9B13D301}"/>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화학 반응에서의 엔탈피 변화</a:t>
            </a:r>
          </a:p>
        </p:txBody>
      </p:sp>
      <p:sp>
        <p:nvSpPr>
          <p:cNvPr id="6" name="explanation">
            <a:extLst xmlns:a="http://schemas.openxmlformats.org/drawingml/2006/main">
              <a:ext uri="{FF2B5EF4-FFF2-40B4-BE49-F238E27FC236}">
                <a16:creationId xmlns:a16="http://schemas.microsoft.com/office/drawing/2014/main" id="{BC5AC945-B8B2-49FA-8E7D-6145E7A624A0}"/>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화학 반응이 일어날 때의 엔탈피 변화를 반응 엔탈피라고 한다</a:t>
            </a:r>
          </a:p>
        </p:txBody>
      </p:sp>
      <p:sp>
        <p:nvSpPr>
          <p:cNvPr id="7" name="copyright">
            <a:extLst xmlns:a="http://schemas.openxmlformats.org/drawingml/2006/main">
              <a:ext uri="{FF2B5EF4-FFF2-40B4-BE49-F238E27FC236}">
                <a16:creationId xmlns:a16="http://schemas.microsoft.com/office/drawing/2014/main" id="{819C69B1-3D0C-4EE8-AB74-DC215067DF1B}"/>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9FE8158A-5442-4A15-B8BC-CDB9EE39022A}"/>
              </a:ext>
            </a:extLst>
          </p:cNvPr>
          <p:cNvPicPr>
            <a:picLocks xmlns:a="http://schemas.openxmlformats.org/drawingml/2006/main" noChangeAspect="1"/>
          </p:cNvPicPr>
          <p:nvPr/>
        </p:nvPicPr>
        <p:blipFill>
          <a:blip xmlns:r="http://schemas.openxmlformats.org/officeDocument/2006/relationships" xmlns:a="http://schemas.openxmlformats.org/drawingml/2006/main" r:embed="Ra1ac3767a7054c91"/>
          <a:stretch xmlns:a="http://schemas.openxmlformats.org/drawingml/2006/main"/>
        </p:blipFill>
        <p:spPr>
          <a:xfrm xmlns:a="http://schemas.openxmlformats.org/drawingml/2006/main">
            <a:off x="1238250" y="4990042"/>
            <a:ext cx="15811500" cy="878417"/>
          </a:xfrm>
          <a:prstGeom xmlns:a="http://schemas.openxmlformats.org/drawingml/2006/main" prst="rect">
            <a:avLst/>
          </a:prstGeom>
        </p:spPr>
      </p:pic>
      <p:sp>
        <p:nvSpPr>
          <p:cNvPr id="9" name="after-label">
            <a:extLst xmlns:a="http://schemas.openxmlformats.org/drawingml/2006/main">
              <a:ext uri="{FF2B5EF4-FFF2-40B4-BE49-F238E27FC236}">
                <a16:creationId xmlns:a16="http://schemas.microsoft.com/office/drawing/2014/main" id="{53592092-2F00-41D1-AFF1-F7B2BF648861}"/>
              </a:ext>
            </a:extLst>
          </p:cNvPr>
          <p:cNvSpPr>
            <a:spLocks xmlns:a="http://schemas.openxmlformats.org/drawingml/2006/main" noGrp="1"/>
          </p:cNvSpPr>
          <p:nvPr/>
        </p:nvSpPr>
        <p:spPr>
          <a:xfrm xmlns:a="http://schemas.openxmlformats.org/drawingml/2006/main">
            <a:off x="5762625" y="657225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xmlns:a="http://schemas.openxmlformats.org/drawingml/2006/main">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반응 후</a:t>
            </a:r>
          </a:p>
        </p:txBody>
      </p:sp>
      <p:sp>
        <p:nvSpPr>
          <p:cNvPr id="10" name="before-label">
            <a:extLst xmlns:a="http://schemas.openxmlformats.org/drawingml/2006/main">
              <a:ext uri="{FF2B5EF4-FFF2-40B4-BE49-F238E27FC236}">
                <a16:creationId xmlns:a16="http://schemas.microsoft.com/office/drawing/2014/main" id="{43FC8C5D-67F5-435F-B940-E5AF313D37BF}"/>
              </a:ext>
            </a:extLst>
          </p:cNvPr>
          <p:cNvSpPr>
            <a:spLocks xmlns:a="http://schemas.openxmlformats.org/drawingml/2006/main" noGrp="1"/>
          </p:cNvSpPr>
          <p:nvPr/>
        </p:nvSpPr>
        <p:spPr>
          <a:xfrm xmlns:a="http://schemas.openxmlformats.org/drawingml/2006/main">
            <a:off x="11430000" y="657225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450" b="1">
                <a:solidFill>
                  <a:srgbClr val="777777"/>
                </a:solidFill>
                <a:latin typeface="Pretendard"/>
                <a:ea typeface="Pretendard"/>
                <a:cs typeface="Pretendard"/>
              </a:defRPr>
            </a:defPPr>
            <a:lvl1pPr algn="ctr">
              <a:defRPr sz="3450" b="1">
                <a:solidFill>
                  <a:srgbClr val="777777"/>
                </a:solidFill>
                <a:latin typeface="Pretendard"/>
                <a:ea typeface="Pretendard"/>
                <a:cs typeface="Pretendard"/>
              </a:defRPr>
            </a:lvl1pPr>
            <a:lvl2pPr algn="ctr">
              <a:defRPr sz="3450" b="1">
                <a:solidFill>
                  <a:srgbClr val="777777"/>
                </a:solidFill>
                <a:latin typeface="Pretendard"/>
                <a:ea typeface="Pretendard"/>
                <a:cs typeface="Pretendard"/>
              </a:defRPr>
            </a:lvl2pPr>
            <a:lvl3pPr algn="ctr">
              <a:defRPr sz="3450" b="1">
                <a:solidFill>
                  <a:srgbClr val="777777"/>
                </a:solidFill>
                <a:latin typeface="Pretendard"/>
                <a:ea typeface="Pretendard"/>
                <a:cs typeface="Pretendard"/>
              </a:defRPr>
            </a:lvl3pPr>
            <a:lvl4pPr algn="ctr">
              <a:defRPr sz="3450" b="1">
                <a:solidFill>
                  <a:srgbClr val="777777"/>
                </a:solidFill>
                <a:latin typeface="Pretendard"/>
                <a:ea typeface="Pretendard"/>
                <a:cs typeface="Pretendard"/>
              </a:defRPr>
            </a:lvl4pPr>
            <a:lvl5pPr algn="ctr">
              <a:defRPr sz="3450" b="1">
                <a:solidFill>
                  <a:srgbClr val="777777"/>
                </a:solidFill>
                <a:latin typeface="Pretendard"/>
                <a:ea typeface="Pretendard"/>
                <a:cs typeface="Pretendard"/>
              </a:defRPr>
            </a:lvl5pPr>
            <a:lvl6pPr algn="ctr">
              <a:defRPr sz="3450" b="1">
                <a:solidFill>
                  <a:srgbClr val="777777"/>
                </a:solidFill>
                <a:latin typeface="Pretendard"/>
                <a:ea typeface="Pretendard"/>
                <a:cs typeface="Pretendard"/>
              </a:defRPr>
            </a:lvl6pPr>
            <a:lvl7pPr algn="ctr">
              <a:defRPr sz="3450" b="1">
                <a:solidFill>
                  <a:srgbClr val="777777"/>
                </a:solidFill>
                <a:latin typeface="Pretendard"/>
                <a:ea typeface="Pretendard"/>
                <a:cs typeface="Pretendard"/>
              </a:defRPr>
            </a:lvl7pPr>
            <a:lvl8pPr algn="ctr">
              <a:defRPr sz="3450" b="1">
                <a:solidFill>
                  <a:srgbClr val="777777"/>
                </a:solidFill>
                <a:latin typeface="Pretendard"/>
                <a:ea typeface="Pretendard"/>
                <a:cs typeface="Pretendard"/>
              </a:defRPr>
            </a:lvl8pPr>
            <a:lvl9pPr algn="ctr">
              <a:defRPr sz="3450" b="1">
                <a:solidFill>
                  <a:srgbClr val="777777"/>
                </a:solidFill>
                <a:latin typeface="Pretendard"/>
                <a:ea typeface="Pretendard"/>
                <a:cs typeface="Pretendard"/>
              </a:defRPr>
            </a:lvl9pPr>
          </a:lstStyle>
          <a:p xmlns:a="http://schemas.openxmlformats.org/drawingml/2006/main">
            <a:pPr algn="ctr">
              <a:defRPr sz="3450" b="1">
                <a:solidFill>
                  <a:srgbClr val="777777"/>
                </a:solidFill>
                <a:latin typeface="Pretendard"/>
                <a:ea typeface="Pretendard"/>
                <a:cs typeface="Pretendard"/>
              </a:defRPr>
            </a:pPr>
            <a:r>
              <a:rPr sz="3450" b="1">
                <a:solidFill>
                  <a:srgbClr val="777777"/>
                </a:solidFill>
                <a:latin typeface="Pretendard"/>
                <a:ea typeface="Pretendard"/>
                <a:cs typeface="Pretendard"/>
              </a:rPr>
              <a:t>반응 전</a:t>
            </a:r>
          </a:p>
        </p:txBody>
      </p:sp>
      <p:sp>
        <p:nvSpPr>
          <p:cNvPr id="11" name="change-meaning">
            <a:extLst xmlns:a="http://schemas.openxmlformats.org/drawingml/2006/main">
              <a:ext uri="{FF2B5EF4-FFF2-40B4-BE49-F238E27FC236}">
                <a16:creationId xmlns:a16="http://schemas.microsoft.com/office/drawing/2014/main" id="{4B654739-82A2-4A05-B8A4-26ABBE77CFA1}"/>
              </a:ext>
            </a:extLst>
          </p:cNvPr>
          <p:cNvSpPr>
            <a:spLocks xmlns:a="http://schemas.openxmlformats.org/drawingml/2006/main" noGrp="1"/>
          </p:cNvSpPr>
          <p:nvPr/>
        </p:nvSpPr>
        <p:spPr>
          <a:xfrm xmlns:a="http://schemas.openxmlformats.org/drawingml/2006/main">
            <a:off x="1905000" y="7477125"/>
            <a:ext cx="1447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1">
                <a:solidFill>
                  <a:srgbClr val="888888"/>
                </a:solidFill>
                <a:latin typeface="Pretendard"/>
                <a:ea typeface="Pretendard"/>
                <a:cs typeface="Pretendard"/>
              </a:defRPr>
            </a:defPPr>
            <a:lvl1pPr algn="ctr">
              <a:defRPr sz="2850" b="1">
                <a:solidFill>
                  <a:srgbClr val="888888"/>
                </a:solidFill>
                <a:latin typeface="Pretendard"/>
                <a:ea typeface="Pretendard"/>
                <a:cs typeface="Pretendard"/>
              </a:defRPr>
            </a:lvl1pPr>
            <a:lvl2pPr algn="ctr">
              <a:defRPr sz="2850" b="1">
                <a:solidFill>
                  <a:srgbClr val="888888"/>
                </a:solidFill>
                <a:latin typeface="Pretendard"/>
                <a:ea typeface="Pretendard"/>
                <a:cs typeface="Pretendard"/>
              </a:defRPr>
            </a:lvl2pPr>
            <a:lvl3pPr algn="ctr">
              <a:defRPr sz="2850" b="1">
                <a:solidFill>
                  <a:srgbClr val="888888"/>
                </a:solidFill>
                <a:latin typeface="Pretendard"/>
                <a:ea typeface="Pretendard"/>
                <a:cs typeface="Pretendard"/>
              </a:defRPr>
            </a:lvl3pPr>
            <a:lvl4pPr algn="ctr">
              <a:defRPr sz="2850" b="1">
                <a:solidFill>
                  <a:srgbClr val="888888"/>
                </a:solidFill>
                <a:latin typeface="Pretendard"/>
                <a:ea typeface="Pretendard"/>
                <a:cs typeface="Pretendard"/>
              </a:defRPr>
            </a:lvl4pPr>
            <a:lvl5pPr algn="ctr">
              <a:defRPr sz="2850" b="1">
                <a:solidFill>
                  <a:srgbClr val="888888"/>
                </a:solidFill>
                <a:latin typeface="Pretendard"/>
                <a:ea typeface="Pretendard"/>
                <a:cs typeface="Pretendard"/>
              </a:defRPr>
            </a:lvl5pPr>
            <a:lvl6pPr algn="ctr">
              <a:defRPr sz="2850" b="1">
                <a:solidFill>
                  <a:srgbClr val="888888"/>
                </a:solidFill>
                <a:latin typeface="Pretendard"/>
                <a:ea typeface="Pretendard"/>
                <a:cs typeface="Pretendard"/>
              </a:defRPr>
            </a:lvl6pPr>
            <a:lvl7pPr algn="ctr">
              <a:defRPr sz="2850" b="1">
                <a:solidFill>
                  <a:srgbClr val="888888"/>
                </a:solidFill>
                <a:latin typeface="Pretendard"/>
                <a:ea typeface="Pretendard"/>
                <a:cs typeface="Pretendard"/>
              </a:defRPr>
            </a:lvl7pPr>
            <a:lvl8pPr algn="ctr">
              <a:defRPr sz="2850" b="1">
                <a:solidFill>
                  <a:srgbClr val="888888"/>
                </a:solidFill>
                <a:latin typeface="Pretendard"/>
                <a:ea typeface="Pretendard"/>
                <a:cs typeface="Pretendard"/>
              </a:defRPr>
            </a:lvl8pPr>
            <a:lvl9pPr algn="ctr">
              <a:defRPr sz="2850" b="1">
                <a:solidFill>
                  <a:srgbClr val="888888"/>
                </a:solidFill>
                <a:latin typeface="Pretendard"/>
                <a:ea typeface="Pretendard"/>
                <a:cs typeface="Pretendard"/>
              </a:defRPr>
            </a:lvl9pPr>
          </a:lstStyle>
          <a:p xmlns:a="http://schemas.openxmlformats.org/drawingml/2006/main">
            <a:pPr algn="ctr">
              <a:defRPr sz="2850" b="1">
                <a:solidFill>
                  <a:srgbClr val="888888"/>
                </a:solidFill>
                <a:latin typeface="Pretendard"/>
                <a:ea typeface="Pretendard"/>
                <a:cs typeface="Pretendard"/>
              </a:defRPr>
            </a:pPr>
            <a:r>
              <a:rPr sz="2850" b="1">
                <a:solidFill>
                  <a:srgbClr val="888888"/>
                </a:solidFill>
                <a:latin typeface="Pretendard"/>
                <a:ea typeface="Pretendard"/>
                <a:cs typeface="Pretendard"/>
              </a:rPr>
              <a:t>Δ는 변화량을 뜻한다</a:t>
            </a:r>
          </a:p>
        </p:txBody>
      </p:sp>
    </p:spTree>
    <p:extLst>
      <p:ext uri="{BB962C8B-B14F-4D97-AF65-F5344CB8AC3E}">
        <p14:creationId xmlns:p14="http://schemas.microsoft.com/office/powerpoint/2010/main" val="672137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8110C37-8621-42D0-9EF5-7BEB0AC26513}"/>
              </a:ext>
            </a:extLst>
          </p:cNvPr>
          <p:cNvPicPr>
            <a:picLocks xmlns:a="http://schemas.openxmlformats.org/drawingml/2006/main" noChangeAspect="1"/>
          </p:cNvPicPr>
          <p:nvPr/>
        </p:nvPicPr>
        <p:blipFill>
          <a:blip xmlns:r="http://schemas.openxmlformats.org/officeDocument/2006/relationships" xmlns:a="http://schemas.openxmlformats.org/drawingml/2006/main" r:embed="Rd852240a12de43aa"/>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0592635-5644-4E7A-B6E6-B57469B7C6E7}"/>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xmlns:a="http://schemas.openxmlformats.org/drawingml/2006/main">
              <a:ext uri="{FF2B5EF4-FFF2-40B4-BE49-F238E27FC236}">
                <a16:creationId xmlns:a16="http://schemas.microsoft.com/office/drawing/2014/main" id="{259FDE53-5C80-4850-BE8A-74CF81F85B56}"/>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DAFC0C1A-B77A-4450-9126-5C24FC563BFE}"/>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xmlns:a="http://schemas.openxmlformats.org/drawingml/2006/main">
              <a:ext uri="{FF2B5EF4-FFF2-40B4-BE49-F238E27FC236}">
                <a16:creationId xmlns:a16="http://schemas.microsoft.com/office/drawing/2014/main" id="{B4234794-CE4E-4C07-BB3E-F85FA5E6329C}"/>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반응의 엔탈피 변화</a:t>
            </a:r>
          </a:p>
        </p:txBody>
      </p:sp>
      <p:sp>
        <p:nvSpPr>
          <p:cNvPr id="6" name="explanation">
            <a:extLst xmlns:a="http://schemas.openxmlformats.org/drawingml/2006/main">
              <a:ext uri="{FF2B5EF4-FFF2-40B4-BE49-F238E27FC236}">
                <a16:creationId xmlns:a16="http://schemas.microsoft.com/office/drawing/2014/main" id="{00AF3DD9-FBF1-4D36-B740-412E020AB1CB}"/>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발열 반응은 엔탈피가 감소하고, 흡열 반응은 엔탈피가 증가한다</a:t>
            </a:r>
          </a:p>
        </p:txBody>
      </p:sp>
      <p:sp>
        <p:nvSpPr>
          <p:cNvPr id="7" name="copyright">
            <a:extLst xmlns:a="http://schemas.openxmlformats.org/drawingml/2006/main">
              <a:ext uri="{FF2B5EF4-FFF2-40B4-BE49-F238E27FC236}">
                <a16:creationId xmlns:a16="http://schemas.microsoft.com/office/drawing/2014/main" id="{B31B7282-FDFF-4BA9-90AC-F991C8569D4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41DEEC86-A393-428A-B276-B6ADC71DD283}"/>
              </a:ext>
            </a:extLst>
          </p:cNvPr>
          <p:cNvPicPr>
            <a:picLocks xmlns:a="http://schemas.openxmlformats.org/drawingml/2006/main" noChangeAspect="1"/>
          </p:cNvPicPr>
          <p:nvPr/>
        </p:nvPicPr>
        <p:blipFill>
          <a:blip xmlns:r="http://schemas.openxmlformats.org/officeDocument/2006/relationships" xmlns:a="http://schemas.openxmlformats.org/drawingml/2006/main" r:embed="R0ae0fb6518b24bda"/>
          <a:stretch xmlns:a="http://schemas.openxmlformats.org/drawingml/2006/main"/>
        </p:blipFill>
        <p:spPr>
          <a:xfrm xmlns:a="http://schemas.openxmlformats.org/drawingml/2006/main">
            <a:off x="3194746" y="4667250"/>
            <a:ext cx="4659508" cy="42862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8EF9192-FD5B-414C-AA4C-15F850482918}"/>
              </a:ext>
            </a:extLst>
          </p:cNvPr>
          <p:cNvPicPr>
            <a:picLocks xmlns:a="http://schemas.openxmlformats.org/drawingml/2006/main" noChangeAspect="1"/>
          </p:cNvPicPr>
          <p:nvPr/>
        </p:nvPicPr>
        <p:blipFill>
          <a:blip xmlns:r="http://schemas.openxmlformats.org/officeDocument/2006/relationships" xmlns:a="http://schemas.openxmlformats.org/drawingml/2006/main" r:embed="Re62c545e99304e28"/>
          <a:stretch xmlns:a="http://schemas.openxmlformats.org/drawingml/2006/main"/>
        </p:blipFill>
        <p:spPr>
          <a:xfrm xmlns:a="http://schemas.openxmlformats.org/drawingml/2006/main">
            <a:off x="10427525" y="4667250"/>
            <a:ext cx="4671950" cy="4286250"/>
          </a:xfrm>
          <a:prstGeom xmlns:a="http://schemas.openxmlformats.org/drawingml/2006/main" prst="rect">
            <a:avLst/>
          </a:prstGeom>
        </p:spPr>
      </p:pic>
      <p:sp>
        <p:nvSpPr>
          <p:cNvPr id="10" name="exothermic-caption">
            <a:extLst xmlns:a="http://schemas.openxmlformats.org/drawingml/2006/main">
              <a:ext uri="{FF2B5EF4-FFF2-40B4-BE49-F238E27FC236}">
                <a16:creationId xmlns:a16="http://schemas.microsoft.com/office/drawing/2014/main" id="{63021C9D-996A-44E6-B228-34B70803F02C}"/>
              </a:ext>
            </a:extLst>
          </p:cNvPr>
          <p:cNvSpPr>
            <a:spLocks xmlns:a="http://schemas.openxmlformats.org/drawingml/2006/main" noGrp="1"/>
          </p:cNvSpPr>
          <p:nvPr/>
        </p:nvSpPr>
        <p:spPr>
          <a:xfrm xmlns:a="http://schemas.openxmlformats.org/drawingml/2006/main">
            <a:off x="2952750" y="9105900"/>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60" b="1">
                <a:solidFill>
                  <a:srgbClr val="111111"/>
                </a:solidFill>
                <a:latin typeface="Pretendard"/>
                <a:ea typeface="Pretendard"/>
                <a:cs typeface="Pretendard"/>
              </a:defRPr>
            </a:defPPr>
            <a:lvl1pPr algn="ctr">
              <a:defRPr sz="3660" b="1">
                <a:solidFill>
                  <a:srgbClr val="111111"/>
                </a:solidFill>
                <a:latin typeface="Pretendard"/>
                <a:ea typeface="Pretendard"/>
                <a:cs typeface="Pretendard"/>
              </a:defRPr>
            </a:lvl1pPr>
            <a:lvl2pPr algn="ctr">
              <a:defRPr sz="3660" b="1">
                <a:solidFill>
                  <a:srgbClr val="111111"/>
                </a:solidFill>
                <a:latin typeface="Pretendard"/>
                <a:ea typeface="Pretendard"/>
                <a:cs typeface="Pretendard"/>
              </a:defRPr>
            </a:lvl2pPr>
            <a:lvl3pPr algn="ctr">
              <a:defRPr sz="3660" b="1">
                <a:solidFill>
                  <a:srgbClr val="111111"/>
                </a:solidFill>
                <a:latin typeface="Pretendard"/>
                <a:ea typeface="Pretendard"/>
                <a:cs typeface="Pretendard"/>
              </a:defRPr>
            </a:lvl3pPr>
            <a:lvl4pPr algn="ctr">
              <a:defRPr sz="3660" b="1">
                <a:solidFill>
                  <a:srgbClr val="111111"/>
                </a:solidFill>
                <a:latin typeface="Pretendard"/>
                <a:ea typeface="Pretendard"/>
                <a:cs typeface="Pretendard"/>
              </a:defRPr>
            </a:lvl4pPr>
            <a:lvl5pPr algn="ctr">
              <a:defRPr sz="3660" b="1">
                <a:solidFill>
                  <a:srgbClr val="111111"/>
                </a:solidFill>
                <a:latin typeface="Pretendard"/>
                <a:ea typeface="Pretendard"/>
                <a:cs typeface="Pretendard"/>
              </a:defRPr>
            </a:lvl5pPr>
            <a:lvl6pPr algn="ctr">
              <a:defRPr sz="3660" b="1">
                <a:solidFill>
                  <a:srgbClr val="111111"/>
                </a:solidFill>
                <a:latin typeface="Pretendard"/>
                <a:ea typeface="Pretendard"/>
                <a:cs typeface="Pretendard"/>
              </a:defRPr>
            </a:lvl6pPr>
            <a:lvl7pPr algn="ctr">
              <a:defRPr sz="3660" b="1">
                <a:solidFill>
                  <a:srgbClr val="111111"/>
                </a:solidFill>
                <a:latin typeface="Pretendard"/>
                <a:ea typeface="Pretendard"/>
                <a:cs typeface="Pretendard"/>
              </a:defRPr>
            </a:lvl7pPr>
            <a:lvl8pPr algn="ctr">
              <a:defRPr sz="3660" b="1">
                <a:solidFill>
                  <a:srgbClr val="111111"/>
                </a:solidFill>
                <a:latin typeface="Pretendard"/>
                <a:ea typeface="Pretendard"/>
                <a:cs typeface="Pretendard"/>
              </a:defRPr>
            </a:lvl8pPr>
            <a:lvl9pPr algn="ctr">
              <a:defRPr sz="3660" b="1">
                <a:solidFill>
                  <a:srgbClr val="111111"/>
                </a:solidFill>
                <a:latin typeface="Pretendard"/>
                <a:ea typeface="Pretendard"/>
                <a:cs typeface="Pretendard"/>
              </a:defRPr>
            </a:lvl9pPr>
          </a:lstStyle>
          <a:p xmlns:a="http://schemas.openxmlformats.org/drawingml/2006/main">
            <a:pPr algn="ctr">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a:t>
            </a:r>
          </a:p>
        </p:txBody>
      </p:sp>
      <p:sp>
        <p:nvSpPr>
          <p:cNvPr id="11" name="exothermic-sign">
            <a:extLst xmlns:a="http://schemas.openxmlformats.org/drawingml/2006/main">
              <a:ext uri="{FF2B5EF4-FFF2-40B4-BE49-F238E27FC236}">
                <a16:creationId xmlns:a16="http://schemas.microsoft.com/office/drawing/2014/main" id="{71F1AB10-43CB-46E6-B8C7-1951184A5284}"/>
              </a:ext>
            </a:extLst>
          </p:cNvPr>
          <p:cNvSpPr>
            <a:spLocks xmlns:a="http://schemas.openxmlformats.org/drawingml/2006/main" noGrp="1"/>
          </p:cNvSpPr>
          <p:nvPr/>
        </p:nvSpPr>
        <p:spPr>
          <a:xfrm xmlns:a="http://schemas.openxmlformats.org/drawingml/2006/main">
            <a:off x="5810250" y="9105900"/>
            <a:ext cx="223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60" b="1">
                <a:solidFill>
                  <a:srgbClr val="57962F"/>
                </a:solidFill>
                <a:latin typeface="Pretendard"/>
                <a:ea typeface="Pretendard"/>
                <a:cs typeface="Pretendard"/>
              </a:defRPr>
            </a:defPPr>
            <a:lvl1pPr algn="ctr">
              <a:defRPr sz="3660" b="1">
                <a:solidFill>
                  <a:srgbClr val="57962F"/>
                </a:solidFill>
                <a:latin typeface="Pretendard"/>
                <a:ea typeface="Pretendard"/>
                <a:cs typeface="Pretendard"/>
              </a:defRPr>
            </a:lvl1pPr>
            <a:lvl2pPr algn="ctr">
              <a:defRPr sz="3660" b="1">
                <a:solidFill>
                  <a:srgbClr val="57962F"/>
                </a:solidFill>
                <a:latin typeface="Pretendard"/>
                <a:ea typeface="Pretendard"/>
                <a:cs typeface="Pretendard"/>
              </a:defRPr>
            </a:lvl2pPr>
            <a:lvl3pPr algn="ctr">
              <a:defRPr sz="3660" b="1">
                <a:solidFill>
                  <a:srgbClr val="57962F"/>
                </a:solidFill>
                <a:latin typeface="Pretendard"/>
                <a:ea typeface="Pretendard"/>
                <a:cs typeface="Pretendard"/>
              </a:defRPr>
            </a:lvl3pPr>
            <a:lvl4pPr algn="ctr">
              <a:defRPr sz="3660" b="1">
                <a:solidFill>
                  <a:srgbClr val="57962F"/>
                </a:solidFill>
                <a:latin typeface="Pretendard"/>
                <a:ea typeface="Pretendard"/>
                <a:cs typeface="Pretendard"/>
              </a:defRPr>
            </a:lvl4pPr>
            <a:lvl5pPr algn="ctr">
              <a:defRPr sz="3660" b="1">
                <a:solidFill>
                  <a:srgbClr val="57962F"/>
                </a:solidFill>
                <a:latin typeface="Pretendard"/>
                <a:ea typeface="Pretendard"/>
                <a:cs typeface="Pretendard"/>
              </a:defRPr>
            </a:lvl5pPr>
            <a:lvl6pPr algn="ctr">
              <a:defRPr sz="3660" b="1">
                <a:solidFill>
                  <a:srgbClr val="57962F"/>
                </a:solidFill>
                <a:latin typeface="Pretendard"/>
                <a:ea typeface="Pretendard"/>
                <a:cs typeface="Pretendard"/>
              </a:defRPr>
            </a:lvl6pPr>
            <a:lvl7pPr algn="ctr">
              <a:defRPr sz="3660" b="1">
                <a:solidFill>
                  <a:srgbClr val="57962F"/>
                </a:solidFill>
                <a:latin typeface="Pretendard"/>
                <a:ea typeface="Pretendard"/>
                <a:cs typeface="Pretendard"/>
              </a:defRPr>
            </a:lvl7pPr>
            <a:lvl8pPr algn="ctr">
              <a:defRPr sz="3660" b="1">
                <a:solidFill>
                  <a:srgbClr val="57962F"/>
                </a:solidFill>
                <a:latin typeface="Pretendard"/>
                <a:ea typeface="Pretendard"/>
                <a:cs typeface="Pretendard"/>
              </a:defRPr>
            </a:lvl8pPr>
            <a:lvl9pPr algn="ctr">
              <a:defRPr sz="3660" b="1">
                <a:solidFill>
                  <a:srgbClr val="57962F"/>
                </a:solidFill>
                <a:latin typeface="Pretendard"/>
                <a:ea typeface="Pretendard"/>
                <a:cs typeface="Pretendard"/>
              </a:defRPr>
            </a:lvl9pPr>
          </a:lstStyle>
          <a:p xmlns:a="http://schemas.openxmlformats.org/drawingml/2006/main">
            <a:pPr algn="ctr">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Δ</a:t>
            </a:r>
            <a:r>
              <a:rPr sz="3660" b="1" i="1">
                <a:solidFill>
                  <a:srgbClr val="57962F"/>
                </a:solidFill>
                <a:latin typeface="Pretendard"/>
                <a:ea typeface="Pretendard"/>
                <a:cs typeface="Pretendard"/>
              </a:rPr>
              <a:t>H</a:t>
            </a:r>
            <a:r>
              <a:rPr sz="3660" b="1">
                <a:solidFill>
                  <a:srgbClr val="57962F"/>
                </a:solidFill>
                <a:latin typeface="Pretendard"/>
                <a:ea typeface="Pretendard"/>
                <a:cs typeface="Pretendard"/>
              </a:rPr>
              <a:t> &lt; 0</a:t>
            </a:r>
          </a:p>
        </p:txBody>
      </p:sp>
      <p:sp>
        <p:nvSpPr>
          <p:cNvPr id="12" name="endothermic-caption">
            <a:extLst xmlns:a="http://schemas.openxmlformats.org/drawingml/2006/main">
              <a:ext uri="{FF2B5EF4-FFF2-40B4-BE49-F238E27FC236}">
                <a16:creationId xmlns:a16="http://schemas.microsoft.com/office/drawing/2014/main" id="{AFC7FC61-CFAC-4133-8D6D-5DC8FF6BD323}"/>
              </a:ext>
            </a:extLst>
          </p:cNvPr>
          <p:cNvSpPr>
            <a:spLocks xmlns:a="http://schemas.openxmlformats.org/drawingml/2006/main" noGrp="1"/>
          </p:cNvSpPr>
          <p:nvPr/>
        </p:nvSpPr>
        <p:spPr>
          <a:xfrm xmlns:a="http://schemas.openxmlformats.org/drawingml/2006/main">
            <a:off x="10191750" y="9105900"/>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60" b="1">
                <a:solidFill>
                  <a:srgbClr val="111111"/>
                </a:solidFill>
                <a:latin typeface="Pretendard"/>
                <a:ea typeface="Pretendard"/>
                <a:cs typeface="Pretendard"/>
              </a:defRPr>
            </a:defPPr>
            <a:lvl1pPr algn="ctr">
              <a:defRPr sz="3660" b="1">
                <a:solidFill>
                  <a:srgbClr val="111111"/>
                </a:solidFill>
                <a:latin typeface="Pretendard"/>
                <a:ea typeface="Pretendard"/>
                <a:cs typeface="Pretendard"/>
              </a:defRPr>
            </a:lvl1pPr>
            <a:lvl2pPr algn="ctr">
              <a:defRPr sz="3660" b="1">
                <a:solidFill>
                  <a:srgbClr val="111111"/>
                </a:solidFill>
                <a:latin typeface="Pretendard"/>
                <a:ea typeface="Pretendard"/>
                <a:cs typeface="Pretendard"/>
              </a:defRPr>
            </a:lvl2pPr>
            <a:lvl3pPr algn="ctr">
              <a:defRPr sz="3660" b="1">
                <a:solidFill>
                  <a:srgbClr val="111111"/>
                </a:solidFill>
                <a:latin typeface="Pretendard"/>
                <a:ea typeface="Pretendard"/>
                <a:cs typeface="Pretendard"/>
              </a:defRPr>
            </a:lvl3pPr>
            <a:lvl4pPr algn="ctr">
              <a:defRPr sz="3660" b="1">
                <a:solidFill>
                  <a:srgbClr val="111111"/>
                </a:solidFill>
                <a:latin typeface="Pretendard"/>
                <a:ea typeface="Pretendard"/>
                <a:cs typeface="Pretendard"/>
              </a:defRPr>
            </a:lvl4pPr>
            <a:lvl5pPr algn="ctr">
              <a:defRPr sz="3660" b="1">
                <a:solidFill>
                  <a:srgbClr val="111111"/>
                </a:solidFill>
                <a:latin typeface="Pretendard"/>
                <a:ea typeface="Pretendard"/>
                <a:cs typeface="Pretendard"/>
              </a:defRPr>
            </a:lvl5pPr>
            <a:lvl6pPr algn="ctr">
              <a:defRPr sz="3660" b="1">
                <a:solidFill>
                  <a:srgbClr val="111111"/>
                </a:solidFill>
                <a:latin typeface="Pretendard"/>
                <a:ea typeface="Pretendard"/>
                <a:cs typeface="Pretendard"/>
              </a:defRPr>
            </a:lvl6pPr>
            <a:lvl7pPr algn="ctr">
              <a:defRPr sz="3660" b="1">
                <a:solidFill>
                  <a:srgbClr val="111111"/>
                </a:solidFill>
                <a:latin typeface="Pretendard"/>
                <a:ea typeface="Pretendard"/>
                <a:cs typeface="Pretendard"/>
              </a:defRPr>
            </a:lvl7pPr>
            <a:lvl8pPr algn="ctr">
              <a:defRPr sz="3660" b="1">
                <a:solidFill>
                  <a:srgbClr val="111111"/>
                </a:solidFill>
                <a:latin typeface="Pretendard"/>
                <a:ea typeface="Pretendard"/>
                <a:cs typeface="Pretendard"/>
              </a:defRPr>
            </a:lvl8pPr>
            <a:lvl9pPr algn="ctr">
              <a:defRPr sz="3660" b="1">
                <a:solidFill>
                  <a:srgbClr val="111111"/>
                </a:solidFill>
                <a:latin typeface="Pretendard"/>
                <a:ea typeface="Pretendard"/>
                <a:cs typeface="Pretendard"/>
              </a:defRPr>
            </a:lvl9pPr>
          </a:lstStyle>
          <a:p xmlns:a="http://schemas.openxmlformats.org/drawingml/2006/main">
            <a:pPr algn="ctr">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흡열 반응</a:t>
            </a:r>
          </a:p>
        </p:txBody>
      </p:sp>
      <p:sp>
        <p:nvSpPr>
          <p:cNvPr id="13" name="endothermic-sign">
            <a:extLst xmlns:a="http://schemas.openxmlformats.org/drawingml/2006/main">
              <a:ext uri="{FF2B5EF4-FFF2-40B4-BE49-F238E27FC236}">
                <a16:creationId xmlns:a16="http://schemas.microsoft.com/office/drawing/2014/main" id="{120F4A68-FF22-49A5-B69C-BEA8F33418EF}"/>
              </a:ext>
            </a:extLst>
          </p:cNvPr>
          <p:cNvSpPr>
            <a:spLocks xmlns:a="http://schemas.openxmlformats.org/drawingml/2006/main" noGrp="1"/>
          </p:cNvSpPr>
          <p:nvPr/>
        </p:nvSpPr>
        <p:spPr>
          <a:xfrm xmlns:a="http://schemas.openxmlformats.org/drawingml/2006/main">
            <a:off x="13049250" y="9105900"/>
            <a:ext cx="223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60" b="1">
                <a:solidFill>
                  <a:srgbClr val="57962F"/>
                </a:solidFill>
                <a:latin typeface="Pretendard"/>
                <a:ea typeface="Pretendard"/>
                <a:cs typeface="Pretendard"/>
              </a:defRPr>
            </a:defPPr>
            <a:lvl1pPr algn="ctr">
              <a:defRPr sz="3660" b="1">
                <a:solidFill>
                  <a:srgbClr val="57962F"/>
                </a:solidFill>
                <a:latin typeface="Pretendard"/>
                <a:ea typeface="Pretendard"/>
                <a:cs typeface="Pretendard"/>
              </a:defRPr>
            </a:lvl1pPr>
            <a:lvl2pPr algn="ctr">
              <a:defRPr sz="3660" b="1">
                <a:solidFill>
                  <a:srgbClr val="57962F"/>
                </a:solidFill>
                <a:latin typeface="Pretendard"/>
                <a:ea typeface="Pretendard"/>
                <a:cs typeface="Pretendard"/>
              </a:defRPr>
            </a:lvl2pPr>
            <a:lvl3pPr algn="ctr">
              <a:defRPr sz="3660" b="1">
                <a:solidFill>
                  <a:srgbClr val="57962F"/>
                </a:solidFill>
                <a:latin typeface="Pretendard"/>
                <a:ea typeface="Pretendard"/>
                <a:cs typeface="Pretendard"/>
              </a:defRPr>
            </a:lvl3pPr>
            <a:lvl4pPr algn="ctr">
              <a:defRPr sz="3660" b="1">
                <a:solidFill>
                  <a:srgbClr val="57962F"/>
                </a:solidFill>
                <a:latin typeface="Pretendard"/>
                <a:ea typeface="Pretendard"/>
                <a:cs typeface="Pretendard"/>
              </a:defRPr>
            </a:lvl4pPr>
            <a:lvl5pPr algn="ctr">
              <a:defRPr sz="3660" b="1">
                <a:solidFill>
                  <a:srgbClr val="57962F"/>
                </a:solidFill>
                <a:latin typeface="Pretendard"/>
                <a:ea typeface="Pretendard"/>
                <a:cs typeface="Pretendard"/>
              </a:defRPr>
            </a:lvl5pPr>
            <a:lvl6pPr algn="ctr">
              <a:defRPr sz="3660" b="1">
                <a:solidFill>
                  <a:srgbClr val="57962F"/>
                </a:solidFill>
                <a:latin typeface="Pretendard"/>
                <a:ea typeface="Pretendard"/>
                <a:cs typeface="Pretendard"/>
              </a:defRPr>
            </a:lvl6pPr>
            <a:lvl7pPr algn="ctr">
              <a:defRPr sz="3660" b="1">
                <a:solidFill>
                  <a:srgbClr val="57962F"/>
                </a:solidFill>
                <a:latin typeface="Pretendard"/>
                <a:ea typeface="Pretendard"/>
                <a:cs typeface="Pretendard"/>
              </a:defRPr>
            </a:lvl7pPr>
            <a:lvl8pPr algn="ctr">
              <a:defRPr sz="3660" b="1">
                <a:solidFill>
                  <a:srgbClr val="57962F"/>
                </a:solidFill>
                <a:latin typeface="Pretendard"/>
                <a:ea typeface="Pretendard"/>
                <a:cs typeface="Pretendard"/>
              </a:defRPr>
            </a:lvl8pPr>
            <a:lvl9pPr algn="ctr">
              <a:defRPr sz="3660" b="1">
                <a:solidFill>
                  <a:srgbClr val="57962F"/>
                </a:solidFill>
                <a:latin typeface="Pretendard"/>
                <a:ea typeface="Pretendard"/>
                <a:cs typeface="Pretendard"/>
              </a:defRPr>
            </a:lvl9pPr>
          </a:lstStyle>
          <a:p xmlns:a="http://schemas.openxmlformats.org/drawingml/2006/main">
            <a:pPr algn="ctr">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Δ</a:t>
            </a:r>
            <a:r>
              <a:rPr sz="3660" b="1" i="1">
                <a:solidFill>
                  <a:srgbClr val="57962F"/>
                </a:solidFill>
                <a:latin typeface="Pretendard"/>
                <a:ea typeface="Pretendard"/>
                <a:cs typeface="Pretendard"/>
              </a:rPr>
              <a:t>H</a:t>
            </a:r>
            <a:r>
              <a:rPr sz="3660" b="1">
                <a:solidFill>
                  <a:srgbClr val="57962F"/>
                </a:solidFill>
                <a:latin typeface="Pretendard"/>
                <a:ea typeface="Pretendard"/>
                <a:cs typeface="Pretendard"/>
              </a:rPr>
              <a:t> &gt; 0</a:t>
            </a:r>
          </a:p>
        </p:txBody>
      </p:sp>
    </p:spTree>
    <p:extLst>
      <p:ext uri="{BB962C8B-B14F-4D97-AF65-F5344CB8AC3E}">
        <p14:creationId xmlns:p14="http://schemas.microsoft.com/office/powerpoint/2010/main" val="16513924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ADA23F7-0FD2-4FF0-A1A9-310D025EE23D}"/>
              </a:ext>
            </a:extLst>
          </p:cNvPr>
          <p:cNvPicPr>
            <a:picLocks xmlns:a="http://schemas.openxmlformats.org/drawingml/2006/main" noChangeAspect="1"/>
          </p:cNvPicPr>
          <p:nvPr/>
        </p:nvPicPr>
        <p:blipFill>
          <a:blip xmlns:r="http://schemas.openxmlformats.org/officeDocument/2006/relationships" xmlns:a="http://schemas.openxmlformats.org/drawingml/2006/main" r:embed="Rd3b3a65e62c14320"/>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4C39FFC-BC47-4566-9619-E33825166B55}"/>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xmlns:a="http://schemas.openxmlformats.org/drawingml/2006/main">
              <a:ext uri="{FF2B5EF4-FFF2-40B4-BE49-F238E27FC236}">
                <a16:creationId xmlns:a16="http://schemas.microsoft.com/office/drawing/2014/main" id="{65A109FA-7D36-444C-B71E-39AF3B097CED}"/>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1062A48F-4A6D-4DB4-88BA-F224B8A3F788}"/>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xmlns:a="http://schemas.openxmlformats.org/drawingml/2006/main">
              <a:ext uri="{FF2B5EF4-FFF2-40B4-BE49-F238E27FC236}">
                <a16:creationId xmlns:a16="http://schemas.microsoft.com/office/drawing/2014/main" id="{09852050-6318-4FC1-8173-7CDB03DA02C2}"/>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엔탈피의 부호</a:t>
            </a:r>
          </a:p>
        </p:txBody>
      </p:sp>
      <p:sp>
        <p:nvSpPr>
          <p:cNvPr id="6" name="explanation">
            <a:extLst xmlns:a="http://schemas.openxmlformats.org/drawingml/2006/main">
              <a:ext uri="{FF2B5EF4-FFF2-40B4-BE49-F238E27FC236}">
                <a16:creationId xmlns:a16="http://schemas.microsoft.com/office/drawing/2014/main" id="{31A69FAC-F260-4345-81A2-5370C5D42A52}"/>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생성물과 반응물의 엔탈피 합의 차이에 따라 부호가 달라진다</a:t>
            </a:r>
          </a:p>
        </p:txBody>
      </p:sp>
      <p:sp>
        <p:nvSpPr>
          <p:cNvPr id="7" name="copyright">
            <a:extLst xmlns:a="http://schemas.openxmlformats.org/drawingml/2006/main">
              <a:ext uri="{FF2B5EF4-FFF2-40B4-BE49-F238E27FC236}">
                <a16:creationId xmlns:a16="http://schemas.microsoft.com/office/drawing/2014/main" id="{941CADEE-105A-437F-9584-39484607097E}"/>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495F607E-23DA-4269-8815-A1F40E286507}"/>
              </a:ext>
            </a:extLst>
          </p:cNvPr>
          <p:cNvPicPr>
            <a:picLocks xmlns:a="http://schemas.openxmlformats.org/drawingml/2006/main" noChangeAspect="1"/>
          </p:cNvPicPr>
          <p:nvPr/>
        </p:nvPicPr>
        <p:blipFill>
          <a:blip xmlns:r="http://schemas.openxmlformats.org/officeDocument/2006/relationships" xmlns:a="http://schemas.openxmlformats.org/drawingml/2006/main" r:embed="Rdc0683b7545a4c6c"/>
          <a:stretch xmlns:a="http://schemas.openxmlformats.org/drawingml/2006/main"/>
        </p:blipFill>
        <p:spPr>
          <a:xfrm xmlns:a="http://schemas.openxmlformats.org/drawingml/2006/main">
            <a:off x="1714500" y="5280105"/>
            <a:ext cx="14859000" cy="2298540"/>
          </a:xfrm>
          <a:prstGeom xmlns:a="http://schemas.openxmlformats.org/drawingml/2006/main" prst="rect">
            <a:avLst/>
          </a:prstGeom>
        </p:spPr>
      </p:pic>
    </p:spTree>
    <p:extLst>
      <p:ext uri="{BB962C8B-B14F-4D97-AF65-F5344CB8AC3E}">
        <p14:creationId xmlns:p14="http://schemas.microsoft.com/office/powerpoint/2010/main" val="201368325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2DB6B53-7862-46EE-99A7-7312941F8DE3}"/>
              </a:ext>
            </a:extLst>
          </p:cNvPr>
          <p:cNvPicPr>
            <a:picLocks xmlns:a="http://schemas.openxmlformats.org/drawingml/2006/main" noChangeAspect="1"/>
          </p:cNvPicPr>
          <p:nvPr/>
        </p:nvPicPr>
        <p:blipFill>
          <a:blip xmlns:r="http://schemas.openxmlformats.org/officeDocument/2006/relationships" xmlns:a="http://schemas.openxmlformats.org/drawingml/2006/main" r:embed="Rd63fb93e4b894b0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8E1EE2EA-2A29-40BA-9C6F-BEEFB844833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B421A07-6EB3-441A-8512-D136E3E95ED0}"/>
              </a:ext>
            </a:extLst>
          </p:cNvPr>
          <p:cNvPicPr>
            <a:picLocks xmlns:a="http://schemas.openxmlformats.org/drawingml/2006/main" noChangeAspect="1"/>
          </p:cNvPicPr>
          <p:nvPr/>
        </p:nvPicPr>
        <p:blipFill>
          <a:blip xmlns:r="http://schemas.openxmlformats.org/officeDocument/2006/relationships" xmlns:a="http://schemas.openxmlformats.org/drawingml/2006/main" r:embed="R5543f1155b1f47d7"/>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D587C840-E33C-4EFC-B0B4-EA4F728DA5B3}"/>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25E1F6BE-5095-4A4C-8FDE-740AF3892427}"/>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xmlns:a="http://schemas.openxmlformats.org/drawingml/2006/main">
              <a:ext uri="{FF2B5EF4-FFF2-40B4-BE49-F238E27FC236}">
                <a16:creationId xmlns:a16="http://schemas.microsoft.com/office/drawing/2014/main" id="{DD586E02-8CBC-4309-BD44-6CB8AA883823}"/>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열화학 반응식</a:t>
            </a:r>
          </a:p>
        </p:txBody>
      </p:sp>
      <p:sp>
        <p:nvSpPr>
          <p:cNvPr id="7" name="theory_curiosity">
            <a:extLst xmlns:a="http://schemas.openxmlformats.org/drawingml/2006/main">
              <a:ext uri="{FF2B5EF4-FFF2-40B4-BE49-F238E27FC236}">
                <a16:creationId xmlns:a16="http://schemas.microsoft.com/office/drawing/2014/main" id="{BC6BB031-C393-44A5-BF21-5549CC992ED4}"/>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p14:creationId xmlns:p14="http://schemas.microsoft.com/office/powerpoint/2010/main" val="10686871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B13C293-6F4C-409A-AA7D-EEE6C1C08F42}"/>
              </a:ext>
            </a:extLst>
          </p:cNvPr>
          <p:cNvPicPr>
            <a:picLocks xmlns:a="http://schemas.openxmlformats.org/drawingml/2006/main" noChangeAspect="1"/>
          </p:cNvPicPr>
          <p:nvPr/>
        </p:nvPicPr>
        <p:blipFill>
          <a:blip xmlns:r="http://schemas.openxmlformats.org/officeDocument/2006/relationships" xmlns:a="http://schemas.openxmlformats.org/drawingml/2006/main" r:embed="Rce3566b5817d4d4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F81052F2-BE72-41F0-97A6-3FBD1735B36D}"/>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xmlns:a="http://schemas.openxmlformats.org/drawingml/2006/main">
              <a:ext uri="{FF2B5EF4-FFF2-40B4-BE49-F238E27FC236}">
                <a16:creationId xmlns:a16="http://schemas.microsoft.com/office/drawing/2014/main" id="{AD4C05DC-CC9B-4CB2-9BB7-97CAF97320DB}"/>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7F2D9998-BE0C-48DF-9080-E9AE5D8C1C2E}"/>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xmlns:a="http://schemas.openxmlformats.org/drawingml/2006/main">
              <a:ext uri="{FF2B5EF4-FFF2-40B4-BE49-F238E27FC236}">
                <a16:creationId xmlns:a16="http://schemas.microsoft.com/office/drawing/2014/main" id="{851B0F7C-9377-470C-AE5C-990E4BEA9A42}"/>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반응식이란?</a:t>
            </a:r>
          </a:p>
        </p:txBody>
      </p:sp>
      <p:sp>
        <p:nvSpPr>
          <p:cNvPr id="6" name="copyright">
            <a:extLst xmlns:a="http://schemas.openxmlformats.org/drawingml/2006/main">
              <a:ext uri="{FF2B5EF4-FFF2-40B4-BE49-F238E27FC236}">
                <a16:creationId xmlns:a16="http://schemas.microsoft.com/office/drawing/2014/main" id="{E7ABC407-4B6E-4A44-9B64-D841942FAB03}"/>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definition-box">
            <a:extLst xmlns:a="http://schemas.openxmlformats.org/drawingml/2006/main">
              <a:ext uri="{FF2B5EF4-FFF2-40B4-BE49-F238E27FC236}">
                <a16:creationId xmlns:a16="http://schemas.microsoft.com/office/drawing/2014/main" id="{D56D95A5-B760-4028-A708-FD4B77C9C8D5}"/>
              </a:ext>
            </a:extLst>
          </p:cNvPr>
          <p:cNvSpPr>
            <a:spLocks xmlns:a="http://schemas.openxmlformats.org/drawingml/2006/main" noGrp="1"/>
          </p:cNvSpPr>
          <p:nvPr/>
        </p:nvSpPr>
        <p:spPr>
          <a:xfrm xmlns:a="http://schemas.openxmlformats.org/drawingml/2006/main">
            <a:off x="2190750" y="4762500"/>
            <a:ext cx="13906500" cy="2190750"/>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0">
            <a:noFill/>
          </a:ln>
        </p:spPr>
      </p:sp>
      <p:sp>
        <p:nvSpPr>
          <p:cNvPr id="8" name="definition-line-1">
            <a:extLst xmlns:a="http://schemas.openxmlformats.org/drawingml/2006/main">
              <a:ext uri="{FF2B5EF4-FFF2-40B4-BE49-F238E27FC236}">
                <a16:creationId xmlns:a16="http://schemas.microsoft.com/office/drawing/2014/main" id="{040CF2BC-64FB-4549-B4E9-A0F9F348B249}"/>
              </a:ext>
            </a:extLst>
          </p:cNvPr>
          <p:cNvSpPr>
            <a:spLocks xmlns:a="http://schemas.openxmlformats.org/drawingml/2006/main" noGrp="1"/>
          </p:cNvSpPr>
          <p:nvPr/>
        </p:nvSpPr>
        <p:spPr>
          <a:xfrm xmlns:a="http://schemas.openxmlformats.org/drawingml/2006/main">
            <a:off x="2571750" y="5191125"/>
            <a:ext cx="1314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xmlns:a="http://schemas.openxmlformats.org/drawingml/2006/main">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화학 반응식에 반응 엔탈피를</a:t>
            </a:r>
          </a:p>
        </p:txBody>
      </p:sp>
      <p:sp>
        <p:nvSpPr>
          <p:cNvPr id="9" name="definition-line-2">
            <a:extLst xmlns:a="http://schemas.openxmlformats.org/drawingml/2006/main">
              <a:ext uri="{FF2B5EF4-FFF2-40B4-BE49-F238E27FC236}">
                <a16:creationId xmlns:a16="http://schemas.microsoft.com/office/drawing/2014/main" id="{823DD3E0-3FE0-4863-AFDD-7FE84963918F}"/>
              </a:ext>
            </a:extLst>
          </p:cNvPr>
          <p:cNvSpPr>
            <a:spLocks xmlns:a="http://schemas.openxmlformats.org/drawingml/2006/main" noGrp="1"/>
          </p:cNvSpPr>
          <p:nvPr/>
        </p:nvSpPr>
        <p:spPr>
          <a:xfrm xmlns:a="http://schemas.openxmlformats.org/drawingml/2006/main">
            <a:off x="2571750" y="6048375"/>
            <a:ext cx="1314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xmlns:a="http://schemas.openxmlformats.org/drawingml/2006/main">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함께 나타낸 것을 열화학 반응식이라고 한다</a:t>
            </a:r>
          </a:p>
        </p:txBody>
      </p:sp>
      <p:pic>
        <p:nvPicPr>
          <p:cNvPr id="10" name="">
            <a:extLst xmlns:a="http://schemas.openxmlformats.org/drawingml/2006/main">
              <a:ext uri="{FF2B5EF4-FFF2-40B4-BE49-F238E27FC236}">
                <a16:creationId xmlns:a16="http://schemas.microsoft.com/office/drawing/2014/main" id="{CD932F07-6A44-4069-8514-4597006C55F3}"/>
              </a:ext>
            </a:extLst>
          </p:cNvPr>
          <p:cNvPicPr>
            <a:picLocks xmlns:a="http://schemas.openxmlformats.org/drawingml/2006/main" noChangeAspect="1"/>
          </p:cNvPicPr>
          <p:nvPr/>
        </p:nvPicPr>
        <p:blipFill>
          <a:blip xmlns:r="http://schemas.openxmlformats.org/officeDocument/2006/relationships" xmlns:a="http://schemas.openxmlformats.org/drawingml/2006/main" r:embed="R9556e062fe2e49fd"/>
          <a:stretch xmlns:a="http://schemas.openxmlformats.org/drawingml/2006/main"/>
        </p:blipFill>
        <p:spPr>
          <a:xfrm xmlns:a="http://schemas.openxmlformats.org/drawingml/2006/main">
            <a:off x="1809750" y="7756677"/>
            <a:ext cx="14668500" cy="726771"/>
          </a:xfrm>
          <a:prstGeom xmlns:a="http://schemas.openxmlformats.org/drawingml/2006/main" prst="rect">
            <a:avLst/>
          </a:prstGeom>
        </p:spPr>
      </p:pic>
    </p:spTree>
    <p:extLst>
      <p:ext uri="{BB962C8B-B14F-4D97-AF65-F5344CB8AC3E}">
        <p14:creationId xmlns:p14="http://schemas.microsoft.com/office/powerpoint/2010/main" val="9262276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5FA11EF-E3CC-4B1A-B5CF-1BBA4A54A883}"/>
              </a:ext>
            </a:extLst>
          </p:cNvPr>
          <p:cNvPicPr>
            <a:picLocks xmlns:a="http://schemas.openxmlformats.org/drawingml/2006/main" noChangeAspect="1"/>
          </p:cNvPicPr>
          <p:nvPr/>
        </p:nvPicPr>
        <p:blipFill>
          <a:blip xmlns:r="http://schemas.openxmlformats.org/officeDocument/2006/relationships" xmlns:a="http://schemas.openxmlformats.org/drawingml/2006/main" r:embed="R950e27477ed746d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158C2C1E-9104-43FD-A5C8-5369302F7CB2}"/>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xmlns:a="http://schemas.openxmlformats.org/drawingml/2006/main">
              <a:ext uri="{FF2B5EF4-FFF2-40B4-BE49-F238E27FC236}">
                <a16:creationId xmlns:a16="http://schemas.microsoft.com/office/drawing/2014/main" id="{FF423045-BEF0-411E-B02D-A72104DEA7D4}"/>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F0DB35B1-FFB2-4C83-9D6F-41FE176292E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xmlns:a="http://schemas.openxmlformats.org/drawingml/2006/main">
              <a:ext uri="{FF2B5EF4-FFF2-40B4-BE49-F238E27FC236}">
                <a16:creationId xmlns:a16="http://schemas.microsoft.com/office/drawing/2014/main" id="{39E726AC-80F6-48D6-8C3C-CE9DB73FF76C}"/>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반응식에 나타낸 열 출입</a:t>
            </a:r>
          </a:p>
        </p:txBody>
      </p:sp>
      <p:sp>
        <p:nvSpPr>
          <p:cNvPr id="6" name="explanation">
            <a:extLst xmlns:a="http://schemas.openxmlformats.org/drawingml/2006/main">
              <a:ext uri="{FF2B5EF4-FFF2-40B4-BE49-F238E27FC236}">
                <a16:creationId xmlns:a16="http://schemas.microsoft.com/office/drawing/2014/main" id="{11B17A03-387D-4B73-BEB4-342664DD91AF}"/>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 엔탈피는 반응식에 나타낸 물질의 상태와 양을 기준으로 한다</a:t>
            </a:r>
          </a:p>
        </p:txBody>
      </p:sp>
      <p:sp>
        <p:nvSpPr>
          <p:cNvPr id="7" name="copyright">
            <a:extLst xmlns:a="http://schemas.openxmlformats.org/drawingml/2006/main">
              <a:ext uri="{FF2B5EF4-FFF2-40B4-BE49-F238E27FC236}">
                <a16:creationId xmlns:a16="http://schemas.microsoft.com/office/drawing/2014/main" id="{82762F35-E266-4739-A105-4452313E2631}"/>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9613E632-5F61-4A8E-B03C-88DE6A77E32D}"/>
              </a:ext>
            </a:extLst>
          </p:cNvPr>
          <p:cNvPicPr>
            <a:picLocks xmlns:a="http://schemas.openxmlformats.org/drawingml/2006/main" noChangeAspect="1"/>
          </p:cNvPicPr>
          <p:nvPr/>
        </p:nvPicPr>
        <p:blipFill>
          <a:blip xmlns:r="http://schemas.openxmlformats.org/officeDocument/2006/relationships" xmlns:a="http://schemas.openxmlformats.org/drawingml/2006/main" r:embed="R97bb4400c8594a3a"/>
          <a:stretch xmlns:a="http://schemas.openxmlformats.org/drawingml/2006/main"/>
        </p:blipFill>
        <p:spPr>
          <a:xfrm xmlns:a="http://schemas.openxmlformats.org/drawingml/2006/main">
            <a:off x="1838727" y="4762500"/>
            <a:ext cx="14610545" cy="7239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B233D7C-56E7-487C-8AFE-D72D2326DF43}"/>
              </a:ext>
            </a:extLst>
          </p:cNvPr>
          <p:cNvPicPr>
            <a:picLocks xmlns:a="http://schemas.openxmlformats.org/drawingml/2006/main" noChangeAspect="1"/>
          </p:cNvPicPr>
          <p:nvPr/>
        </p:nvPicPr>
        <p:blipFill>
          <a:blip xmlns:r="http://schemas.openxmlformats.org/officeDocument/2006/relationships" xmlns:a="http://schemas.openxmlformats.org/drawingml/2006/main" r:embed="R67ef870c988e4183"/>
          <a:stretch xmlns:a="http://schemas.openxmlformats.org/drawingml/2006/main"/>
        </p:blipFill>
        <p:spPr>
          <a:xfrm xmlns:a="http://schemas.openxmlformats.org/drawingml/2006/main">
            <a:off x="3050349" y="5810250"/>
            <a:ext cx="12187303" cy="723900"/>
          </a:xfrm>
          <a:prstGeom xmlns:a="http://schemas.openxmlformats.org/drawingml/2006/main" prst="rect">
            <a:avLst/>
          </a:prstGeom>
        </p:spPr>
      </p:pic>
      <p:sp>
        <p:nvSpPr>
          <p:cNvPr id="10" name="interpretation-panel">
            <a:extLst xmlns:a="http://schemas.openxmlformats.org/drawingml/2006/main">
              <a:ext uri="{FF2B5EF4-FFF2-40B4-BE49-F238E27FC236}">
                <a16:creationId xmlns:a16="http://schemas.microsoft.com/office/drawing/2014/main" id="{5D507DA7-F704-4F0B-9C2A-F78AF96A2036}"/>
              </a:ext>
            </a:extLst>
          </p:cNvPr>
          <p:cNvSpPr>
            <a:spLocks xmlns:a="http://schemas.openxmlformats.org/drawingml/2006/main" noGrp="1"/>
          </p:cNvSpPr>
          <p:nvPr/>
        </p:nvSpPr>
        <p:spPr>
          <a:xfrm xmlns:a="http://schemas.openxmlformats.org/drawingml/2006/main">
            <a:off x="2333625" y="7143750"/>
            <a:ext cx="13620750" cy="2095500"/>
          </a:xfrm>
          <a:prstGeom xmlns:a="http://schemas.openxmlformats.org/drawingml/2006/main" prst="roundRect">
            <a:avLst>
              <a:gd name="adj" fmla="val 12727"/>
            </a:avLst>
          </a:prstGeom>
          <a:solidFill xmlns:a="http://schemas.openxmlformats.org/drawingml/2006/main">
            <a:srgbClr val="F5F5F5"/>
          </a:solidFill>
          <a:ln xmlns:a="http://schemas.openxmlformats.org/drawingml/2006/main" w="0">
            <a:noFill/>
          </a:ln>
        </p:spPr>
      </p:sp>
      <p:sp>
        <p:nvSpPr>
          <p:cNvPr id="11" name="cao-meaning">
            <a:extLst xmlns:a="http://schemas.openxmlformats.org/drawingml/2006/main">
              <a:ext uri="{FF2B5EF4-FFF2-40B4-BE49-F238E27FC236}">
                <a16:creationId xmlns:a16="http://schemas.microsoft.com/office/drawing/2014/main" id="{9A90388A-E162-4EF8-A522-19416F108219}"/>
              </a:ext>
            </a:extLst>
          </p:cNvPr>
          <p:cNvSpPr>
            <a:spLocks xmlns:a="http://schemas.openxmlformats.org/drawingml/2006/main" noGrp="1"/>
          </p:cNvSpPr>
          <p:nvPr/>
        </p:nvSpPr>
        <p:spPr>
          <a:xfrm xmlns:a="http://schemas.openxmlformats.org/drawingml/2006/main">
            <a:off x="2762250" y="7524750"/>
            <a:ext cx="1276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xmlns:a="http://schemas.openxmlformats.org/drawingml/2006/main">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xmlns:a="http://schemas.openxmlformats.org/drawingml/2006/main">
              <a:ext uri="{FF2B5EF4-FFF2-40B4-BE49-F238E27FC236}">
                <a16:creationId xmlns:a16="http://schemas.microsoft.com/office/drawing/2014/main" id="{E5A7662E-A161-42B5-B2A1-2C07D57B8168}"/>
              </a:ext>
            </a:extLst>
          </p:cNvPr>
          <p:cNvSpPr>
            <a:spLocks xmlns:a="http://schemas.openxmlformats.org/drawingml/2006/main" noGrp="1"/>
          </p:cNvSpPr>
          <p:nvPr/>
        </p:nvSpPr>
        <p:spPr>
          <a:xfrm xmlns:a="http://schemas.openxmlformats.org/drawingml/2006/main">
            <a:off x="2762250" y="8382000"/>
            <a:ext cx="1276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xmlns:a="http://schemas.openxmlformats.org/drawingml/2006/main">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p14:creationId xmlns:p14="http://schemas.microsoft.com/office/powerpoint/2010/main" val="7882632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8E6D554B-B1F2-48B3-A994-3FC0E1333377}"/>
              </a:ext>
            </a:extLst>
          </p:cNvPr>
          <p:cNvPicPr>
            <a:picLocks xmlns:a="http://schemas.openxmlformats.org/drawingml/2006/main" noChangeAspect="1"/>
          </p:cNvPicPr>
          <p:nvPr/>
        </p:nvPicPr>
        <p:blipFill>
          <a:blip xmlns:r="http://schemas.openxmlformats.org/officeDocument/2006/relationships" xmlns:a="http://schemas.openxmlformats.org/drawingml/2006/main" r:embed="Rd179d500d95b4f28"/>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012D9C6F-5B61-485E-A573-84719DB20FBC}"/>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xmlns:a="http://schemas.openxmlformats.org/drawingml/2006/main">
              <a:ext uri="{FF2B5EF4-FFF2-40B4-BE49-F238E27FC236}">
                <a16:creationId xmlns:a16="http://schemas.microsoft.com/office/drawing/2014/main" id="{99BB5DE0-E456-4720-A390-B2345888F283}"/>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32CAC0E0-D7BC-457D-AE58-7D0B757F4A2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xmlns:a="http://schemas.openxmlformats.org/drawingml/2006/main">
              <a:ext uri="{FF2B5EF4-FFF2-40B4-BE49-F238E27FC236}">
                <a16:creationId xmlns:a16="http://schemas.microsoft.com/office/drawing/2014/main" id="{B18DFCF6-66F3-449A-A23C-FD78B79DF91C}"/>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반응식의 세 가지 특징</a:t>
            </a:r>
          </a:p>
        </p:txBody>
      </p:sp>
      <p:sp>
        <p:nvSpPr>
          <p:cNvPr id="6" name="copyright">
            <a:extLst xmlns:a="http://schemas.openxmlformats.org/drawingml/2006/main">
              <a:ext uri="{FF2B5EF4-FFF2-40B4-BE49-F238E27FC236}">
                <a16:creationId xmlns:a16="http://schemas.microsoft.com/office/drawing/2014/main" id="{461FF4DC-18C9-49A0-905F-C5F22E5BA9CA}"/>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xmlns:a="http://schemas.openxmlformats.org/drawingml/2006/main">
              <a:ext uri="{FF2B5EF4-FFF2-40B4-BE49-F238E27FC236}">
                <a16:creationId xmlns:a16="http://schemas.microsoft.com/office/drawing/2014/main" id="{60B622D5-670D-40B9-8DA6-BF5C445A3160}"/>
              </a:ext>
            </a:extLst>
          </p:cNvPr>
          <p:cNvSpPr>
            <a:spLocks xmlns:a="http://schemas.openxmlformats.org/drawingml/2006/main" noGrp="1"/>
          </p:cNvSpPr>
          <p:nvPr/>
        </p:nvSpPr>
        <p:spPr>
          <a:xfrm xmlns:a="http://schemas.openxmlformats.org/drawingml/2006/main">
            <a:off x="1905000" y="4857750"/>
            <a:ext cx="14478000" cy="3524250"/>
          </a:xfrm>
          <a:prstGeom xmlns:a="http://schemas.openxmlformats.org/drawingml/2006/main" prst="rect">
            <a:avLst/>
          </a:prstGeom>
          <a:solidFill xmlns:a="http://schemas.openxmlformats.org/drawingml/2006/main">
            <a:srgbClr val="252525"/>
          </a:solidFill>
          <a:ln xmlns:a="http://schemas.openxmlformats.org/drawingml/2006/main" w="0">
            <a:noFill/>
          </a:ln>
        </p:spPr>
      </p:sp>
      <p:graphicFrame>
        <p:nvGraphicFramePr>
          <p:cNvPr id="8" name="">
            <a:extLst xmlns:a="http://schemas.openxmlformats.org/drawingml/2006/main">
              <a:ext uri="{FF2B5EF4-FFF2-40B4-BE49-F238E27FC236}">
                <a16:creationId xmlns:a16="http://schemas.microsoft.com/office/drawing/2014/main" id="{24802040-9540-45C7-9E19-35DC2E39BCC0}"/>
              </a:ext>
            </a:extLst>
          </p:cNvPr>
          <p:cNvGraphicFramePr/>
          <p:nvPr/>
        </p:nvGraphicFramePr>
        <p:xfrm>
          <a:off xmlns:a="http://schemas.openxmlformats.org/drawingml/2006/main" x="1905000" y="4857750"/>
          <a:ext xmlns:a="http://schemas.openxmlformats.org/drawingml/2006/main" cx="14478000" cy="3524250"/>
        </p:xfrm>
        <a:graphic xmlns:a="http://schemas.openxmlformats.org/drawingml/2006/main">
          <a:graphicData uri="http://schemas.openxmlformats.org/drawingml/2006/table">
            <a:tbl>
              <a:tblPr/>
              <a:tblGrid>
                <a:gridCol w="3429000"/>
                <a:gridCol w="11049000"/>
              </a:tblGrid>
              <a:tr h="881063">
                <a:tc>
                  <a:txBody>
                    <a:bodyPr lIns="114300" tIns="114300" rIns="114300" bIns="114300"/>
                    <a:lstStyle/>
                    <a:p>
                      <a:pPr algn="ctr"/>
                      <a:r>
                        <a:rPr sz="2850" b="1">
                          <a:solidFill>
                            <a:srgbClr val="FFFFFF"/>
                          </a:solidFill>
                          <a:latin typeface="Pretendard"/>
                          <a:ea typeface="Pretendard"/>
                          <a:cs typeface="Pretendard"/>
                        </a:rPr>
                        <a:t>특징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변화</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81063">
                <a:tc>
                  <a:txBody>
                    <a:bodyPr lIns="114300" tIns="114300" rIns="114300" bIns="114300"/>
                    <a:lstStyle/>
                    <a:p>
                      <a:pPr algn="ctr"/>
                      <a:r>
                        <a:rPr sz="2850" b="0">
                          <a:solidFill>
                            <a:srgbClr val="FFFFFF"/>
                          </a:solidFill>
                          <a:latin typeface="Pretendard"/>
                          <a:ea typeface="Pretendard"/>
                          <a:cs typeface="Pretendard"/>
                        </a:rPr>
                        <a:t>계수</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반응식 전체의 계수 × n  →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물질의 상태가 다르면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역반응</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크기는 같고 부호는 반대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xmlns:a="http://schemas.openxmlformats.org/drawingml/2006/main">
              <a:ext uri="{FF2B5EF4-FFF2-40B4-BE49-F238E27FC236}">
                <a16:creationId xmlns:a16="http://schemas.microsoft.com/office/drawing/2014/main" id="{0DB56B05-1933-4362-8E58-191B24187CE2}"/>
              </a:ext>
            </a:extLst>
          </p:cNvPr>
          <p:cNvSpPr>
            <a:spLocks xmlns:a="http://schemas.openxmlformats.org/drawingml/2006/main" noGrp="1"/>
          </p:cNvSpPr>
          <p:nvPr/>
        </p:nvSpPr>
        <p:spPr>
          <a:xfrm xmlns:a="http://schemas.openxmlformats.org/drawingml/2006/main">
            <a:off x="1905000" y="5738813"/>
            <a:ext cx="14478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table-row-rule-2">
            <a:extLst xmlns:a="http://schemas.openxmlformats.org/drawingml/2006/main">
              <a:ext uri="{FF2B5EF4-FFF2-40B4-BE49-F238E27FC236}">
                <a16:creationId xmlns:a16="http://schemas.microsoft.com/office/drawing/2014/main" id="{EC520070-A428-44AB-B633-185479C4313A}"/>
              </a:ext>
            </a:extLst>
          </p:cNvPr>
          <p:cNvSpPr>
            <a:spLocks xmlns:a="http://schemas.openxmlformats.org/drawingml/2006/main" noGrp="1"/>
          </p:cNvSpPr>
          <p:nvPr/>
        </p:nvSpPr>
        <p:spPr>
          <a:xfrm xmlns:a="http://schemas.openxmlformats.org/drawingml/2006/main">
            <a:off x="1905000" y="6619875"/>
            <a:ext cx="14478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table-row-rule-3">
            <a:extLst xmlns:a="http://schemas.openxmlformats.org/drawingml/2006/main">
              <a:ext uri="{FF2B5EF4-FFF2-40B4-BE49-F238E27FC236}">
                <a16:creationId xmlns:a16="http://schemas.microsoft.com/office/drawing/2014/main" id="{150F3EA0-B8DB-454A-BCC9-7EA4DFF047E1}"/>
              </a:ext>
            </a:extLst>
          </p:cNvPr>
          <p:cNvSpPr>
            <a:spLocks xmlns:a="http://schemas.openxmlformats.org/drawingml/2006/main" noGrp="1"/>
          </p:cNvSpPr>
          <p:nvPr/>
        </p:nvSpPr>
        <p:spPr>
          <a:xfrm xmlns:a="http://schemas.openxmlformats.org/drawingml/2006/main">
            <a:off x="1905000" y="7500938"/>
            <a:ext cx="14478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table-rounded-corner-0">
            <a:extLst xmlns:a="http://schemas.openxmlformats.org/drawingml/2006/main">
              <a:ext uri="{FF2B5EF4-FFF2-40B4-BE49-F238E27FC236}">
                <a16:creationId xmlns:a16="http://schemas.microsoft.com/office/drawing/2014/main" id="{8DD749C0-1883-41CF-8EAF-D153B37A4395}"/>
              </a:ext>
            </a:extLst>
          </p:cNvPr>
          <p:cNvSpPr>
            <a:spLocks xmlns:a="http://schemas.openxmlformats.org/drawingml/2006/main" noGrp="1"/>
          </p:cNvSpPr>
          <p:nvPr/>
        </p:nvSpPr>
        <p:spPr>
          <a:xfrm xmlns:a="http://schemas.openxmlformats.org/drawingml/2006/main" rot="0">
            <a:off x="1905000" y="485775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3" name="table-rounded-corner-1">
            <a:extLst xmlns:a="http://schemas.openxmlformats.org/drawingml/2006/main">
              <a:ext uri="{FF2B5EF4-FFF2-40B4-BE49-F238E27FC236}">
                <a16:creationId xmlns:a16="http://schemas.microsoft.com/office/drawing/2014/main" id="{E344E439-5D55-4CDF-BA9B-D7DE14157ACC}"/>
              </a:ext>
            </a:extLst>
          </p:cNvPr>
          <p:cNvSpPr>
            <a:spLocks xmlns:a="http://schemas.openxmlformats.org/drawingml/2006/main" noGrp="1"/>
          </p:cNvSpPr>
          <p:nvPr/>
        </p:nvSpPr>
        <p:spPr>
          <a:xfrm xmlns:a="http://schemas.openxmlformats.org/drawingml/2006/main" rot="5400000">
            <a:off x="16154400" y="485775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4" name="table-rounded-corner-2">
            <a:extLst xmlns:a="http://schemas.openxmlformats.org/drawingml/2006/main">
              <a:ext uri="{FF2B5EF4-FFF2-40B4-BE49-F238E27FC236}">
                <a16:creationId xmlns:a16="http://schemas.microsoft.com/office/drawing/2014/main" id="{DBD86EF8-94AA-4C4F-B890-C1AA1B545D18}"/>
              </a:ext>
            </a:extLst>
          </p:cNvPr>
          <p:cNvSpPr>
            <a:spLocks xmlns:a="http://schemas.openxmlformats.org/drawingml/2006/main" noGrp="1"/>
          </p:cNvSpPr>
          <p:nvPr/>
        </p:nvSpPr>
        <p:spPr>
          <a:xfrm xmlns:a="http://schemas.openxmlformats.org/drawingml/2006/main" rot="10800000">
            <a:off x="16154400" y="815340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5" name="table-rounded-corner-3">
            <a:extLst xmlns:a="http://schemas.openxmlformats.org/drawingml/2006/main">
              <a:ext uri="{FF2B5EF4-FFF2-40B4-BE49-F238E27FC236}">
                <a16:creationId xmlns:a16="http://schemas.microsoft.com/office/drawing/2014/main" id="{50ADF819-B54F-4CD3-A32A-A7D0A3E8D0DE}"/>
              </a:ext>
            </a:extLst>
          </p:cNvPr>
          <p:cNvSpPr>
            <a:spLocks xmlns:a="http://schemas.openxmlformats.org/drawingml/2006/main" noGrp="1"/>
          </p:cNvSpPr>
          <p:nvPr/>
        </p:nvSpPr>
        <p:spPr>
          <a:xfrm xmlns:a="http://schemas.openxmlformats.org/drawingml/2006/main" rot="16200000">
            <a:off x="1905000" y="815340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6" name="reverse-condition">
            <a:extLst xmlns:a="http://schemas.openxmlformats.org/drawingml/2006/main">
              <a:ext uri="{FF2B5EF4-FFF2-40B4-BE49-F238E27FC236}">
                <a16:creationId xmlns:a16="http://schemas.microsoft.com/office/drawing/2014/main" id="{45A46B54-877A-44DC-B14C-9F7A5B9B0EB9}"/>
              </a:ext>
            </a:extLst>
          </p:cNvPr>
          <p:cNvSpPr>
            <a:spLocks xmlns:a="http://schemas.openxmlformats.org/drawingml/2006/main" noGrp="1"/>
          </p:cNvSpPr>
          <p:nvPr/>
        </p:nvSpPr>
        <p:spPr>
          <a:xfrm xmlns:a="http://schemas.openxmlformats.org/drawingml/2006/main">
            <a:off x="1619250" y="8810625"/>
            <a:ext cx="1504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1">
                <a:solidFill>
                  <a:srgbClr val="888888"/>
                </a:solidFill>
                <a:latin typeface="Pretendard"/>
                <a:ea typeface="Pretendard"/>
                <a:cs typeface="Pretendard"/>
              </a:defRPr>
            </a:defPPr>
            <a:lvl1pPr algn="ctr">
              <a:defRPr sz="2550" b="1">
                <a:solidFill>
                  <a:srgbClr val="888888"/>
                </a:solidFill>
                <a:latin typeface="Pretendard"/>
                <a:ea typeface="Pretendard"/>
                <a:cs typeface="Pretendard"/>
              </a:defRPr>
            </a:lvl1pPr>
            <a:lvl2pPr algn="ctr">
              <a:defRPr sz="2550" b="1">
                <a:solidFill>
                  <a:srgbClr val="888888"/>
                </a:solidFill>
                <a:latin typeface="Pretendard"/>
                <a:ea typeface="Pretendard"/>
                <a:cs typeface="Pretendard"/>
              </a:defRPr>
            </a:lvl2pPr>
            <a:lvl3pPr algn="ctr">
              <a:defRPr sz="2550" b="1">
                <a:solidFill>
                  <a:srgbClr val="888888"/>
                </a:solidFill>
                <a:latin typeface="Pretendard"/>
                <a:ea typeface="Pretendard"/>
                <a:cs typeface="Pretendard"/>
              </a:defRPr>
            </a:lvl3pPr>
            <a:lvl4pPr algn="ctr">
              <a:defRPr sz="2550" b="1">
                <a:solidFill>
                  <a:srgbClr val="888888"/>
                </a:solidFill>
                <a:latin typeface="Pretendard"/>
                <a:ea typeface="Pretendard"/>
                <a:cs typeface="Pretendard"/>
              </a:defRPr>
            </a:lvl4pPr>
            <a:lvl5pPr algn="ctr">
              <a:defRPr sz="2550" b="1">
                <a:solidFill>
                  <a:srgbClr val="888888"/>
                </a:solidFill>
                <a:latin typeface="Pretendard"/>
                <a:ea typeface="Pretendard"/>
                <a:cs typeface="Pretendard"/>
              </a:defRPr>
            </a:lvl5pPr>
            <a:lvl6pPr algn="ctr">
              <a:defRPr sz="2550" b="1">
                <a:solidFill>
                  <a:srgbClr val="888888"/>
                </a:solidFill>
                <a:latin typeface="Pretendard"/>
                <a:ea typeface="Pretendard"/>
                <a:cs typeface="Pretendard"/>
              </a:defRPr>
            </a:lvl6pPr>
            <a:lvl7pPr algn="ctr">
              <a:defRPr sz="2550" b="1">
                <a:solidFill>
                  <a:srgbClr val="888888"/>
                </a:solidFill>
                <a:latin typeface="Pretendard"/>
                <a:ea typeface="Pretendard"/>
                <a:cs typeface="Pretendard"/>
              </a:defRPr>
            </a:lvl7pPr>
            <a:lvl8pPr algn="ctr">
              <a:defRPr sz="2550" b="1">
                <a:solidFill>
                  <a:srgbClr val="888888"/>
                </a:solidFill>
                <a:latin typeface="Pretendard"/>
                <a:ea typeface="Pretendard"/>
                <a:cs typeface="Pretendard"/>
              </a:defRPr>
            </a:lvl8pPr>
            <a:lvl9pPr algn="ctr">
              <a:defRPr sz="2550" b="1">
                <a:solidFill>
                  <a:srgbClr val="888888"/>
                </a:solidFill>
                <a:latin typeface="Pretendard"/>
                <a:ea typeface="Pretendard"/>
                <a:cs typeface="Pretendard"/>
              </a:defRPr>
            </a:lvl9pPr>
          </a:lstStyle>
          <a:p xmlns:a="http://schemas.openxmlformats.org/drawingml/2006/main">
            <a:pPr algn="ctr">
              <a:defRPr sz="2550" b="1">
                <a:solidFill>
                  <a:srgbClr val="888888"/>
                </a:solidFill>
                <a:latin typeface="Pretendard"/>
                <a:ea typeface="Pretendard"/>
                <a:cs typeface="Pretendard"/>
              </a:defRPr>
            </a:pPr>
            <a:r>
              <a:rPr sz="2550" b="1">
                <a:solidFill>
                  <a:srgbClr val="888888"/>
                </a:solidFill>
                <a:latin typeface="Pretendard"/>
                <a:ea typeface="Pretendard"/>
                <a:cs typeface="Pretendard"/>
              </a:rPr>
              <a:t>온도·압력이 같고 물질의 상태와 양이 대응하는 정반응과 역반응의 비교</a:t>
            </a:r>
          </a:p>
        </p:txBody>
      </p:sp>
    </p:spTree>
    <p:extLst>
      <p:ext uri="{BB962C8B-B14F-4D97-AF65-F5344CB8AC3E}">
        <p14:creationId xmlns:p14="http://schemas.microsoft.com/office/powerpoint/2010/main" val="15721301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9153845-0ABD-47C5-86F7-345D37C757E0}"/>
              </a:ext>
            </a:extLst>
          </p:cNvPr>
          <p:cNvPicPr>
            <a:picLocks xmlns:a="http://schemas.openxmlformats.org/drawingml/2006/main" noChangeAspect="1"/>
          </p:cNvPicPr>
          <p:nvPr/>
        </p:nvPicPr>
        <p:blipFill>
          <a:blip xmlns:r="http://schemas.openxmlformats.org/officeDocument/2006/relationships" xmlns:a="http://schemas.openxmlformats.org/drawingml/2006/main" r:embed="Rd036bc6bb783470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77713911-9A82-4099-9087-45374D2FB9DD}"/>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xmlns:a="http://schemas.openxmlformats.org/drawingml/2006/main">
              <a:ext uri="{FF2B5EF4-FFF2-40B4-BE49-F238E27FC236}">
                <a16:creationId xmlns:a16="http://schemas.microsoft.com/office/drawing/2014/main" id="{C531D1DB-367D-4BC9-977F-0B7F43081C8A}"/>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8D1CFC0C-E353-45FA-B319-C7324AA381B5}"/>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xmlns:a="http://schemas.openxmlformats.org/drawingml/2006/main">
              <a:ext uri="{FF2B5EF4-FFF2-40B4-BE49-F238E27FC236}">
                <a16:creationId xmlns:a16="http://schemas.microsoft.com/office/drawing/2014/main" id="{8D70B171-4954-4891-BB73-4082B1BD0AA2}"/>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xmlns:a="http://schemas.openxmlformats.org/drawingml/2006/main">
              <a:ext uri="{FF2B5EF4-FFF2-40B4-BE49-F238E27FC236}">
                <a16:creationId xmlns:a16="http://schemas.microsoft.com/office/drawing/2014/main" id="{B7F3EF86-107D-4EDE-895D-7D8F18ADB727}"/>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xmlns:a="http://schemas.openxmlformats.org/drawingml/2006/main">
              <a:ext uri="{FF2B5EF4-FFF2-40B4-BE49-F238E27FC236}">
                <a16:creationId xmlns:a16="http://schemas.microsoft.com/office/drawing/2014/main" id="{06443CB2-AFD3-4D3C-98AA-B64116221172}"/>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63C89A64-4629-4371-8A55-DEC08472F3D7}"/>
              </a:ext>
            </a:extLst>
          </p:cNvPr>
          <p:cNvPicPr>
            <a:picLocks xmlns:a="http://schemas.openxmlformats.org/drawingml/2006/main" noChangeAspect="1"/>
          </p:cNvPicPr>
          <p:nvPr/>
        </p:nvPicPr>
        <p:blipFill>
          <a:blip xmlns:r="http://schemas.openxmlformats.org/officeDocument/2006/relationships" xmlns:a="http://schemas.openxmlformats.org/drawingml/2006/main" r:embed="R88be1f3ef27a4a26"/>
          <a:stretch xmlns:a="http://schemas.openxmlformats.org/drawingml/2006/main"/>
        </p:blipFill>
        <p:spPr>
          <a:xfrm xmlns:a="http://schemas.openxmlformats.org/drawingml/2006/main">
            <a:off x="5003602" y="4524375"/>
            <a:ext cx="8280797" cy="4762500"/>
          </a:xfrm>
          <a:prstGeom xmlns:a="http://schemas.openxmlformats.org/drawingml/2006/main" prst="rect">
            <a:avLst/>
          </a:prstGeom>
        </p:spPr>
      </p:pic>
    </p:spTree>
    <p:extLst>
      <p:ext uri="{BB962C8B-B14F-4D97-AF65-F5344CB8AC3E}">
        <p14:creationId xmlns:p14="http://schemas.microsoft.com/office/powerpoint/2010/main" val="12627274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E96AF28-66F0-4720-A9B0-C53D98CB2C9A}"/>
              </a:ext>
            </a:extLst>
          </p:cNvPr>
          <p:cNvPicPr>
            <a:picLocks xmlns:a="http://schemas.openxmlformats.org/drawingml/2006/main" noChangeAspect="1"/>
          </p:cNvPicPr>
          <p:nvPr/>
        </p:nvPicPr>
        <p:blipFill>
          <a:blip xmlns:r="http://schemas.openxmlformats.org/officeDocument/2006/relationships" xmlns:a="http://schemas.openxmlformats.org/drawingml/2006/main" r:embed="R2a5d70ed0a064a1b"/>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04F84CE0-E148-4A53-BB97-241293EDA097}"/>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xmlns:a="http://schemas.openxmlformats.org/drawingml/2006/main">
              <a:ext uri="{FF2B5EF4-FFF2-40B4-BE49-F238E27FC236}">
                <a16:creationId xmlns:a16="http://schemas.microsoft.com/office/drawing/2014/main" id="{3D949A03-50B9-4ACF-966B-86A64EA05328}"/>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DD0CDA48-12F1-4BE7-B714-16C98611A42C}"/>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xmlns:a="http://schemas.openxmlformats.org/drawingml/2006/main">
              <a:ext uri="{FF2B5EF4-FFF2-40B4-BE49-F238E27FC236}">
                <a16:creationId xmlns:a16="http://schemas.microsoft.com/office/drawing/2014/main" id="{7AC6EAD3-CF8B-401F-80FB-51A5EA048848}"/>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생성물의 상태에 따른 반응 엔탈피</a:t>
            </a:r>
          </a:p>
        </p:txBody>
      </p:sp>
      <p:sp>
        <p:nvSpPr>
          <p:cNvPr id="6" name="explanation">
            <a:extLst xmlns:a="http://schemas.openxmlformats.org/drawingml/2006/main">
              <a:ext uri="{FF2B5EF4-FFF2-40B4-BE49-F238E27FC236}">
                <a16:creationId xmlns:a16="http://schemas.microsoft.com/office/drawing/2014/main" id="{8A83D717-D26E-4C6F-8615-247791ED94C7}"/>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양이 반응해도 생성물이 액체 물인지 수증기인지에 따라 방출열이 다르다</a:t>
            </a:r>
          </a:p>
        </p:txBody>
      </p:sp>
      <p:sp>
        <p:nvSpPr>
          <p:cNvPr id="7" name="copyright">
            <a:extLst xmlns:a="http://schemas.openxmlformats.org/drawingml/2006/main">
              <a:ext uri="{FF2B5EF4-FFF2-40B4-BE49-F238E27FC236}">
                <a16:creationId xmlns:a16="http://schemas.microsoft.com/office/drawing/2014/main" id="{8F547785-220C-479E-90A3-483D918C014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914C718E-2B30-46D8-8953-4658F102E187}"/>
              </a:ext>
            </a:extLst>
          </p:cNvPr>
          <p:cNvPicPr>
            <a:picLocks xmlns:a="http://schemas.openxmlformats.org/drawingml/2006/main" noChangeAspect="1"/>
          </p:cNvPicPr>
          <p:nvPr/>
        </p:nvPicPr>
        <p:blipFill>
          <a:blip xmlns:r="http://schemas.openxmlformats.org/officeDocument/2006/relationships" xmlns:a="http://schemas.openxmlformats.org/drawingml/2006/main" r:embed="Re082804344534bb4"/>
          <a:stretch xmlns:a="http://schemas.openxmlformats.org/drawingml/2006/main"/>
        </p:blipFill>
        <p:spPr>
          <a:xfrm xmlns:a="http://schemas.openxmlformats.org/drawingml/2006/main">
            <a:off x="4000500" y="5017064"/>
            <a:ext cx="10287000" cy="2062622"/>
          </a:xfrm>
          <a:prstGeom xmlns:a="http://schemas.openxmlformats.org/drawingml/2006/main" prst="rect">
            <a:avLst/>
          </a:prstGeom>
        </p:spPr>
      </p:pic>
      <p:sp>
        <p:nvSpPr>
          <p:cNvPr id="9" name="takeaway-box">
            <a:extLst xmlns:a="http://schemas.openxmlformats.org/drawingml/2006/main">
              <a:ext uri="{FF2B5EF4-FFF2-40B4-BE49-F238E27FC236}">
                <a16:creationId xmlns:a16="http://schemas.microsoft.com/office/drawing/2014/main" id="{9EAFCAC1-53D8-4B30-8590-2EE4054F8CDF}"/>
              </a:ext>
            </a:extLst>
          </p:cNvPr>
          <p:cNvSpPr>
            <a:spLocks xmlns:a="http://schemas.openxmlformats.org/drawingml/2006/main" noGrp="1"/>
          </p:cNvSpPr>
          <p:nvPr/>
        </p:nvSpPr>
        <p:spPr>
          <a:xfrm xmlns:a="http://schemas.openxmlformats.org/drawingml/2006/main">
            <a:off x="2333625" y="84296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0" name="takeaway">
            <a:extLst xmlns:a="http://schemas.openxmlformats.org/drawingml/2006/main">
              <a:ext uri="{FF2B5EF4-FFF2-40B4-BE49-F238E27FC236}">
                <a16:creationId xmlns:a16="http://schemas.microsoft.com/office/drawing/2014/main" id="{2CF0925F-EB7B-4E88-8AB5-101BA2DAE44D}"/>
              </a:ext>
            </a:extLst>
          </p:cNvPr>
          <p:cNvSpPr>
            <a:spLocks xmlns:a="http://schemas.openxmlformats.org/drawingml/2006/main" noGrp="1"/>
          </p:cNvSpPr>
          <p:nvPr/>
        </p:nvSpPr>
        <p:spPr>
          <a:xfrm xmlns:a="http://schemas.openxmlformats.org/drawingml/2006/main">
            <a:off x="2619375" y="8658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p14:creationId xmlns:p14="http://schemas.microsoft.com/office/powerpoint/2010/main" val="56630066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5697D79-17A1-4EFC-8C6A-9F330F1271E5}"/>
              </a:ext>
            </a:extLst>
          </p:cNvPr>
          <p:cNvPicPr>
            <a:picLocks xmlns:a="http://schemas.openxmlformats.org/drawingml/2006/main" noChangeAspect="1"/>
          </p:cNvPicPr>
          <p:nvPr/>
        </p:nvPicPr>
        <p:blipFill>
          <a:blip xmlns:r="http://schemas.openxmlformats.org/officeDocument/2006/relationships" xmlns:a="http://schemas.openxmlformats.org/drawingml/2006/main" r:embed="R8b1c690b10754953"/>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D6E64643-DD1F-41F3-9493-7277EE0EBF73}"/>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xmlns:a="http://schemas.openxmlformats.org/drawingml/2006/main">
              <a:ext uri="{FF2B5EF4-FFF2-40B4-BE49-F238E27FC236}">
                <a16:creationId xmlns:a16="http://schemas.microsoft.com/office/drawing/2014/main" id="{A15EB042-0CDD-4097-AB0F-16D315C73258}"/>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A7729098-FE9D-432B-BE67-0D90EC545967}"/>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xmlns:a="http://schemas.openxmlformats.org/drawingml/2006/main">
              <a:ext uri="{FF2B5EF4-FFF2-40B4-BE49-F238E27FC236}">
                <a16:creationId xmlns:a16="http://schemas.microsoft.com/office/drawing/2014/main" id="{A5B5124B-1FA7-4B54-980E-69C781027BEB}"/>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전후의 엔탈피 변화</a:t>
            </a:r>
          </a:p>
        </p:txBody>
      </p:sp>
      <p:sp>
        <p:nvSpPr>
          <p:cNvPr id="6" name="explanation">
            <a:extLst xmlns:a="http://schemas.openxmlformats.org/drawingml/2006/main">
              <a:ext uri="{FF2B5EF4-FFF2-40B4-BE49-F238E27FC236}">
                <a16:creationId xmlns:a16="http://schemas.microsoft.com/office/drawing/2014/main" id="{78EF7163-CF84-41F9-BE00-DF404AEB4B45}"/>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생성물의 엔탈피 합이 반응물보다 작으면 그 차이만큼 열을 방출한다</a:t>
            </a:r>
          </a:p>
        </p:txBody>
      </p:sp>
      <p:sp>
        <p:nvSpPr>
          <p:cNvPr id="7" name="copyright">
            <a:extLst xmlns:a="http://schemas.openxmlformats.org/drawingml/2006/main">
              <a:ext uri="{FF2B5EF4-FFF2-40B4-BE49-F238E27FC236}">
                <a16:creationId xmlns:a16="http://schemas.microsoft.com/office/drawing/2014/main" id="{1DE92C9D-7F89-4DF6-AF07-56FB7CD9A819}"/>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75A11C79-5ED0-4E3F-A56C-713B2544A91C}"/>
              </a:ext>
            </a:extLst>
          </p:cNvPr>
          <p:cNvPicPr>
            <a:picLocks xmlns:a="http://schemas.openxmlformats.org/drawingml/2006/main" noChangeAspect="1"/>
          </p:cNvPicPr>
          <p:nvPr/>
        </p:nvPicPr>
        <p:blipFill>
          <a:blip xmlns:r="http://schemas.openxmlformats.org/officeDocument/2006/relationships" xmlns:a="http://schemas.openxmlformats.org/drawingml/2006/main" r:embed="R7eefbb8f205043c1"/>
          <a:stretch xmlns:a="http://schemas.openxmlformats.org/drawingml/2006/main"/>
        </p:blipFill>
        <p:spPr>
          <a:xfrm xmlns:a="http://schemas.openxmlformats.org/drawingml/2006/main">
            <a:off x="2000250" y="4675188"/>
            <a:ext cx="14287500" cy="793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627D616-A988-46AC-A458-94FB40CA51BE}"/>
              </a:ext>
            </a:extLst>
          </p:cNvPr>
          <p:cNvPicPr>
            <a:picLocks xmlns:a="http://schemas.openxmlformats.org/drawingml/2006/main" noChangeAspect="1"/>
          </p:cNvPicPr>
          <p:nvPr/>
        </p:nvPicPr>
        <p:blipFill>
          <a:blip xmlns:r="http://schemas.openxmlformats.org/officeDocument/2006/relationships" xmlns:a="http://schemas.openxmlformats.org/drawingml/2006/main" r:embed="Rb3aa54aadfd24279"/>
          <a:stretch xmlns:a="http://schemas.openxmlformats.org/drawingml/2006/main"/>
        </p:blipFill>
        <p:spPr>
          <a:xfrm xmlns:a="http://schemas.openxmlformats.org/drawingml/2006/main">
            <a:off x="7098994" y="5810250"/>
            <a:ext cx="4090013" cy="3762375"/>
          </a:xfrm>
          <a:prstGeom xmlns:a="http://schemas.openxmlformats.org/drawingml/2006/main" prst="rect">
            <a:avLst/>
          </a:prstGeom>
        </p:spPr>
      </p:pic>
    </p:spTree>
    <p:extLst>
      <p:ext uri="{BB962C8B-B14F-4D97-AF65-F5344CB8AC3E}">
        <p14:creationId xmlns:p14="http://schemas.microsoft.com/office/powerpoint/2010/main" val="12177405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A13D716-3D55-4C9F-8661-ECD3D8B61113}"/>
              </a:ext>
            </a:extLst>
          </p:cNvPr>
          <p:cNvPicPr>
            <a:picLocks xmlns:a="http://schemas.openxmlformats.org/drawingml/2006/main" noChangeAspect="1"/>
          </p:cNvPicPr>
          <p:nvPr/>
        </p:nvPicPr>
        <p:blipFill>
          <a:blip xmlns:r="http://schemas.openxmlformats.org/officeDocument/2006/relationships" xmlns:a="http://schemas.openxmlformats.org/drawingml/2006/main" r:embed="Rc6ccfa1dc1d145b7"/>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7EEF6B5B-BABB-4A6C-BC10-1F8E900DE0E2}"/>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xmlns:a="http://schemas.openxmlformats.org/drawingml/2006/main">
              <a:ext uri="{FF2B5EF4-FFF2-40B4-BE49-F238E27FC236}">
                <a16:creationId xmlns:a16="http://schemas.microsoft.com/office/drawing/2014/main" id="{9C8DE1E0-7CD1-4710-A655-25904BBD7866}"/>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2AF02DD7-9494-4964-8C93-FA68613B8E45}"/>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xmlns:a="http://schemas.openxmlformats.org/drawingml/2006/main">
              <a:ext uri="{FF2B5EF4-FFF2-40B4-BE49-F238E27FC236}">
                <a16:creationId xmlns:a16="http://schemas.microsoft.com/office/drawing/2014/main" id="{B0586346-78A6-4B7D-887F-20DE676DD524}"/>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여러 가지 반응의 열화학 반응식</a:t>
            </a:r>
          </a:p>
        </p:txBody>
      </p:sp>
      <p:sp>
        <p:nvSpPr>
          <p:cNvPr id="6" name="explanation">
            <a:extLst xmlns:a="http://schemas.openxmlformats.org/drawingml/2006/main">
              <a:ext uri="{FF2B5EF4-FFF2-40B4-BE49-F238E27FC236}">
                <a16:creationId xmlns:a16="http://schemas.microsoft.com/office/drawing/2014/main" id="{8B81ED8F-5845-40F0-852A-A00C2B728C74}"/>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 반응 · 연소 반응 · 중화 반응 · 용해 반응</a:t>
            </a:r>
          </a:p>
        </p:txBody>
      </p:sp>
      <p:sp>
        <p:nvSpPr>
          <p:cNvPr id="7" name="copyright">
            <a:extLst xmlns:a="http://schemas.openxmlformats.org/drawingml/2006/main">
              <a:ext uri="{FF2B5EF4-FFF2-40B4-BE49-F238E27FC236}">
                <a16:creationId xmlns:a16="http://schemas.microsoft.com/office/drawing/2014/main" id="{EC334FCB-1936-4D14-AC0B-CACB3370B54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7C987830-C695-4E93-8B1E-83E25B613756}"/>
              </a:ext>
            </a:extLst>
          </p:cNvPr>
          <p:cNvPicPr>
            <a:picLocks xmlns:a="http://schemas.openxmlformats.org/drawingml/2006/main" noChangeAspect="1"/>
          </p:cNvPicPr>
          <p:nvPr/>
        </p:nvPicPr>
        <p:blipFill>
          <a:blip xmlns:r="http://schemas.openxmlformats.org/officeDocument/2006/relationships" xmlns:a="http://schemas.openxmlformats.org/drawingml/2006/main" r:embed="R007dfff036b940da"/>
          <a:stretch xmlns:a="http://schemas.openxmlformats.org/drawingml/2006/main"/>
        </p:blipFill>
        <p:spPr>
          <a:xfrm xmlns:a="http://schemas.openxmlformats.org/drawingml/2006/main">
            <a:off x="2000250" y="4622107"/>
            <a:ext cx="14287500" cy="4681336"/>
          </a:xfrm>
          <a:prstGeom xmlns:a="http://schemas.openxmlformats.org/drawingml/2006/main" prst="rect">
            <a:avLst/>
          </a:prstGeom>
        </p:spPr>
      </p:pic>
    </p:spTree>
    <p:extLst>
      <p:ext uri="{BB962C8B-B14F-4D97-AF65-F5344CB8AC3E}">
        <p14:creationId xmlns:p14="http://schemas.microsoft.com/office/powerpoint/2010/main" val="84101829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5D77877-87A1-4BB1-AE76-0D7DF11B71DB}"/>
              </a:ext>
            </a:extLst>
          </p:cNvPr>
          <p:cNvPicPr>
            <a:picLocks xmlns:a="http://schemas.openxmlformats.org/drawingml/2006/main" noChangeAspect="1"/>
          </p:cNvPicPr>
          <p:nvPr/>
        </p:nvPicPr>
        <p:blipFill>
          <a:blip xmlns:r="http://schemas.openxmlformats.org/officeDocument/2006/relationships" xmlns:a="http://schemas.openxmlformats.org/drawingml/2006/main" r:embed="R4a55a41e564a4a5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9AE4C229-62E2-4111-9AC8-3CD645A2B79C}"/>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xmlns:a="http://schemas.openxmlformats.org/drawingml/2006/main">
              <a:ext uri="{FF2B5EF4-FFF2-40B4-BE49-F238E27FC236}">
                <a16:creationId xmlns:a16="http://schemas.microsoft.com/office/drawing/2014/main" id="{FB5AA119-915E-4436-9B6C-CE232FA252A1}"/>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68E58F4B-F2E1-4827-A8B8-3637B2DE3D59}"/>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xmlns:a="http://schemas.openxmlformats.org/drawingml/2006/main">
              <a:ext uri="{FF2B5EF4-FFF2-40B4-BE49-F238E27FC236}">
                <a16:creationId xmlns:a16="http://schemas.microsoft.com/office/drawing/2014/main" id="{F4ABF351-FB5E-4EF8-BCBE-AB714F6AF167}"/>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xmlns:a="http://schemas.openxmlformats.org/drawingml/2006/main">
              <a:ext uri="{FF2B5EF4-FFF2-40B4-BE49-F238E27FC236}">
                <a16:creationId xmlns:a16="http://schemas.microsoft.com/office/drawing/2014/main" id="{1187D627-A554-4BDB-BAC7-F6CB6C1E6278}"/>
              </a:ext>
            </a:extLst>
          </p:cNvPr>
          <p:cNvSpPr>
            <a:spLocks xmlns:a="http://schemas.openxmlformats.org/drawingml/2006/main" noGrp="1"/>
          </p:cNvSpPr>
          <p:nvPr/>
        </p:nvSpPr>
        <p:spPr>
          <a:xfrm xmlns:a="http://schemas.openxmlformats.org/drawingml/2006/main">
            <a:off x="1381125" y="3048000"/>
            <a:ext cx="8858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xmlns:a="http://schemas.openxmlformats.org/drawingml/2006/main">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xmlns:a="http://schemas.openxmlformats.org/drawingml/2006/main">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xmlns:a="http://schemas.openxmlformats.org/drawingml/2006/main">
              <a:ext uri="{FF2B5EF4-FFF2-40B4-BE49-F238E27FC236}">
                <a16:creationId xmlns:a16="http://schemas.microsoft.com/office/drawing/2014/main" id="{54940D42-53E8-4F6C-B89E-4C1F9A25F777}"/>
              </a:ext>
            </a:extLst>
          </p:cNvPr>
          <p:cNvPicPr>
            <a:picLocks xmlns:a="http://schemas.openxmlformats.org/drawingml/2006/main" noChangeAspect="1"/>
          </p:cNvPicPr>
          <p:nvPr/>
        </p:nvPicPr>
        <p:blipFill>
          <a:blip xmlns:r="http://schemas.openxmlformats.org/officeDocument/2006/relationships" xmlns:a="http://schemas.openxmlformats.org/drawingml/2006/main" r:embed="Re94132bcd1014bc7"/>
          <a:stretch xmlns:a="http://schemas.openxmlformats.org/drawingml/2006/main"/>
        </p:blipFill>
        <p:spPr>
          <a:xfrm xmlns:a="http://schemas.openxmlformats.org/drawingml/2006/main">
            <a:off x="11283641" y="4095750"/>
            <a:ext cx="5340968" cy="52863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32562A3-A639-4F7F-842E-0255B288343F}"/>
              </a:ext>
            </a:extLst>
          </p:cNvPr>
          <p:cNvPicPr>
            <a:picLocks xmlns:a="http://schemas.openxmlformats.org/drawingml/2006/main" noChangeAspect="1"/>
          </p:cNvPicPr>
          <p:nvPr/>
        </p:nvPicPr>
        <p:blipFill>
          <a:blip xmlns:r="http://schemas.openxmlformats.org/officeDocument/2006/relationships" xmlns:a="http://schemas.openxmlformats.org/drawingml/2006/main" r:embed="R80c79ae36f36421b"/>
          <a:stretch xmlns:a="http://schemas.openxmlformats.org/drawingml/2006/main"/>
        </p:blipFill>
        <p:spPr>
          <a:xfrm xmlns:a="http://schemas.openxmlformats.org/drawingml/2006/main">
            <a:off x="2778125" y="5619750"/>
            <a:ext cx="5207000" cy="1190625"/>
          </a:xfrm>
          <a:prstGeom xmlns:a="http://schemas.openxmlformats.org/drawingml/2006/main" prst="rect">
            <a:avLst/>
          </a:prstGeom>
        </p:spPr>
      </p:pic>
      <p:sp>
        <p:nvSpPr>
          <p:cNvPr id="9" name="symbols">
            <a:extLst xmlns:a="http://schemas.openxmlformats.org/drawingml/2006/main">
              <a:ext uri="{FF2B5EF4-FFF2-40B4-BE49-F238E27FC236}">
                <a16:creationId xmlns:a16="http://schemas.microsoft.com/office/drawing/2014/main" id="{7CA4553C-EFB4-4256-8B56-E91B00FEBE1A}"/>
              </a:ext>
            </a:extLst>
          </p:cNvPr>
          <p:cNvSpPr>
            <a:spLocks xmlns:a="http://schemas.openxmlformats.org/drawingml/2006/main" noGrp="1"/>
          </p:cNvSpPr>
          <p:nvPr/>
        </p:nvSpPr>
        <p:spPr>
          <a:xfrm xmlns:a="http://schemas.openxmlformats.org/drawingml/2006/main">
            <a:off x="2000250" y="7191375"/>
            <a:ext cx="809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xmlns:a="http://schemas.openxmlformats.org/drawingml/2006/main">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xmlns:a="http://schemas.openxmlformats.org/drawingml/2006/main">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xmlns:a="http://schemas.openxmlformats.org/drawingml/2006/main">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p14:creationId xmlns:p14="http://schemas.microsoft.com/office/powerpoint/2010/main" val="52252333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D8FF27D-E105-4204-8FDC-93D721959964}"/>
              </a:ext>
            </a:extLst>
          </p:cNvPr>
          <p:cNvPicPr>
            <a:picLocks xmlns:a="http://schemas.openxmlformats.org/drawingml/2006/main" noChangeAspect="1"/>
          </p:cNvPicPr>
          <p:nvPr/>
        </p:nvPicPr>
        <p:blipFill>
          <a:blip xmlns:r="http://schemas.openxmlformats.org/officeDocument/2006/relationships" xmlns:a="http://schemas.openxmlformats.org/drawingml/2006/main" r:embed="R4f30e05023e646ed"/>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58320BD9-F558-4B4C-A2F1-40D958C17E0F}"/>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xmlns:a="http://schemas.openxmlformats.org/drawingml/2006/main">
              <a:ext uri="{FF2B5EF4-FFF2-40B4-BE49-F238E27FC236}">
                <a16:creationId xmlns:a16="http://schemas.microsoft.com/office/drawing/2014/main" id="{A9608D2D-D97E-42B7-AC38-B5F1F4710C84}"/>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3DEC7286-DBA4-463D-A9CF-AE326A4F8559}"/>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xmlns:a="http://schemas.openxmlformats.org/drawingml/2006/main">
              <a:ext uri="{FF2B5EF4-FFF2-40B4-BE49-F238E27FC236}">
                <a16:creationId xmlns:a16="http://schemas.microsoft.com/office/drawing/2014/main" id="{3E09314C-CED7-463D-904B-901E05158817}"/>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반응식으로 알아보는 열 출입</a:t>
            </a:r>
          </a:p>
        </p:txBody>
      </p:sp>
      <p:sp>
        <p:nvSpPr>
          <p:cNvPr id="6" name="copyright">
            <a:extLst xmlns:a="http://schemas.openxmlformats.org/drawingml/2006/main">
              <a:ext uri="{FF2B5EF4-FFF2-40B4-BE49-F238E27FC236}">
                <a16:creationId xmlns:a16="http://schemas.microsoft.com/office/drawing/2014/main" id="{4C361F07-27D6-47B2-922D-DC0F5EB3F3F5}"/>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7" name="">
            <a:extLst xmlns:a="http://schemas.openxmlformats.org/drawingml/2006/main">
              <a:ext uri="{FF2B5EF4-FFF2-40B4-BE49-F238E27FC236}">
                <a16:creationId xmlns:a16="http://schemas.microsoft.com/office/drawing/2014/main" id="{9E0F9389-8D23-4354-96CC-961F428DC561}"/>
              </a:ext>
            </a:extLst>
          </p:cNvPr>
          <p:cNvPicPr>
            <a:picLocks xmlns:a="http://schemas.openxmlformats.org/drawingml/2006/main" noChangeAspect="1"/>
          </p:cNvPicPr>
          <p:nvPr/>
        </p:nvPicPr>
        <p:blipFill>
          <a:blip xmlns:r="http://schemas.openxmlformats.org/officeDocument/2006/relationships" xmlns:a="http://schemas.openxmlformats.org/drawingml/2006/main" r:embed="R75bcd0c2d69241e1"/>
          <a:stretch xmlns:a="http://schemas.openxmlformats.org/drawingml/2006/main"/>
        </p:blipFill>
        <p:spPr>
          <a:xfrm xmlns:a="http://schemas.openxmlformats.org/drawingml/2006/main">
            <a:off x="3587303" y="4667250"/>
            <a:ext cx="11113394" cy="723900"/>
          </a:xfrm>
          <a:prstGeom xmlns:a="http://schemas.openxmlformats.org/drawingml/2006/main" prst="rect">
            <a:avLst/>
          </a:prstGeom>
        </p:spPr>
      </p:pic>
      <p:sp>
        <p:nvSpPr>
          <p:cNvPr id="8" name="q1">
            <a:extLst xmlns:a="http://schemas.openxmlformats.org/drawingml/2006/main">
              <a:ext uri="{FF2B5EF4-FFF2-40B4-BE49-F238E27FC236}">
                <a16:creationId xmlns:a16="http://schemas.microsoft.com/office/drawing/2014/main" id="{536D9301-B815-45E0-BBEB-3D44D71CE585}"/>
              </a:ext>
            </a:extLst>
          </p:cNvPr>
          <p:cNvSpPr>
            <a:spLocks xmlns:a="http://schemas.openxmlformats.org/drawingml/2006/main" noGrp="1"/>
          </p:cNvSpPr>
          <p:nvPr/>
        </p:nvSpPr>
        <p:spPr>
          <a:xfrm xmlns:a="http://schemas.openxmlformats.org/drawingml/2006/main">
            <a:off x="2190750" y="55245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xmlns:a="http://schemas.openxmlformats.org/drawingml/2006/main">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9" name="answer-1">
            <a:extLst xmlns:a="http://schemas.openxmlformats.org/drawingml/2006/main">
              <a:ext uri="{FF2B5EF4-FFF2-40B4-BE49-F238E27FC236}">
                <a16:creationId xmlns:a16="http://schemas.microsoft.com/office/drawing/2014/main" id="{B385E42B-F359-4885-B94E-8EC794E87267}"/>
              </a:ext>
            </a:extLst>
          </p:cNvPr>
          <p:cNvSpPr>
            <a:spLocks xmlns:a="http://schemas.openxmlformats.org/drawingml/2006/main" noGrp="1"/>
          </p:cNvSpPr>
          <p:nvPr/>
        </p:nvSpPr>
        <p:spPr>
          <a:xfrm xmlns:a="http://schemas.openxmlformats.org/drawingml/2006/main">
            <a:off x="2190750" y="62388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xmlns:a="http://schemas.openxmlformats.org/drawingml/2006/main">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0" name="q2">
            <a:extLst xmlns:a="http://schemas.openxmlformats.org/drawingml/2006/main">
              <a:ext uri="{FF2B5EF4-FFF2-40B4-BE49-F238E27FC236}">
                <a16:creationId xmlns:a16="http://schemas.microsoft.com/office/drawing/2014/main" id="{4C8BFF59-32F7-489A-909A-23915DB431EA}"/>
              </a:ext>
            </a:extLst>
          </p:cNvPr>
          <p:cNvSpPr>
            <a:spLocks xmlns:a="http://schemas.openxmlformats.org/drawingml/2006/main" noGrp="1"/>
          </p:cNvSpPr>
          <p:nvPr/>
        </p:nvSpPr>
        <p:spPr>
          <a:xfrm xmlns:a="http://schemas.openxmlformats.org/drawingml/2006/main">
            <a:off x="1619250" y="7381875"/>
            <a:ext cx="1504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xmlns:a="http://schemas.openxmlformats.org/drawingml/2006/main">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1" name="answer-2">
            <a:extLst xmlns:a="http://schemas.openxmlformats.org/drawingml/2006/main">
              <a:ext uri="{FF2B5EF4-FFF2-40B4-BE49-F238E27FC236}">
                <a16:creationId xmlns:a16="http://schemas.microsoft.com/office/drawing/2014/main" id="{738E2456-7104-4745-AC9E-7C7D982DF258}"/>
              </a:ext>
            </a:extLst>
          </p:cNvPr>
          <p:cNvSpPr>
            <a:spLocks xmlns:a="http://schemas.openxmlformats.org/drawingml/2006/main" noGrp="1"/>
          </p:cNvSpPr>
          <p:nvPr/>
        </p:nvSpPr>
        <p:spPr>
          <a:xfrm xmlns:a="http://schemas.openxmlformats.org/drawingml/2006/main">
            <a:off x="1285875" y="8334375"/>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xmlns:a="http://schemas.openxmlformats.org/drawingml/2006/main">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p14:creationId xmlns:p14="http://schemas.microsoft.com/office/powerpoint/2010/main" val="17304967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7052D73-4ADE-4A24-B840-2D13034A4F1E}"/>
              </a:ext>
            </a:extLst>
          </p:cNvPr>
          <p:cNvPicPr>
            <a:picLocks xmlns:a="http://schemas.openxmlformats.org/drawingml/2006/main" noChangeAspect="1"/>
          </p:cNvPicPr>
          <p:nvPr/>
        </p:nvPicPr>
        <p:blipFill>
          <a:blip xmlns:r="http://schemas.openxmlformats.org/officeDocument/2006/relationships" xmlns:a="http://schemas.openxmlformats.org/drawingml/2006/main" r:embed="Rbf7af9c639a341d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31336B4B-4DAB-47AF-A633-1CB990D5B8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1E90BF1-1D3E-4539-BD68-A1BA7F8655AD}"/>
              </a:ext>
            </a:extLst>
          </p:cNvPr>
          <p:cNvPicPr>
            <a:picLocks xmlns:a="http://schemas.openxmlformats.org/drawingml/2006/main" noChangeAspect="1"/>
          </p:cNvPicPr>
          <p:nvPr/>
        </p:nvPicPr>
        <p:blipFill>
          <a:blip xmlns:r="http://schemas.openxmlformats.org/officeDocument/2006/relationships" xmlns:a="http://schemas.openxmlformats.org/drawingml/2006/main" r:embed="R75a6cd77236a4f8b"/>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9C9A32B5-813A-4332-8F4B-B38CD0C333AC}"/>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0766DE43-487D-4BAE-8C06-57009937391A}"/>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xmlns:a="http://schemas.openxmlformats.org/drawingml/2006/main">
              <a:ext uri="{FF2B5EF4-FFF2-40B4-BE49-F238E27FC236}">
                <a16:creationId xmlns:a16="http://schemas.microsoft.com/office/drawing/2014/main" id="{0473749A-5E33-44B2-B0FB-7B35F0FA1E7F}"/>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xmlns:a="http://schemas.openxmlformats.org/drawingml/2006/main">
              <a:ext uri="{FF2B5EF4-FFF2-40B4-BE49-F238E27FC236}">
                <a16:creationId xmlns:a16="http://schemas.microsoft.com/office/drawing/2014/main" id="{9D5BA351-B993-4FA7-AD10-1F17CD3F6B6D}"/>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p14:creationId xmlns:p14="http://schemas.microsoft.com/office/powerpoint/2010/main" val="169887817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479E32E-3493-492F-812D-12894BB65F5C}"/>
              </a:ext>
            </a:extLst>
          </p:cNvPr>
          <p:cNvPicPr>
            <a:picLocks xmlns:a="http://schemas.openxmlformats.org/drawingml/2006/main" noChangeAspect="1"/>
          </p:cNvPicPr>
          <p:nvPr/>
        </p:nvPicPr>
        <p:blipFill>
          <a:blip xmlns:r="http://schemas.openxmlformats.org/officeDocument/2006/relationships" xmlns:a="http://schemas.openxmlformats.org/drawingml/2006/main" r:embed="Raade1cc3c3534a8a"/>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46CEDBC8-F4D5-4CAC-A26C-8F39A61FB2C8}"/>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xmlns:a="http://schemas.openxmlformats.org/drawingml/2006/main">
              <a:ext uri="{FF2B5EF4-FFF2-40B4-BE49-F238E27FC236}">
                <a16:creationId xmlns:a16="http://schemas.microsoft.com/office/drawing/2014/main" id="{E21DFEC6-3DFE-45E7-B13B-BCE8265D955D}"/>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7D15A205-5B99-49C8-90FC-FFF5887F106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xmlns:a="http://schemas.openxmlformats.org/drawingml/2006/main">
              <a:ext uri="{FF2B5EF4-FFF2-40B4-BE49-F238E27FC236}">
                <a16:creationId xmlns:a16="http://schemas.microsoft.com/office/drawing/2014/main" id="{D34A7029-490F-4071-AFD2-F2445E4CACFA}"/>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 반응의 이용</a:t>
            </a:r>
          </a:p>
        </p:txBody>
      </p:sp>
      <p:sp>
        <p:nvSpPr>
          <p:cNvPr id="6" name="explanation">
            <a:extLst xmlns:a="http://schemas.openxmlformats.org/drawingml/2006/main">
              <a:ext uri="{FF2B5EF4-FFF2-40B4-BE49-F238E27FC236}">
                <a16:creationId xmlns:a16="http://schemas.microsoft.com/office/drawing/2014/main" id="{4B6E401B-AA65-41BC-86D2-553DD33D69BE}"/>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연료가 연소하며 방출하는 에너지를 난방과 자동차의 운동에 이용한다</a:t>
            </a:r>
          </a:p>
        </p:txBody>
      </p:sp>
      <p:sp>
        <p:nvSpPr>
          <p:cNvPr id="7" name="copyright">
            <a:extLst xmlns:a="http://schemas.openxmlformats.org/drawingml/2006/main">
              <a:ext uri="{FF2B5EF4-FFF2-40B4-BE49-F238E27FC236}">
                <a16:creationId xmlns:a16="http://schemas.microsoft.com/office/drawing/2014/main" id="{E85CC4FA-054F-4AE9-B669-3459C43E5A6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xmlns:a="http://schemas.openxmlformats.org/drawingml/2006/main">
              <a:ext uri="{FF2B5EF4-FFF2-40B4-BE49-F238E27FC236}">
                <a16:creationId xmlns:a16="http://schemas.microsoft.com/office/drawing/2014/main" id="{17FF6019-1D43-43D7-84EE-95EABB92E411}"/>
              </a:ext>
            </a:extLst>
          </p:cNvPr>
          <p:cNvSpPr>
            <a:spLocks xmlns:a="http://schemas.openxmlformats.org/drawingml/2006/main" noGrp="1"/>
          </p:cNvSpPr>
          <p:nvPr/>
        </p:nvSpPr>
        <p:spPr>
          <a:xfrm xmlns:a="http://schemas.openxmlformats.org/drawingml/2006/main">
            <a:off x="238125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38230970-0CBA-4989-A65A-7941913CC8AA}"/>
              </a:ext>
            </a:extLst>
          </p:cNvPr>
          <p:cNvPicPr>
            <a:picLocks xmlns:a="http://schemas.openxmlformats.org/drawingml/2006/main" noChangeAspect="1"/>
          </p:cNvPicPr>
          <p:nvPr/>
        </p:nvPicPr>
        <p:blipFill>
          <a:blip xmlns:r="http://schemas.openxmlformats.org/officeDocument/2006/relationships" xmlns:a="http://schemas.openxmlformats.org/drawingml/2006/main" r:embed="R76f29ac43cf14c2d"/>
          <a:srcRect xmlns:a="http://schemas.openxmlformats.org/drawingml/2006/main" l="0" t="18097" r="0" b="18097"/>
          <a:stretch xmlns:a="http://schemas.openxmlformats.org/drawingml/2006/main">
            <a:fillRect l="0" t="0" r="0" b="0"/>
          </a:stretch>
        </p:blipFill>
        <p:spPr>
          <a:xfrm xmlns:a="http://schemas.openxmlformats.org/drawingml/2006/main">
            <a:off x="2628900" y="4943475"/>
            <a:ext cx="5695950" cy="2781300"/>
          </a:xfrm>
          <a:prstGeom xmlns:a="http://schemas.openxmlformats.org/drawingml/2006/main" prst="roundRect">
            <a:avLst>
              <a:gd name="adj" fmla="val 6164"/>
            </a:avLst>
          </a:prstGeom>
        </p:spPr>
      </p:pic>
      <p:sp>
        <p:nvSpPr>
          <p:cNvPr id="10" name="PHOTO_BOILER-title">
            <a:extLst xmlns:a="http://schemas.openxmlformats.org/drawingml/2006/main">
              <a:ext uri="{FF2B5EF4-FFF2-40B4-BE49-F238E27FC236}">
                <a16:creationId xmlns:a16="http://schemas.microsoft.com/office/drawing/2014/main" id="{C2AAF1CE-A54D-4862-93C7-CCC0BE26CA35}"/>
              </a:ext>
            </a:extLst>
          </p:cNvPr>
          <p:cNvSpPr>
            <a:spLocks xmlns:a="http://schemas.openxmlformats.org/drawingml/2006/main" noGrp="1"/>
          </p:cNvSpPr>
          <p:nvPr/>
        </p:nvSpPr>
        <p:spPr>
          <a:xfrm xmlns:a="http://schemas.openxmlformats.org/drawingml/2006/main">
            <a:off x="257175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xmlns:a="http://schemas.openxmlformats.org/drawingml/2006/main">
              <a:ext uri="{FF2B5EF4-FFF2-40B4-BE49-F238E27FC236}">
                <a16:creationId xmlns:a16="http://schemas.microsoft.com/office/drawing/2014/main" id="{94E25CDE-7FE2-42A8-AA6E-CC7901E83184}"/>
              </a:ext>
            </a:extLst>
          </p:cNvPr>
          <p:cNvSpPr>
            <a:spLocks xmlns:a="http://schemas.openxmlformats.org/drawingml/2006/main" noGrp="1"/>
          </p:cNvSpPr>
          <p:nvPr/>
        </p:nvSpPr>
        <p:spPr>
          <a:xfrm xmlns:a="http://schemas.openxmlformats.org/drawingml/2006/main">
            <a:off x="257175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xmlns:a="http://schemas.openxmlformats.org/drawingml/2006/main">
              <a:ext uri="{FF2B5EF4-FFF2-40B4-BE49-F238E27FC236}">
                <a16:creationId xmlns:a16="http://schemas.microsoft.com/office/drawing/2014/main" id="{949B2D57-9593-4F28-9E19-2FA5E7CDBFD1}"/>
              </a:ext>
            </a:extLst>
          </p:cNvPr>
          <p:cNvSpPr>
            <a:spLocks xmlns:a="http://schemas.openxmlformats.org/drawingml/2006/main" noGrp="1"/>
          </p:cNvSpPr>
          <p:nvPr/>
        </p:nvSpPr>
        <p:spPr>
          <a:xfrm xmlns:a="http://schemas.openxmlformats.org/drawingml/2006/main">
            <a:off x="971550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76A5753E-5490-4D17-B0BE-5FC632590151}"/>
              </a:ext>
            </a:extLst>
          </p:cNvPr>
          <p:cNvPicPr>
            <a:picLocks xmlns:a="http://schemas.openxmlformats.org/drawingml/2006/main" noChangeAspect="1"/>
          </p:cNvPicPr>
          <p:nvPr/>
        </p:nvPicPr>
        <p:blipFill>
          <a:blip xmlns:r="http://schemas.openxmlformats.org/officeDocument/2006/relationships" xmlns:a="http://schemas.openxmlformats.org/drawingml/2006/main" r:embed="Re2ef387d81be4fdc"/>
          <a:srcRect xmlns:a="http://schemas.openxmlformats.org/drawingml/2006/main" l="0" t="6257" r="0" b="6257"/>
          <a:stretch xmlns:a="http://schemas.openxmlformats.org/drawingml/2006/main">
            <a:fillRect l="0" t="0" r="0" b="0"/>
          </a:stretch>
        </p:blipFill>
        <p:spPr>
          <a:xfrm xmlns:a="http://schemas.openxmlformats.org/drawingml/2006/main">
            <a:off x="9963150" y="4943475"/>
            <a:ext cx="5695950" cy="2781300"/>
          </a:xfrm>
          <a:prstGeom xmlns:a="http://schemas.openxmlformats.org/drawingml/2006/main" prst="roundRect">
            <a:avLst>
              <a:gd name="adj" fmla="val 6164"/>
            </a:avLst>
          </a:prstGeom>
        </p:spPr>
      </p:pic>
      <p:sp>
        <p:nvSpPr>
          <p:cNvPr id="14" name="PHOTO_CAR-title">
            <a:extLst xmlns:a="http://schemas.openxmlformats.org/drawingml/2006/main">
              <a:ext uri="{FF2B5EF4-FFF2-40B4-BE49-F238E27FC236}">
                <a16:creationId xmlns:a16="http://schemas.microsoft.com/office/drawing/2014/main" id="{A85876BD-EE67-41DD-9DB6-85105AE62844}"/>
              </a:ext>
            </a:extLst>
          </p:cNvPr>
          <p:cNvSpPr>
            <a:spLocks xmlns:a="http://schemas.openxmlformats.org/drawingml/2006/main" noGrp="1"/>
          </p:cNvSpPr>
          <p:nvPr/>
        </p:nvSpPr>
        <p:spPr>
          <a:xfrm xmlns:a="http://schemas.openxmlformats.org/drawingml/2006/main">
            <a:off x="990600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xmlns:a="http://schemas.openxmlformats.org/drawingml/2006/main">
              <a:ext uri="{FF2B5EF4-FFF2-40B4-BE49-F238E27FC236}">
                <a16:creationId xmlns:a16="http://schemas.microsoft.com/office/drawing/2014/main" id="{D2C0155D-5E8A-4444-A3BC-EDAD8DEF3B4A}"/>
              </a:ext>
            </a:extLst>
          </p:cNvPr>
          <p:cNvSpPr>
            <a:spLocks xmlns:a="http://schemas.openxmlformats.org/drawingml/2006/main" noGrp="1"/>
          </p:cNvSpPr>
          <p:nvPr/>
        </p:nvSpPr>
        <p:spPr>
          <a:xfrm xmlns:a="http://schemas.openxmlformats.org/drawingml/2006/main">
            <a:off x="990600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p14:creationId xmlns:p14="http://schemas.microsoft.com/office/powerpoint/2010/main" val="139347303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6C297B8B-F67E-406A-BCB3-E906C5A43825}"/>
              </a:ext>
            </a:extLst>
          </p:cNvPr>
          <p:cNvPicPr>
            <a:picLocks xmlns:a="http://schemas.openxmlformats.org/drawingml/2006/main" noChangeAspect="1"/>
          </p:cNvPicPr>
          <p:nvPr/>
        </p:nvPicPr>
        <p:blipFill>
          <a:blip xmlns:r="http://schemas.openxmlformats.org/officeDocument/2006/relationships" xmlns:a="http://schemas.openxmlformats.org/drawingml/2006/main" r:embed="R5d727f8c0164498d"/>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AB7D3832-557A-49F8-AC45-FF2AA54340C1}"/>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xmlns:a="http://schemas.openxmlformats.org/drawingml/2006/main">
              <a:ext uri="{FF2B5EF4-FFF2-40B4-BE49-F238E27FC236}">
                <a16:creationId xmlns:a16="http://schemas.microsoft.com/office/drawing/2014/main" id="{789CEA86-CA98-4FAD-A6C0-63D9C3275FC6}"/>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D037CAB8-1B09-4C17-8077-EA047A30C0A9}"/>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xmlns:a="http://schemas.openxmlformats.org/drawingml/2006/main">
              <a:ext uri="{FF2B5EF4-FFF2-40B4-BE49-F238E27FC236}">
                <a16:creationId xmlns:a16="http://schemas.microsoft.com/office/drawing/2014/main" id="{1C9A1546-942B-4B38-BF31-FECE3407FFBB}"/>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 1 mol이 연소할 때의 방출열</a:t>
            </a:r>
          </a:p>
        </p:txBody>
      </p:sp>
      <p:sp>
        <p:nvSpPr>
          <p:cNvPr id="6" name="explanation">
            <a:extLst xmlns:a="http://schemas.openxmlformats.org/drawingml/2006/main">
              <a:ext uri="{FF2B5EF4-FFF2-40B4-BE49-F238E27FC236}">
                <a16:creationId xmlns:a16="http://schemas.microsoft.com/office/drawing/2014/main" id="{3A19D3AF-477C-4935-8BD8-7C995EA45769}"/>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 엔탈피는 반응식에 나타낸 연료의 양을 기준으로 한다</a:t>
            </a:r>
          </a:p>
        </p:txBody>
      </p:sp>
      <p:sp>
        <p:nvSpPr>
          <p:cNvPr id="7" name="copyright">
            <a:extLst xmlns:a="http://schemas.openxmlformats.org/drawingml/2006/main">
              <a:ext uri="{FF2B5EF4-FFF2-40B4-BE49-F238E27FC236}">
                <a16:creationId xmlns:a16="http://schemas.microsoft.com/office/drawing/2014/main" id="{37BA733B-C631-43DC-A6C9-F3883E2D810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C5361B57-11C1-4F41-9918-4022783F8CA3}"/>
              </a:ext>
            </a:extLst>
          </p:cNvPr>
          <p:cNvPicPr>
            <a:picLocks xmlns:a="http://schemas.openxmlformats.org/drawingml/2006/main" noChangeAspect="1"/>
          </p:cNvPicPr>
          <p:nvPr/>
        </p:nvPicPr>
        <p:blipFill>
          <a:blip xmlns:r="http://schemas.openxmlformats.org/officeDocument/2006/relationships" xmlns:a="http://schemas.openxmlformats.org/drawingml/2006/main" r:embed="Rd21a406a9a624c64"/>
          <a:stretch xmlns:a="http://schemas.openxmlformats.org/drawingml/2006/main"/>
        </p:blipFill>
        <p:spPr>
          <a:xfrm xmlns:a="http://schemas.openxmlformats.org/drawingml/2006/main">
            <a:off x="1961408" y="4667250"/>
            <a:ext cx="14365184" cy="7239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BBFE5A1-6199-4A0C-859D-F5DF1225942D}"/>
              </a:ext>
            </a:extLst>
          </p:cNvPr>
          <p:cNvPicPr>
            <a:picLocks xmlns:a="http://schemas.openxmlformats.org/drawingml/2006/main" noChangeAspect="1"/>
          </p:cNvPicPr>
          <p:nvPr/>
        </p:nvPicPr>
        <p:blipFill>
          <a:blip xmlns:r="http://schemas.openxmlformats.org/officeDocument/2006/relationships" xmlns:a="http://schemas.openxmlformats.org/drawingml/2006/main" r:embed="R8779e26f7fb14f5a"/>
          <a:stretch xmlns:a="http://schemas.openxmlformats.org/drawingml/2006/main"/>
        </p:blipFill>
        <p:spPr>
          <a:xfrm xmlns:a="http://schemas.openxmlformats.org/drawingml/2006/main">
            <a:off x="1869688" y="5619750"/>
            <a:ext cx="14548624" cy="723900"/>
          </a:xfrm>
          <a:prstGeom xmlns:a="http://schemas.openxmlformats.org/drawingml/2006/main" prst="rect">
            <a:avLst/>
          </a:prstGeom>
        </p:spPr>
      </p:pic>
      <p:sp>
        <p:nvSpPr>
          <p:cNvPr id="10" name="strip-1">
            <a:extLst xmlns:a="http://schemas.openxmlformats.org/drawingml/2006/main">
              <a:ext uri="{FF2B5EF4-FFF2-40B4-BE49-F238E27FC236}">
                <a16:creationId xmlns:a16="http://schemas.microsoft.com/office/drawing/2014/main" id="{9853773A-1AC1-4A39-B72E-8B8C0D1A4E40}"/>
              </a:ext>
            </a:extLst>
          </p:cNvPr>
          <p:cNvSpPr>
            <a:spLocks xmlns:a="http://schemas.openxmlformats.org/drawingml/2006/main" noGrp="1"/>
          </p:cNvSpPr>
          <p:nvPr/>
        </p:nvSpPr>
        <p:spPr>
          <a:xfrm xmlns:a="http://schemas.openxmlformats.org/drawingml/2006/main">
            <a:off x="2333625" y="69532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circle-1">
            <a:extLst xmlns:a="http://schemas.openxmlformats.org/drawingml/2006/main">
              <a:ext uri="{FF2B5EF4-FFF2-40B4-BE49-F238E27FC236}">
                <a16:creationId xmlns:a16="http://schemas.microsoft.com/office/drawing/2014/main" id="{1411F906-C9C6-4AF0-9E3F-2086F4EF8957}"/>
              </a:ext>
            </a:extLst>
          </p:cNvPr>
          <p:cNvSpPr>
            <a:spLocks xmlns:a="http://schemas.openxmlformats.org/drawingml/2006/main" noGrp="1"/>
          </p:cNvSpPr>
          <p:nvPr/>
        </p:nvSpPr>
        <p:spPr>
          <a:xfrm xmlns:a="http://schemas.openxmlformats.org/drawingml/2006/main">
            <a:off x="2667000" y="72199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number-1">
            <a:extLst xmlns:a="http://schemas.openxmlformats.org/drawingml/2006/main">
              <a:ext uri="{FF2B5EF4-FFF2-40B4-BE49-F238E27FC236}">
                <a16:creationId xmlns:a16="http://schemas.microsoft.com/office/drawing/2014/main" id="{EEECBBC5-95F9-43CA-B0A4-025702A96BD8}"/>
              </a:ext>
            </a:extLst>
          </p:cNvPr>
          <p:cNvSpPr>
            <a:spLocks xmlns:a="http://schemas.openxmlformats.org/drawingml/2006/main" noGrp="1"/>
          </p:cNvSpPr>
          <p:nvPr/>
        </p:nvSpPr>
        <p:spPr>
          <a:xfrm xmlns:a="http://schemas.openxmlformats.org/drawingml/2006/main">
            <a:off x="2667000" y="72294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xmlns:a="http://schemas.openxmlformats.org/drawingml/2006/main">
              <a:ext uri="{FF2B5EF4-FFF2-40B4-BE49-F238E27FC236}">
                <a16:creationId xmlns:a16="http://schemas.microsoft.com/office/drawing/2014/main" id="{BD574DE1-0942-42E7-8689-817260CA228B}"/>
              </a:ext>
            </a:extLst>
          </p:cNvPr>
          <p:cNvSpPr>
            <a:spLocks xmlns:a="http://schemas.openxmlformats.org/drawingml/2006/main" noGrp="1"/>
          </p:cNvSpPr>
          <p:nvPr/>
        </p:nvSpPr>
        <p:spPr>
          <a:xfrm xmlns:a="http://schemas.openxmlformats.org/drawingml/2006/main">
            <a:off x="3524250" y="72009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xmlns:a="http://schemas.openxmlformats.org/drawingml/2006/main">
              <a:ext uri="{FF2B5EF4-FFF2-40B4-BE49-F238E27FC236}">
                <a16:creationId xmlns:a16="http://schemas.microsoft.com/office/drawing/2014/main" id="{B65DC45A-CEC3-42E9-90C5-128B5ED4B10E}"/>
              </a:ext>
            </a:extLst>
          </p:cNvPr>
          <p:cNvSpPr>
            <a:spLocks xmlns:a="http://schemas.openxmlformats.org/drawingml/2006/main" noGrp="1"/>
          </p:cNvSpPr>
          <p:nvPr/>
        </p:nvSpPr>
        <p:spPr>
          <a:xfrm xmlns:a="http://schemas.openxmlformats.org/drawingml/2006/main">
            <a:off x="6905625" y="71437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xmlns:a="http://schemas.openxmlformats.org/drawingml/2006/main">
              <a:ext uri="{FF2B5EF4-FFF2-40B4-BE49-F238E27FC236}">
                <a16:creationId xmlns:a16="http://schemas.microsoft.com/office/drawing/2014/main" id="{D1AD5733-FEA4-41B7-A1D9-0AA8266F5977}"/>
              </a:ext>
            </a:extLst>
          </p:cNvPr>
          <p:cNvSpPr>
            <a:spLocks xmlns:a="http://schemas.openxmlformats.org/drawingml/2006/main" noGrp="1"/>
          </p:cNvSpPr>
          <p:nvPr/>
        </p:nvSpPr>
        <p:spPr>
          <a:xfrm xmlns:a="http://schemas.openxmlformats.org/drawingml/2006/main">
            <a:off x="2333625" y="80962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circle-2">
            <a:extLst xmlns:a="http://schemas.openxmlformats.org/drawingml/2006/main">
              <a:ext uri="{FF2B5EF4-FFF2-40B4-BE49-F238E27FC236}">
                <a16:creationId xmlns:a16="http://schemas.microsoft.com/office/drawing/2014/main" id="{3D89364B-B14A-45DD-A76A-D0044E15E9F7}"/>
              </a:ext>
            </a:extLst>
          </p:cNvPr>
          <p:cNvSpPr>
            <a:spLocks xmlns:a="http://schemas.openxmlformats.org/drawingml/2006/main" noGrp="1"/>
          </p:cNvSpPr>
          <p:nvPr/>
        </p:nvSpPr>
        <p:spPr>
          <a:xfrm xmlns:a="http://schemas.openxmlformats.org/drawingml/2006/main">
            <a:off x="2667000" y="83629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number-2">
            <a:extLst xmlns:a="http://schemas.openxmlformats.org/drawingml/2006/main">
              <a:ext uri="{FF2B5EF4-FFF2-40B4-BE49-F238E27FC236}">
                <a16:creationId xmlns:a16="http://schemas.microsoft.com/office/drawing/2014/main" id="{EB6ADDA5-1FBC-4284-9620-29DBB0F7E616}"/>
              </a:ext>
            </a:extLst>
          </p:cNvPr>
          <p:cNvSpPr>
            <a:spLocks xmlns:a="http://schemas.openxmlformats.org/drawingml/2006/main" noGrp="1"/>
          </p:cNvSpPr>
          <p:nvPr/>
        </p:nvSpPr>
        <p:spPr>
          <a:xfrm xmlns:a="http://schemas.openxmlformats.org/drawingml/2006/main">
            <a:off x="2667000" y="83724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xmlns:a="http://schemas.openxmlformats.org/drawingml/2006/main">
              <a:ext uri="{FF2B5EF4-FFF2-40B4-BE49-F238E27FC236}">
                <a16:creationId xmlns:a16="http://schemas.microsoft.com/office/drawing/2014/main" id="{BBF2EE4F-922B-45F4-BC30-770C6E3F338A}"/>
              </a:ext>
            </a:extLst>
          </p:cNvPr>
          <p:cNvSpPr>
            <a:spLocks xmlns:a="http://schemas.openxmlformats.org/drawingml/2006/main" noGrp="1"/>
          </p:cNvSpPr>
          <p:nvPr/>
        </p:nvSpPr>
        <p:spPr>
          <a:xfrm xmlns:a="http://schemas.openxmlformats.org/drawingml/2006/main">
            <a:off x="3524250" y="83439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xmlns:a="http://schemas.openxmlformats.org/drawingml/2006/main">
              <a:ext uri="{FF2B5EF4-FFF2-40B4-BE49-F238E27FC236}">
                <a16:creationId xmlns:a16="http://schemas.microsoft.com/office/drawing/2014/main" id="{132F3C46-CCF5-4492-AA89-FD2D44796F85}"/>
              </a:ext>
            </a:extLst>
          </p:cNvPr>
          <p:cNvSpPr>
            <a:spLocks xmlns:a="http://schemas.openxmlformats.org/drawingml/2006/main" noGrp="1"/>
          </p:cNvSpPr>
          <p:nvPr/>
        </p:nvSpPr>
        <p:spPr>
          <a:xfrm xmlns:a="http://schemas.openxmlformats.org/drawingml/2006/main">
            <a:off x="6905625" y="82867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p14:creationId xmlns:p14="http://schemas.microsoft.com/office/powerpoint/2010/main" val="105771484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E4E86051-928E-46E2-A6AA-5B9886C3BA17}"/>
              </a:ext>
            </a:extLst>
          </p:cNvPr>
          <p:cNvPicPr>
            <a:picLocks xmlns:a="http://schemas.openxmlformats.org/drawingml/2006/main" noChangeAspect="1"/>
          </p:cNvPicPr>
          <p:nvPr/>
        </p:nvPicPr>
        <p:blipFill>
          <a:blip xmlns:r="http://schemas.openxmlformats.org/officeDocument/2006/relationships" xmlns:a="http://schemas.openxmlformats.org/drawingml/2006/main" r:embed="R513c6f1565e14fa4"/>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5B3EE60E-BF8C-4EC3-8E52-78731468C80B}"/>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xmlns:a="http://schemas.openxmlformats.org/drawingml/2006/main">
              <a:ext uri="{FF2B5EF4-FFF2-40B4-BE49-F238E27FC236}">
                <a16:creationId xmlns:a16="http://schemas.microsoft.com/office/drawing/2014/main" id="{E978A63E-C24F-49BF-92AD-766F7CE4EC4D}"/>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B8898EE0-A47D-4446-8D8E-8404FD02FEF0}"/>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xmlns:a="http://schemas.openxmlformats.org/drawingml/2006/main">
              <a:ext uri="{FF2B5EF4-FFF2-40B4-BE49-F238E27FC236}">
                <a16:creationId xmlns:a16="http://schemas.microsoft.com/office/drawing/2014/main" id="{E7B1AD90-E81B-4EDD-B454-E0565805CDFC}"/>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 1 g이 연소할 때의 방출열</a:t>
            </a:r>
          </a:p>
        </p:txBody>
      </p:sp>
      <p:sp>
        <p:nvSpPr>
          <p:cNvPr id="6" name="copyright">
            <a:extLst xmlns:a="http://schemas.openxmlformats.org/drawingml/2006/main">
              <a:ext uri="{FF2B5EF4-FFF2-40B4-BE49-F238E27FC236}">
                <a16:creationId xmlns:a16="http://schemas.microsoft.com/office/drawing/2014/main" id="{26145492-4081-4153-89F2-31B5F26D5A0D}"/>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equation">
            <a:extLst xmlns:a="http://schemas.openxmlformats.org/drawingml/2006/main">
              <a:ext uri="{FF2B5EF4-FFF2-40B4-BE49-F238E27FC236}">
                <a16:creationId xmlns:a16="http://schemas.microsoft.com/office/drawing/2014/main" id="{CBC3AF61-6BB2-421F-95AD-417F5AE6F818}"/>
              </a:ext>
            </a:extLst>
          </p:cNvPr>
          <p:cNvSpPr>
            <a:spLocks xmlns:a="http://schemas.openxmlformats.org/drawingml/2006/main" noGrp="1"/>
          </p:cNvSpPr>
          <p:nvPr/>
        </p:nvSpPr>
        <p:spPr>
          <a:xfrm xmlns:a="http://schemas.openxmlformats.org/drawingml/2006/main">
            <a:off x="1285875" y="4714875"/>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xmlns:a="http://schemas.openxmlformats.org/drawingml/2006/main">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8" name="strip-1">
            <a:extLst xmlns:a="http://schemas.openxmlformats.org/drawingml/2006/main">
              <a:ext uri="{FF2B5EF4-FFF2-40B4-BE49-F238E27FC236}">
                <a16:creationId xmlns:a16="http://schemas.microsoft.com/office/drawing/2014/main" id="{027ABDAF-15C0-46B5-96BD-6DD4E8E1310F}"/>
              </a:ext>
            </a:extLst>
          </p:cNvPr>
          <p:cNvSpPr>
            <a:spLocks xmlns:a="http://schemas.openxmlformats.org/drawingml/2006/main" noGrp="1"/>
          </p:cNvSpPr>
          <p:nvPr/>
        </p:nvSpPr>
        <p:spPr>
          <a:xfrm xmlns:a="http://schemas.openxmlformats.org/drawingml/2006/main">
            <a:off x="2333625" y="6048375"/>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9" name="circle-1">
            <a:extLst xmlns:a="http://schemas.openxmlformats.org/drawingml/2006/main">
              <a:ext uri="{FF2B5EF4-FFF2-40B4-BE49-F238E27FC236}">
                <a16:creationId xmlns:a16="http://schemas.microsoft.com/office/drawing/2014/main" id="{1EFB7F5E-BB97-4B85-92A8-E23DF2020825}"/>
              </a:ext>
            </a:extLst>
          </p:cNvPr>
          <p:cNvSpPr>
            <a:spLocks xmlns:a="http://schemas.openxmlformats.org/drawingml/2006/main" noGrp="1"/>
          </p:cNvSpPr>
          <p:nvPr/>
        </p:nvSpPr>
        <p:spPr>
          <a:xfrm xmlns:a="http://schemas.openxmlformats.org/drawingml/2006/main">
            <a:off x="2667000" y="6315075"/>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0" name="number-1">
            <a:extLst xmlns:a="http://schemas.openxmlformats.org/drawingml/2006/main">
              <a:ext uri="{FF2B5EF4-FFF2-40B4-BE49-F238E27FC236}">
                <a16:creationId xmlns:a16="http://schemas.microsoft.com/office/drawing/2014/main" id="{174CEF2C-C4D7-4270-ABB1-37D2B8B685A0}"/>
              </a:ext>
            </a:extLst>
          </p:cNvPr>
          <p:cNvSpPr>
            <a:spLocks xmlns:a="http://schemas.openxmlformats.org/drawingml/2006/main" noGrp="1"/>
          </p:cNvSpPr>
          <p:nvPr/>
        </p:nvSpPr>
        <p:spPr>
          <a:xfrm xmlns:a="http://schemas.openxmlformats.org/drawingml/2006/main">
            <a:off x="2667000" y="632460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1" name="label-1">
            <a:extLst xmlns:a="http://schemas.openxmlformats.org/drawingml/2006/main">
              <a:ext uri="{FF2B5EF4-FFF2-40B4-BE49-F238E27FC236}">
                <a16:creationId xmlns:a16="http://schemas.microsoft.com/office/drawing/2014/main" id="{84B2AF47-FA3C-41DF-873A-C2D4D7211515}"/>
              </a:ext>
            </a:extLst>
          </p:cNvPr>
          <p:cNvSpPr>
            <a:spLocks xmlns:a="http://schemas.openxmlformats.org/drawingml/2006/main" noGrp="1"/>
          </p:cNvSpPr>
          <p:nvPr/>
        </p:nvSpPr>
        <p:spPr>
          <a:xfrm xmlns:a="http://schemas.openxmlformats.org/drawingml/2006/main">
            <a:off x="3524250" y="62960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2" name="value-1">
            <a:extLst xmlns:a="http://schemas.openxmlformats.org/drawingml/2006/main">
              <a:ext uri="{FF2B5EF4-FFF2-40B4-BE49-F238E27FC236}">
                <a16:creationId xmlns:a16="http://schemas.microsoft.com/office/drawing/2014/main" id="{F236532F-8C4E-4D11-99A2-5FDBE9EA355A}"/>
              </a:ext>
            </a:extLst>
          </p:cNvPr>
          <p:cNvSpPr>
            <a:spLocks xmlns:a="http://schemas.openxmlformats.org/drawingml/2006/main" noGrp="1"/>
          </p:cNvSpPr>
          <p:nvPr/>
        </p:nvSpPr>
        <p:spPr>
          <a:xfrm xmlns:a="http://schemas.openxmlformats.org/drawingml/2006/main">
            <a:off x="6905625" y="6238875"/>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3" name="strip-2">
            <a:extLst xmlns:a="http://schemas.openxmlformats.org/drawingml/2006/main">
              <a:ext uri="{FF2B5EF4-FFF2-40B4-BE49-F238E27FC236}">
                <a16:creationId xmlns:a16="http://schemas.microsoft.com/office/drawing/2014/main" id="{7780DC5E-FFD7-4334-BDD0-EC5053F49E23}"/>
              </a:ext>
            </a:extLst>
          </p:cNvPr>
          <p:cNvSpPr>
            <a:spLocks xmlns:a="http://schemas.openxmlformats.org/drawingml/2006/main" noGrp="1"/>
          </p:cNvSpPr>
          <p:nvPr/>
        </p:nvSpPr>
        <p:spPr>
          <a:xfrm xmlns:a="http://schemas.openxmlformats.org/drawingml/2006/main">
            <a:off x="2333625" y="7286625"/>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4" name="circle-2">
            <a:extLst xmlns:a="http://schemas.openxmlformats.org/drawingml/2006/main">
              <a:ext uri="{FF2B5EF4-FFF2-40B4-BE49-F238E27FC236}">
                <a16:creationId xmlns:a16="http://schemas.microsoft.com/office/drawing/2014/main" id="{C5BC259C-95BA-4CC4-876C-C03ACBEEF1AC}"/>
              </a:ext>
            </a:extLst>
          </p:cNvPr>
          <p:cNvSpPr>
            <a:spLocks xmlns:a="http://schemas.openxmlformats.org/drawingml/2006/main" noGrp="1"/>
          </p:cNvSpPr>
          <p:nvPr/>
        </p:nvSpPr>
        <p:spPr>
          <a:xfrm xmlns:a="http://schemas.openxmlformats.org/drawingml/2006/main">
            <a:off x="2667000" y="7553325"/>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5" name="number-2">
            <a:extLst xmlns:a="http://schemas.openxmlformats.org/drawingml/2006/main">
              <a:ext uri="{FF2B5EF4-FFF2-40B4-BE49-F238E27FC236}">
                <a16:creationId xmlns:a16="http://schemas.microsoft.com/office/drawing/2014/main" id="{AF9A3D36-27E2-460B-B5A1-7489E83CDEC7}"/>
              </a:ext>
            </a:extLst>
          </p:cNvPr>
          <p:cNvSpPr>
            <a:spLocks xmlns:a="http://schemas.openxmlformats.org/drawingml/2006/main" noGrp="1"/>
          </p:cNvSpPr>
          <p:nvPr/>
        </p:nvSpPr>
        <p:spPr>
          <a:xfrm xmlns:a="http://schemas.openxmlformats.org/drawingml/2006/main">
            <a:off x="2667000" y="75628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6" name="label-2">
            <a:extLst xmlns:a="http://schemas.openxmlformats.org/drawingml/2006/main">
              <a:ext uri="{FF2B5EF4-FFF2-40B4-BE49-F238E27FC236}">
                <a16:creationId xmlns:a16="http://schemas.microsoft.com/office/drawing/2014/main" id="{5D32A581-406D-4D9C-B7E9-B08B77788A40}"/>
              </a:ext>
            </a:extLst>
          </p:cNvPr>
          <p:cNvSpPr>
            <a:spLocks xmlns:a="http://schemas.openxmlformats.org/drawingml/2006/main" noGrp="1"/>
          </p:cNvSpPr>
          <p:nvPr/>
        </p:nvSpPr>
        <p:spPr>
          <a:xfrm xmlns:a="http://schemas.openxmlformats.org/drawingml/2006/main">
            <a:off x="3524250" y="75342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7" name="value-2">
            <a:extLst xmlns:a="http://schemas.openxmlformats.org/drawingml/2006/main">
              <a:ext uri="{FF2B5EF4-FFF2-40B4-BE49-F238E27FC236}">
                <a16:creationId xmlns:a16="http://schemas.microsoft.com/office/drawing/2014/main" id="{FA50C3FE-CBC4-4E7D-BB77-16A5CCDA087E}"/>
              </a:ext>
            </a:extLst>
          </p:cNvPr>
          <p:cNvSpPr>
            <a:spLocks xmlns:a="http://schemas.openxmlformats.org/drawingml/2006/main" noGrp="1"/>
          </p:cNvSpPr>
          <p:nvPr/>
        </p:nvSpPr>
        <p:spPr>
          <a:xfrm xmlns:a="http://schemas.openxmlformats.org/drawingml/2006/main">
            <a:off x="6905625" y="7477125"/>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8" name="unit">
            <a:extLst xmlns:a="http://schemas.openxmlformats.org/drawingml/2006/main">
              <a:ext uri="{FF2B5EF4-FFF2-40B4-BE49-F238E27FC236}">
                <a16:creationId xmlns:a16="http://schemas.microsoft.com/office/drawing/2014/main" id="{173661E6-EB9A-420D-A0C2-2A4336BC0E61}"/>
              </a:ext>
            </a:extLst>
          </p:cNvPr>
          <p:cNvSpPr>
            <a:spLocks xmlns:a="http://schemas.openxmlformats.org/drawingml/2006/main" noGrp="1"/>
          </p:cNvSpPr>
          <p:nvPr/>
        </p:nvSpPr>
        <p:spPr>
          <a:xfrm xmlns:a="http://schemas.openxmlformats.org/drawingml/2006/main">
            <a:off x="3619500" y="87630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xmlns:a="http://schemas.openxmlformats.org/drawingml/2006/main">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p14:creationId xmlns:p14="http://schemas.microsoft.com/office/powerpoint/2010/main" val="25849156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63A80A17-12F4-42D9-8C4C-B828E9EAFA79}"/>
              </a:ext>
            </a:extLst>
          </p:cNvPr>
          <p:cNvPicPr>
            <a:picLocks xmlns:a="http://schemas.openxmlformats.org/drawingml/2006/main" noChangeAspect="1"/>
          </p:cNvPicPr>
          <p:nvPr/>
        </p:nvPicPr>
        <p:blipFill>
          <a:blip xmlns:r="http://schemas.openxmlformats.org/officeDocument/2006/relationships" xmlns:a="http://schemas.openxmlformats.org/drawingml/2006/main" r:embed="Rd079ce5d66524635"/>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52F593CC-FADA-4F93-AB34-948828F1BF3A}"/>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xmlns:a="http://schemas.openxmlformats.org/drawingml/2006/main">
              <a:ext uri="{FF2B5EF4-FFF2-40B4-BE49-F238E27FC236}">
                <a16:creationId xmlns:a16="http://schemas.microsoft.com/office/drawing/2014/main" id="{75762869-D03D-43BC-B087-6664A9A3B75A}"/>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E3A12291-7BB1-46CE-BB2B-39220B7EA45C}"/>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xmlns:a="http://schemas.openxmlformats.org/drawingml/2006/main">
              <a:ext uri="{FF2B5EF4-FFF2-40B4-BE49-F238E27FC236}">
                <a16:creationId xmlns:a16="http://schemas.microsoft.com/office/drawing/2014/main" id="{FAE5AC98-18E8-45B7-8EE3-552F0057BB76}"/>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xmlns:a="http://schemas.openxmlformats.org/drawingml/2006/main">
              <a:ext uri="{FF2B5EF4-FFF2-40B4-BE49-F238E27FC236}">
                <a16:creationId xmlns:a16="http://schemas.microsoft.com/office/drawing/2014/main" id="{5F379B31-F0A8-4B00-86F0-AD9F6056C66E}"/>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xmlns:a="http://schemas.openxmlformats.org/drawingml/2006/main">
              <a:ext uri="{FF2B5EF4-FFF2-40B4-BE49-F238E27FC236}">
                <a16:creationId xmlns:a16="http://schemas.microsoft.com/office/drawing/2014/main" id="{2A209FF3-80B0-4A63-A116-16CE3F92ECE6}"/>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xmlns:a="http://schemas.openxmlformats.org/drawingml/2006/main">
              <a:ext uri="{FF2B5EF4-FFF2-40B4-BE49-F238E27FC236}">
                <a16:creationId xmlns:a16="http://schemas.microsoft.com/office/drawing/2014/main" id="{AFF31997-5F6C-4200-AB93-EADE3181768C}"/>
              </a:ext>
            </a:extLst>
          </p:cNvPr>
          <p:cNvSpPr>
            <a:spLocks xmlns:a="http://schemas.openxmlformats.org/drawingml/2006/main" noGrp="1"/>
          </p:cNvSpPr>
          <p:nvPr/>
        </p:nvSpPr>
        <p:spPr>
          <a:xfrm xmlns:a="http://schemas.openxmlformats.org/drawingml/2006/main">
            <a:off x="1381125" y="4714875"/>
            <a:ext cx="15525750" cy="214312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9050">
            <a:solidFill>
              <a:srgbClr val="DDDDDD"/>
            </a:solidFill>
          </a:ln>
        </p:spPr>
      </p:sp>
      <p:sp>
        <p:nvSpPr>
          <p:cNvPr id="9" name="eq-ethanol-fuel">
            <a:extLst xmlns:a="http://schemas.openxmlformats.org/drawingml/2006/main">
              <a:ext uri="{FF2B5EF4-FFF2-40B4-BE49-F238E27FC236}">
                <a16:creationId xmlns:a16="http://schemas.microsoft.com/office/drawing/2014/main" id="{91B4A05E-3647-45C2-80A0-6E454A5B0806}"/>
              </a:ext>
            </a:extLst>
          </p:cNvPr>
          <p:cNvSpPr>
            <a:spLocks xmlns:a="http://schemas.openxmlformats.org/drawingml/2006/main" noGrp="1"/>
          </p:cNvSpPr>
          <p:nvPr/>
        </p:nvSpPr>
        <p:spPr>
          <a:xfrm xmlns:a="http://schemas.openxmlformats.org/drawingml/2006/main">
            <a:off x="1762125" y="50196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xmlns:a="http://schemas.openxmlformats.org/drawingml/2006/main">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xmlns:a="http://schemas.openxmlformats.org/drawingml/2006/main">
              <a:ext uri="{FF2B5EF4-FFF2-40B4-BE49-F238E27FC236}">
                <a16:creationId xmlns:a16="http://schemas.microsoft.com/office/drawing/2014/main" id="{60E5E06C-85E1-472F-9E51-CE594F938818}"/>
              </a:ext>
            </a:extLst>
          </p:cNvPr>
          <p:cNvSpPr>
            <a:spLocks xmlns:a="http://schemas.openxmlformats.org/drawingml/2006/main" noGrp="1"/>
          </p:cNvSpPr>
          <p:nvPr/>
        </p:nvSpPr>
        <p:spPr>
          <a:xfrm xmlns:a="http://schemas.openxmlformats.org/drawingml/2006/main">
            <a:off x="1762125" y="577215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xmlns:a="http://schemas.openxmlformats.org/drawingml/2006/main">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xmlns:a="http://schemas.openxmlformats.org/drawingml/2006/main">
              <a:ext uri="{FF2B5EF4-FFF2-40B4-BE49-F238E27FC236}">
                <a16:creationId xmlns:a16="http://schemas.microsoft.com/office/drawing/2014/main" id="{ABC214C6-84FD-472F-A14B-615209DF167F}"/>
              </a:ext>
            </a:extLst>
          </p:cNvPr>
          <p:cNvPicPr>
            <a:picLocks xmlns:a="http://schemas.openxmlformats.org/drawingml/2006/main" noChangeAspect="1"/>
          </p:cNvPicPr>
          <p:nvPr/>
        </p:nvPicPr>
        <p:blipFill>
          <a:blip xmlns:r="http://schemas.openxmlformats.org/officeDocument/2006/relationships" xmlns:a="http://schemas.openxmlformats.org/drawingml/2006/main" r:embed="Rd9ee0ada363e4e80"/>
          <a:stretch xmlns:a="http://schemas.openxmlformats.org/drawingml/2006/main"/>
        </p:blipFill>
        <p:spPr>
          <a:xfrm xmlns:a="http://schemas.openxmlformats.org/drawingml/2006/main">
            <a:off x="4476750" y="5018554"/>
            <a:ext cx="12001500" cy="554691"/>
          </a:xfrm>
          <a:prstGeom xmlns:a="http://schemas.openxmlformats.org/drawingml/2006/main" prst="rect">
            <a:avLst/>
          </a:prstGeom>
        </p:spPr>
      </p:pic>
      <p:sp>
        <p:nvSpPr>
          <p:cNvPr id="12" name="eq-ethanol-calculation">
            <a:extLst xmlns:a="http://schemas.openxmlformats.org/drawingml/2006/main">
              <a:ext uri="{FF2B5EF4-FFF2-40B4-BE49-F238E27FC236}">
                <a16:creationId xmlns:a16="http://schemas.microsoft.com/office/drawing/2014/main" id="{808DF0C3-C3F9-44CC-8D5C-B56C221AE59B}"/>
              </a:ext>
            </a:extLst>
          </p:cNvPr>
          <p:cNvSpPr>
            <a:spLocks xmlns:a="http://schemas.openxmlformats.org/drawingml/2006/main" noGrp="1"/>
          </p:cNvSpPr>
          <p:nvPr/>
        </p:nvSpPr>
        <p:spPr>
          <a:xfrm xmlns:a="http://schemas.openxmlformats.org/drawingml/2006/main">
            <a:off x="4667250" y="5905500"/>
            <a:ext cx="1152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xmlns:a="http://schemas.openxmlformats.org/drawingml/2006/main">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xmlns:a="http://schemas.openxmlformats.org/drawingml/2006/main">
              <a:ext uri="{FF2B5EF4-FFF2-40B4-BE49-F238E27FC236}">
                <a16:creationId xmlns:a16="http://schemas.microsoft.com/office/drawing/2014/main" id="{A240F019-1C54-4FA6-B1C1-3DC27E5BBB69}"/>
              </a:ext>
            </a:extLst>
          </p:cNvPr>
          <p:cNvSpPr>
            <a:spLocks xmlns:a="http://schemas.openxmlformats.org/drawingml/2006/main" noGrp="1"/>
          </p:cNvSpPr>
          <p:nvPr/>
        </p:nvSpPr>
        <p:spPr>
          <a:xfrm xmlns:a="http://schemas.openxmlformats.org/drawingml/2006/main">
            <a:off x="1381125" y="7191375"/>
            <a:ext cx="15525750" cy="214312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9050">
            <a:solidFill>
              <a:srgbClr val="DDDDDD"/>
            </a:solidFill>
          </a:ln>
        </p:spPr>
      </p:sp>
      <p:sp>
        <p:nvSpPr>
          <p:cNvPr id="14" name="eq-water-liquid-fuel">
            <a:extLst xmlns:a="http://schemas.openxmlformats.org/drawingml/2006/main">
              <a:ext uri="{FF2B5EF4-FFF2-40B4-BE49-F238E27FC236}">
                <a16:creationId xmlns:a16="http://schemas.microsoft.com/office/drawing/2014/main" id="{7083C5BE-372E-4748-82D0-BFE150AE07B0}"/>
              </a:ext>
            </a:extLst>
          </p:cNvPr>
          <p:cNvSpPr>
            <a:spLocks xmlns:a="http://schemas.openxmlformats.org/drawingml/2006/main" noGrp="1"/>
          </p:cNvSpPr>
          <p:nvPr/>
        </p:nvSpPr>
        <p:spPr>
          <a:xfrm xmlns:a="http://schemas.openxmlformats.org/drawingml/2006/main">
            <a:off x="1762125" y="7496175"/>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xmlns:a="http://schemas.openxmlformats.org/drawingml/2006/main">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xmlns:a="http://schemas.openxmlformats.org/drawingml/2006/main">
              <a:ext uri="{FF2B5EF4-FFF2-40B4-BE49-F238E27FC236}">
                <a16:creationId xmlns:a16="http://schemas.microsoft.com/office/drawing/2014/main" id="{F002433E-267E-4B63-8DBA-574ECCFDA666}"/>
              </a:ext>
            </a:extLst>
          </p:cNvPr>
          <p:cNvSpPr>
            <a:spLocks xmlns:a="http://schemas.openxmlformats.org/drawingml/2006/main" noGrp="1"/>
          </p:cNvSpPr>
          <p:nvPr/>
        </p:nvSpPr>
        <p:spPr>
          <a:xfrm xmlns:a="http://schemas.openxmlformats.org/drawingml/2006/main">
            <a:off x="1762125" y="824865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xmlns:a="http://schemas.openxmlformats.org/drawingml/2006/main">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xmlns:a="http://schemas.openxmlformats.org/drawingml/2006/main">
              <a:ext uri="{FF2B5EF4-FFF2-40B4-BE49-F238E27FC236}">
                <a16:creationId xmlns:a16="http://schemas.microsoft.com/office/drawing/2014/main" id="{E7DAA56A-15DA-479E-B9D8-323EBCE5E845}"/>
              </a:ext>
            </a:extLst>
          </p:cNvPr>
          <p:cNvPicPr>
            <a:picLocks xmlns:a="http://schemas.openxmlformats.org/drawingml/2006/main" noChangeAspect="1"/>
          </p:cNvPicPr>
          <p:nvPr/>
        </p:nvPicPr>
        <p:blipFill>
          <a:blip xmlns:r="http://schemas.openxmlformats.org/officeDocument/2006/relationships" xmlns:a="http://schemas.openxmlformats.org/drawingml/2006/main" r:embed="Rde1896cc68c341a7"/>
          <a:stretch xmlns:a="http://schemas.openxmlformats.org/drawingml/2006/main"/>
        </p:blipFill>
        <p:spPr>
          <a:xfrm xmlns:a="http://schemas.openxmlformats.org/drawingml/2006/main">
            <a:off x="4476750" y="7472773"/>
            <a:ext cx="12001500" cy="599254"/>
          </a:xfrm>
          <a:prstGeom xmlns:a="http://schemas.openxmlformats.org/drawingml/2006/main" prst="rect">
            <a:avLst/>
          </a:prstGeom>
        </p:spPr>
      </p:pic>
      <p:sp>
        <p:nvSpPr>
          <p:cNvPr id="17" name="eq-water-liquid-calculation">
            <a:extLst xmlns:a="http://schemas.openxmlformats.org/drawingml/2006/main">
              <a:ext uri="{FF2B5EF4-FFF2-40B4-BE49-F238E27FC236}">
                <a16:creationId xmlns:a16="http://schemas.microsoft.com/office/drawing/2014/main" id="{BD8C0D06-075F-49AE-A78B-2750746C0F14}"/>
              </a:ext>
            </a:extLst>
          </p:cNvPr>
          <p:cNvSpPr>
            <a:spLocks xmlns:a="http://schemas.openxmlformats.org/drawingml/2006/main" noGrp="1"/>
          </p:cNvSpPr>
          <p:nvPr/>
        </p:nvSpPr>
        <p:spPr>
          <a:xfrm xmlns:a="http://schemas.openxmlformats.org/drawingml/2006/main">
            <a:off x="4667250" y="8382000"/>
            <a:ext cx="1152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xmlns:a="http://schemas.openxmlformats.org/drawingml/2006/main">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p14:creationId xmlns:p14="http://schemas.microsoft.com/office/powerpoint/2010/main" val="131759769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B4E01B49-68A5-4771-9C85-B95EA96E6D9C}"/>
              </a:ext>
            </a:extLst>
          </p:cNvPr>
          <p:cNvPicPr>
            <a:picLocks xmlns:a="http://schemas.openxmlformats.org/drawingml/2006/main" noChangeAspect="1"/>
          </p:cNvPicPr>
          <p:nvPr/>
        </p:nvPicPr>
        <p:blipFill>
          <a:blip xmlns:r="http://schemas.openxmlformats.org/officeDocument/2006/relationships" xmlns:a="http://schemas.openxmlformats.org/drawingml/2006/main" r:embed="Raa76193fb1f744b8"/>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7F7F5D9E-B457-44B0-9D02-67A8D1DEB510}"/>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xmlns:a="http://schemas.openxmlformats.org/drawingml/2006/main">
              <a:ext uri="{FF2B5EF4-FFF2-40B4-BE49-F238E27FC236}">
                <a16:creationId xmlns:a16="http://schemas.microsoft.com/office/drawing/2014/main" id="{EC344F6E-1477-4A1C-8321-A65C1FB7A0BF}"/>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8C623B43-F5B3-4E8F-A4C5-9E02F453FBE9}"/>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xmlns:a="http://schemas.openxmlformats.org/drawingml/2006/main">
              <a:ext uri="{FF2B5EF4-FFF2-40B4-BE49-F238E27FC236}">
                <a16:creationId xmlns:a16="http://schemas.microsoft.com/office/drawing/2014/main" id="{C304C803-7168-4A9E-823C-F4EDF7758372}"/>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질량의 연료가 방출하는 열</a:t>
            </a:r>
          </a:p>
        </p:txBody>
      </p:sp>
      <p:sp>
        <p:nvSpPr>
          <p:cNvPr id="6" name="explanation">
            <a:extLst xmlns:a="http://schemas.openxmlformats.org/drawingml/2006/main">
              <a:ext uri="{FF2B5EF4-FFF2-40B4-BE49-F238E27FC236}">
                <a16:creationId xmlns:a16="http://schemas.microsoft.com/office/drawing/2014/main" id="{15925081-F27F-4941-9AD7-14C5B8842369}"/>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네 연료가 완전 연소하여 액체 물이 생성되는 조건에서 비교한다</a:t>
            </a:r>
          </a:p>
        </p:txBody>
      </p:sp>
      <p:sp>
        <p:nvSpPr>
          <p:cNvPr id="7" name="copyright">
            <a:extLst xmlns:a="http://schemas.openxmlformats.org/drawingml/2006/main">
              <a:ext uri="{FF2B5EF4-FFF2-40B4-BE49-F238E27FC236}">
                <a16:creationId xmlns:a16="http://schemas.microsoft.com/office/drawing/2014/main" id="{A9BB75F9-94C9-4ED3-8E93-9AEDE122D683}"/>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xmlns:a="http://schemas.openxmlformats.org/drawingml/2006/main">
              <a:ext uri="{FF2B5EF4-FFF2-40B4-BE49-F238E27FC236}">
                <a16:creationId xmlns:a16="http://schemas.microsoft.com/office/drawing/2014/main" id="{9DA0C0E7-5184-410C-AAE3-58D157023FD5}"/>
              </a:ext>
            </a:extLst>
          </p:cNvPr>
          <p:cNvSpPr>
            <a:spLocks xmlns:a="http://schemas.openxmlformats.org/drawingml/2006/main" noGrp="1"/>
          </p:cNvSpPr>
          <p:nvPr/>
        </p:nvSpPr>
        <p:spPr>
          <a:xfrm xmlns:a="http://schemas.openxmlformats.org/drawingml/2006/main">
            <a:off x="1524000" y="4572000"/>
            <a:ext cx="15240000" cy="3810000"/>
          </a:xfrm>
          <a:prstGeom xmlns:a="http://schemas.openxmlformats.org/drawingml/2006/main" prst="rect">
            <a:avLst/>
          </a:prstGeom>
          <a:solidFill xmlns:a="http://schemas.openxmlformats.org/drawingml/2006/main">
            <a:srgbClr val="252525"/>
          </a:solidFill>
          <a:ln xmlns:a="http://schemas.openxmlformats.org/drawingml/2006/main" w="0">
            <a:noFill/>
          </a:ln>
        </p:spPr>
      </p:sp>
      <p:graphicFrame>
        <p:nvGraphicFramePr>
          <p:cNvPr id="9" name="">
            <a:extLst xmlns:a="http://schemas.openxmlformats.org/drawingml/2006/main">
              <a:ext uri="{FF2B5EF4-FFF2-40B4-BE49-F238E27FC236}">
                <a16:creationId xmlns:a16="http://schemas.microsoft.com/office/drawing/2014/main" id="{2225F24A-93C7-4E26-9350-E59AAB7989C9}"/>
              </a:ext>
            </a:extLst>
          </p:cNvPr>
          <p:cNvGraphicFramePr/>
          <p:nvPr/>
        </p:nvGraphicFramePr>
        <p:xfrm>
          <a:off xmlns:a="http://schemas.openxmlformats.org/drawingml/2006/main" x="1524000" y="4572000"/>
          <a:ext xmlns:a="http://schemas.openxmlformats.org/drawingml/2006/main" cx="15240000" cy="3810000"/>
        </p:xfrm>
        <a:graphic xmlns:a="http://schemas.openxmlformats.org/drawingml/2006/main">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58</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46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mol당 방출열(kJ/mol)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2877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1367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285.8</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방출열(kJ/g)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49.6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29.7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142.9</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xmlns:a="http://schemas.openxmlformats.org/drawingml/2006/main">
              <a:ext uri="{FF2B5EF4-FFF2-40B4-BE49-F238E27FC236}">
                <a16:creationId xmlns:a16="http://schemas.microsoft.com/office/drawing/2014/main" id="{567E8C85-EF85-4508-8D99-C4DB10B6847C}"/>
              </a:ext>
            </a:extLst>
          </p:cNvPr>
          <p:cNvSpPr>
            <a:spLocks xmlns:a="http://schemas.openxmlformats.org/drawingml/2006/main" noGrp="1"/>
          </p:cNvSpPr>
          <p:nvPr/>
        </p:nvSpPr>
        <p:spPr>
          <a:xfrm xmlns:a="http://schemas.openxmlformats.org/drawingml/2006/main">
            <a:off x="1524000" y="5334000"/>
            <a:ext cx="15240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table-row-rule-2">
            <a:extLst xmlns:a="http://schemas.openxmlformats.org/drawingml/2006/main">
              <a:ext uri="{FF2B5EF4-FFF2-40B4-BE49-F238E27FC236}">
                <a16:creationId xmlns:a16="http://schemas.microsoft.com/office/drawing/2014/main" id="{61D20FF6-0121-4365-976F-A01FE39CEAAA}"/>
              </a:ext>
            </a:extLst>
          </p:cNvPr>
          <p:cNvSpPr>
            <a:spLocks xmlns:a="http://schemas.openxmlformats.org/drawingml/2006/main" noGrp="1"/>
          </p:cNvSpPr>
          <p:nvPr/>
        </p:nvSpPr>
        <p:spPr>
          <a:xfrm xmlns:a="http://schemas.openxmlformats.org/drawingml/2006/main">
            <a:off x="1524000" y="6096000"/>
            <a:ext cx="15240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table-row-rule-3">
            <a:extLst xmlns:a="http://schemas.openxmlformats.org/drawingml/2006/main">
              <a:ext uri="{FF2B5EF4-FFF2-40B4-BE49-F238E27FC236}">
                <a16:creationId xmlns:a16="http://schemas.microsoft.com/office/drawing/2014/main" id="{87893616-C545-49AB-B31C-56DD74C0BE5A}"/>
              </a:ext>
            </a:extLst>
          </p:cNvPr>
          <p:cNvSpPr>
            <a:spLocks xmlns:a="http://schemas.openxmlformats.org/drawingml/2006/main" noGrp="1"/>
          </p:cNvSpPr>
          <p:nvPr/>
        </p:nvSpPr>
        <p:spPr>
          <a:xfrm xmlns:a="http://schemas.openxmlformats.org/drawingml/2006/main">
            <a:off x="1524000" y="6858000"/>
            <a:ext cx="15240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table-row-rule-4">
            <a:extLst xmlns:a="http://schemas.openxmlformats.org/drawingml/2006/main">
              <a:ext uri="{FF2B5EF4-FFF2-40B4-BE49-F238E27FC236}">
                <a16:creationId xmlns:a16="http://schemas.microsoft.com/office/drawing/2014/main" id="{1FFFD5D5-726C-4A8C-A4D0-0225720BF9FD}"/>
              </a:ext>
            </a:extLst>
          </p:cNvPr>
          <p:cNvSpPr>
            <a:spLocks xmlns:a="http://schemas.openxmlformats.org/drawingml/2006/main" noGrp="1"/>
          </p:cNvSpPr>
          <p:nvPr/>
        </p:nvSpPr>
        <p:spPr>
          <a:xfrm xmlns:a="http://schemas.openxmlformats.org/drawingml/2006/main">
            <a:off x="1524000" y="7620000"/>
            <a:ext cx="15240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table-rounded-corner-0">
            <a:extLst xmlns:a="http://schemas.openxmlformats.org/drawingml/2006/main">
              <a:ext uri="{FF2B5EF4-FFF2-40B4-BE49-F238E27FC236}">
                <a16:creationId xmlns:a16="http://schemas.microsoft.com/office/drawing/2014/main" id="{086809E5-61FC-4883-9D82-FE325F742276}"/>
              </a:ext>
            </a:extLst>
          </p:cNvPr>
          <p:cNvSpPr>
            <a:spLocks xmlns:a="http://schemas.openxmlformats.org/drawingml/2006/main" noGrp="1"/>
          </p:cNvSpPr>
          <p:nvPr/>
        </p:nvSpPr>
        <p:spPr>
          <a:xfrm xmlns:a="http://schemas.openxmlformats.org/drawingml/2006/main" rot="0">
            <a:off x="1524000" y="457200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5" name="table-rounded-corner-1">
            <a:extLst xmlns:a="http://schemas.openxmlformats.org/drawingml/2006/main">
              <a:ext uri="{FF2B5EF4-FFF2-40B4-BE49-F238E27FC236}">
                <a16:creationId xmlns:a16="http://schemas.microsoft.com/office/drawing/2014/main" id="{648E96B4-B0E0-41E0-AD25-E3B31833A9B2}"/>
              </a:ext>
            </a:extLst>
          </p:cNvPr>
          <p:cNvSpPr>
            <a:spLocks xmlns:a="http://schemas.openxmlformats.org/drawingml/2006/main" noGrp="1"/>
          </p:cNvSpPr>
          <p:nvPr/>
        </p:nvSpPr>
        <p:spPr>
          <a:xfrm xmlns:a="http://schemas.openxmlformats.org/drawingml/2006/main" rot="5400000">
            <a:off x="16535400" y="457200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6" name="table-rounded-corner-2">
            <a:extLst xmlns:a="http://schemas.openxmlformats.org/drawingml/2006/main">
              <a:ext uri="{FF2B5EF4-FFF2-40B4-BE49-F238E27FC236}">
                <a16:creationId xmlns:a16="http://schemas.microsoft.com/office/drawing/2014/main" id="{8EF77A6B-B90D-4E8B-8EB5-6A3FE231010B}"/>
              </a:ext>
            </a:extLst>
          </p:cNvPr>
          <p:cNvSpPr>
            <a:spLocks xmlns:a="http://schemas.openxmlformats.org/drawingml/2006/main" noGrp="1"/>
          </p:cNvSpPr>
          <p:nvPr/>
        </p:nvSpPr>
        <p:spPr>
          <a:xfrm xmlns:a="http://schemas.openxmlformats.org/drawingml/2006/main" rot="10800000">
            <a:off x="16535400" y="815340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7" name="table-rounded-corner-3">
            <a:extLst xmlns:a="http://schemas.openxmlformats.org/drawingml/2006/main">
              <a:ext uri="{FF2B5EF4-FFF2-40B4-BE49-F238E27FC236}">
                <a16:creationId xmlns:a16="http://schemas.microsoft.com/office/drawing/2014/main" id="{B2BDF7EE-0E84-41F7-8ABA-8B886DE52E98}"/>
              </a:ext>
            </a:extLst>
          </p:cNvPr>
          <p:cNvSpPr>
            <a:spLocks xmlns:a="http://schemas.openxmlformats.org/drawingml/2006/main" noGrp="1"/>
          </p:cNvSpPr>
          <p:nvPr/>
        </p:nvSpPr>
        <p:spPr>
          <a:xfrm xmlns:a="http://schemas.openxmlformats.org/drawingml/2006/main" rot="16200000">
            <a:off x="1524000" y="815340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8" name="takeaway-box">
            <a:extLst xmlns:a="http://schemas.openxmlformats.org/drawingml/2006/main">
              <a:ext uri="{FF2B5EF4-FFF2-40B4-BE49-F238E27FC236}">
                <a16:creationId xmlns:a16="http://schemas.microsoft.com/office/drawing/2014/main" id="{8629D198-AE62-43CD-A722-0F2BEF964988}"/>
              </a:ext>
            </a:extLst>
          </p:cNvPr>
          <p:cNvSpPr>
            <a:spLocks xmlns:a="http://schemas.openxmlformats.org/drawingml/2006/main" noGrp="1"/>
          </p:cNvSpPr>
          <p:nvPr/>
        </p:nvSpPr>
        <p:spPr>
          <a:xfrm xmlns:a="http://schemas.openxmlformats.org/drawingml/2006/main">
            <a:off x="2333625" y="88106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9" name="takeaway">
            <a:extLst xmlns:a="http://schemas.openxmlformats.org/drawingml/2006/main">
              <a:ext uri="{FF2B5EF4-FFF2-40B4-BE49-F238E27FC236}">
                <a16:creationId xmlns:a16="http://schemas.microsoft.com/office/drawing/2014/main" id="{D35E6C64-DBDB-4E6E-B87B-553705529591}"/>
              </a:ext>
            </a:extLst>
          </p:cNvPr>
          <p:cNvSpPr>
            <a:spLocks xmlns:a="http://schemas.openxmlformats.org/drawingml/2006/main" noGrp="1"/>
          </p:cNvSpPr>
          <p:nvPr/>
        </p:nvSpPr>
        <p:spPr>
          <a:xfrm xmlns:a="http://schemas.openxmlformats.org/drawingml/2006/main">
            <a:off x="2619375" y="9039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1 g당 방출열: 수소 &gt; 메테인 &gt; 뷰테인 &gt; 에탄올</a:t>
            </a:r>
          </a:p>
        </p:txBody>
      </p:sp>
    </p:spTree>
    <p:extLst>
      <p:ext uri="{BB962C8B-B14F-4D97-AF65-F5344CB8AC3E}">
        <p14:creationId xmlns:p14="http://schemas.microsoft.com/office/powerpoint/2010/main" val="16586766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0AB748D8-7B80-4CA2-82A4-711B4465A4D8}"/>
              </a:ext>
            </a:extLst>
          </p:cNvPr>
          <p:cNvPicPr>
            <a:picLocks xmlns:a="http://schemas.openxmlformats.org/drawingml/2006/main" noChangeAspect="1"/>
          </p:cNvPicPr>
          <p:nvPr/>
        </p:nvPicPr>
        <p:blipFill>
          <a:blip xmlns:r="http://schemas.openxmlformats.org/officeDocument/2006/relationships" xmlns:a="http://schemas.openxmlformats.org/drawingml/2006/main" r:embed="R980d9f1e65a84391"/>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5CFA00B-6A2E-4CC6-87E9-88208706AB26}"/>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xmlns:a="http://schemas.openxmlformats.org/drawingml/2006/main">
              <a:ext uri="{FF2B5EF4-FFF2-40B4-BE49-F238E27FC236}">
                <a16:creationId xmlns:a16="http://schemas.microsoft.com/office/drawing/2014/main" id="{9774DBBE-4F67-4338-80F8-6B936FE1830C}"/>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DBF63A9E-8B88-40FE-AC35-D933CCB9E265}"/>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xmlns:a="http://schemas.openxmlformats.org/drawingml/2006/main">
              <a:ext uri="{FF2B5EF4-FFF2-40B4-BE49-F238E27FC236}">
                <a16:creationId xmlns:a16="http://schemas.microsoft.com/office/drawing/2014/main" id="{D437C4C9-3560-43A4-A6EA-AE9D7B69AA6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xmlns:a="http://schemas.openxmlformats.org/drawingml/2006/main">
              <a:ext uri="{FF2B5EF4-FFF2-40B4-BE49-F238E27FC236}">
                <a16:creationId xmlns:a16="http://schemas.microsoft.com/office/drawing/2014/main" id="{7149470A-7549-433B-B64A-6346D3E91AC5}"/>
              </a:ext>
            </a:extLst>
          </p:cNvPr>
          <p:cNvSpPr>
            <a:spLocks xmlns:a="http://schemas.openxmlformats.org/drawingml/2006/main" noGrp="1"/>
          </p:cNvSpPr>
          <p:nvPr/>
        </p:nvSpPr>
        <p:spPr>
          <a:xfrm xmlns:a="http://schemas.openxmlformats.org/drawingml/2006/main">
            <a:off x="1381125" y="3048000"/>
            <a:ext cx="952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xmlns:a="http://schemas.openxmlformats.org/drawingml/2006/main">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xmlns:a="http://schemas.openxmlformats.org/drawingml/2006/main">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xmlns:a="http://schemas.openxmlformats.org/drawingml/2006/main">
              <a:ext uri="{FF2B5EF4-FFF2-40B4-BE49-F238E27FC236}">
                <a16:creationId xmlns:a16="http://schemas.microsoft.com/office/drawing/2014/main" id="{91C81004-618D-4E7D-9555-72C3F343B7EC}"/>
              </a:ext>
            </a:extLst>
          </p:cNvPr>
          <p:cNvSpPr>
            <a:spLocks xmlns:a="http://schemas.openxmlformats.org/drawingml/2006/main" noGrp="1"/>
          </p:cNvSpPr>
          <p:nvPr/>
        </p:nvSpPr>
        <p:spPr>
          <a:xfrm xmlns:a="http://schemas.openxmlformats.org/drawingml/2006/main">
            <a:off x="1381125" y="5429250"/>
            <a:ext cx="10287000" cy="1809750"/>
          </a:xfrm>
          <a:prstGeom xmlns:a="http://schemas.openxmlformats.org/drawingml/2006/main" prst="roundRect">
            <a:avLst>
              <a:gd name="adj" fmla="val 11579"/>
            </a:avLst>
          </a:prstGeom>
          <a:solidFill xmlns:a="http://schemas.openxmlformats.org/drawingml/2006/main">
            <a:srgbClr val="F2F2F2"/>
          </a:solidFill>
          <a:ln xmlns:a="http://schemas.openxmlformats.org/drawingml/2006/main" w="0">
            <a:noFill/>
          </a:ln>
        </p:spPr>
      </p:sp>
      <p:sp>
        <p:nvSpPr>
          <p:cNvPr id="8" name="criterion-tag-1">
            <a:extLst xmlns:a="http://schemas.openxmlformats.org/drawingml/2006/main">
              <a:ext uri="{FF2B5EF4-FFF2-40B4-BE49-F238E27FC236}">
                <a16:creationId xmlns:a16="http://schemas.microsoft.com/office/drawing/2014/main" id="{CA2D0109-3DDA-4820-A751-04A78C563BCD}"/>
              </a:ext>
            </a:extLst>
          </p:cNvPr>
          <p:cNvSpPr>
            <a:spLocks xmlns:a="http://schemas.openxmlformats.org/drawingml/2006/main" noGrp="1"/>
          </p:cNvSpPr>
          <p:nvPr/>
        </p:nvSpPr>
        <p:spPr>
          <a:xfrm xmlns:a="http://schemas.openxmlformats.org/drawingml/2006/main">
            <a:off x="1714500" y="5695950"/>
            <a:ext cx="2286000" cy="514350"/>
          </a:xfrm>
          <a:prstGeom xmlns:a="http://schemas.openxmlformats.org/drawingml/2006/main" prst="roundRect">
            <a:avLst>
              <a:gd name="adj" fmla="val 18519"/>
            </a:avLst>
          </a:prstGeom>
          <a:solidFill xmlns:a="http://schemas.openxmlformats.org/drawingml/2006/main">
            <a:srgbClr val="595959"/>
          </a:solidFill>
          <a:ln xmlns:a="http://schemas.openxmlformats.org/drawingml/2006/main" w="0">
            <a:noFill/>
          </a:ln>
        </p:spPr>
      </p:sp>
      <p:sp>
        <p:nvSpPr>
          <p:cNvPr id="9" name="criterion-label-1">
            <a:extLst xmlns:a="http://schemas.openxmlformats.org/drawingml/2006/main">
              <a:ext uri="{FF2B5EF4-FFF2-40B4-BE49-F238E27FC236}">
                <a16:creationId xmlns:a16="http://schemas.microsoft.com/office/drawing/2014/main" id="{E5BA2538-9056-4463-8E82-F4C65B85AA4F}"/>
              </a:ext>
            </a:extLst>
          </p:cNvPr>
          <p:cNvSpPr>
            <a:spLocks xmlns:a="http://schemas.openxmlformats.org/drawingml/2006/main" noGrp="1"/>
          </p:cNvSpPr>
          <p:nvPr/>
        </p:nvSpPr>
        <p:spPr>
          <a:xfrm xmlns:a="http://schemas.openxmlformats.org/drawingml/2006/main">
            <a:off x="1809750" y="57721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방출하는 열</a:t>
            </a:r>
          </a:p>
        </p:txBody>
      </p:sp>
      <p:sp>
        <p:nvSpPr>
          <p:cNvPr id="10" name="criterion-body-1">
            <a:extLst xmlns:a="http://schemas.openxmlformats.org/drawingml/2006/main">
              <a:ext uri="{FF2B5EF4-FFF2-40B4-BE49-F238E27FC236}">
                <a16:creationId xmlns:a16="http://schemas.microsoft.com/office/drawing/2014/main" id="{F41C41DA-429B-4E45-9F1F-2AE449623AF2}"/>
              </a:ext>
            </a:extLst>
          </p:cNvPr>
          <p:cNvSpPr>
            <a:spLocks xmlns:a="http://schemas.openxmlformats.org/drawingml/2006/main" noGrp="1"/>
          </p:cNvSpPr>
          <p:nvPr/>
        </p:nvSpPr>
        <p:spPr>
          <a:xfrm xmlns:a="http://schemas.openxmlformats.org/drawingml/2006/main">
            <a:off x="4381500" y="5810250"/>
            <a:ext cx="695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xmlns:a="http://schemas.openxmlformats.org/drawingml/2006/main">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xmlns:a="http://schemas.openxmlformats.org/drawingml/2006/main">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xmlns:a="http://schemas.openxmlformats.org/drawingml/2006/main">
              <a:ext uri="{FF2B5EF4-FFF2-40B4-BE49-F238E27FC236}">
                <a16:creationId xmlns:a16="http://schemas.microsoft.com/office/drawing/2014/main" id="{17A17141-B93F-4102-9475-BEDE993DC699}"/>
              </a:ext>
            </a:extLst>
          </p:cNvPr>
          <p:cNvSpPr>
            <a:spLocks xmlns:a="http://schemas.openxmlformats.org/drawingml/2006/main" noGrp="1"/>
          </p:cNvSpPr>
          <p:nvPr/>
        </p:nvSpPr>
        <p:spPr>
          <a:xfrm xmlns:a="http://schemas.openxmlformats.org/drawingml/2006/main">
            <a:off x="1381125" y="7524750"/>
            <a:ext cx="10287000" cy="1809750"/>
          </a:xfrm>
          <a:prstGeom xmlns:a="http://schemas.openxmlformats.org/drawingml/2006/main" prst="roundRect">
            <a:avLst>
              <a:gd name="adj" fmla="val 11579"/>
            </a:avLst>
          </a:prstGeom>
          <a:solidFill xmlns:a="http://schemas.openxmlformats.org/drawingml/2006/main">
            <a:srgbClr val="F2F2F2"/>
          </a:solidFill>
          <a:ln xmlns:a="http://schemas.openxmlformats.org/drawingml/2006/main" w="0">
            <a:noFill/>
          </a:ln>
        </p:spPr>
      </p:sp>
      <p:sp>
        <p:nvSpPr>
          <p:cNvPr id="12" name="criterion-tag-2">
            <a:extLst xmlns:a="http://schemas.openxmlformats.org/drawingml/2006/main">
              <a:ext uri="{FF2B5EF4-FFF2-40B4-BE49-F238E27FC236}">
                <a16:creationId xmlns:a16="http://schemas.microsoft.com/office/drawing/2014/main" id="{35BB7381-F324-402E-B4CE-6D4498F2ECDE}"/>
              </a:ext>
            </a:extLst>
          </p:cNvPr>
          <p:cNvSpPr>
            <a:spLocks xmlns:a="http://schemas.openxmlformats.org/drawingml/2006/main" noGrp="1"/>
          </p:cNvSpPr>
          <p:nvPr/>
        </p:nvSpPr>
        <p:spPr>
          <a:xfrm xmlns:a="http://schemas.openxmlformats.org/drawingml/2006/main">
            <a:off x="1714500" y="7791450"/>
            <a:ext cx="2286000" cy="514350"/>
          </a:xfrm>
          <a:prstGeom xmlns:a="http://schemas.openxmlformats.org/drawingml/2006/main" prst="roundRect">
            <a:avLst>
              <a:gd name="adj" fmla="val 18519"/>
            </a:avLst>
          </a:prstGeom>
          <a:solidFill xmlns:a="http://schemas.openxmlformats.org/drawingml/2006/main">
            <a:srgbClr val="595959"/>
          </a:solidFill>
          <a:ln xmlns:a="http://schemas.openxmlformats.org/drawingml/2006/main" w="0">
            <a:noFill/>
          </a:ln>
        </p:spPr>
      </p:sp>
      <p:sp>
        <p:nvSpPr>
          <p:cNvPr id="13" name="criterion-label-2">
            <a:extLst xmlns:a="http://schemas.openxmlformats.org/drawingml/2006/main">
              <a:ext uri="{FF2B5EF4-FFF2-40B4-BE49-F238E27FC236}">
                <a16:creationId xmlns:a16="http://schemas.microsoft.com/office/drawing/2014/main" id="{5621107F-874F-411E-A712-C6DA72B06AB7}"/>
              </a:ext>
            </a:extLst>
          </p:cNvPr>
          <p:cNvSpPr>
            <a:spLocks xmlns:a="http://schemas.openxmlformats.org/drawingml/2006/main" noGrp="1"/>
          </p:cNvSpPr>
          <p:nvPr/>
        </p:nvSpPr>
        <p:spPr>
          <a:xfrm xmlns:a="http://schemas.openxmlformats.org/drawingml/2006/main">
            <a:off x="1809750" y="78676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실제 이용 조건</a:t>
            </a:r>
          </a:p>
        </p:txBody>
      </p:sp>
      <p:sp>
        <p:nvSpPr>
          <p:cNvPr id="14" name="criterion-body-2">
            <a:extLst xmlns:a="http://schemas.openxmlformats.org/drawingml/2006/main">
              <a:ext uri="{FF2B5EF4-FFF2-40B4-BE49-F238E27FC236}">
                <a16:creationId xmlns:a16="http://schemas.microsoft.com/office/drawing/2014/main" id="{4C8DD643-1906-47B8-99C4-F2264CDF1A79}"/>
              </a:ext>
            </a:extLst>
          </p:cNvPr>
          <p:cNvSpPr>
            <a:spLocks xmlns:a="http://schemas.openxmlformats.org/drawingml/2006/main" noGrp="1"/>
          </p:cNvSpPr>
          <p:nvPr/>
        </p:nvSpPr>
        <p:spPr>
          <a:xfrm xmlns:a="http://schemas.openxmlformats.org/drawingml/2006/main">
            <a:off x="4381500" y="7905750"/>
            <a:ext cx="695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xmlns:a="http://schemas.openxmlformats.org/drawingml/2006/main">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xmlns:a="http://schemas.openxmlformats.org/drawingml/2006/main">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xmlns:a="http://schemas.openxmlformats.org/drawingml/2006/main">
              <a:ext uri="{FF2B5EF4-FFF2-40B4-BE49-F238E27FC236}">
                <a16:creationId xmlns:a16="http://schemas.microsoft.com/office/drawing/2014/main" id="{45C768CF-1DE2-459F-8B09-80430A62ECEA}"/>
              </a:ext>
            </a:extLst>
          </p:cNvPr>
          <p:cNvSpPr>
            <a:spLocks xmlns:a="http://schemas.openxmlformats.org/drawingml/2006/main" noGrp="1"/>
          </p:cNvSpPr>
          <p:nvPr/>
        </p:nvSpPr>
        <p:spPr>
          <a:xfrm xmlns:a="http://schemas.openxmlformats.org/drawingml/2006/main">
            <a:off x="12477750" y="4667250"/>
            <a:ext cx="4476750" cy="1190625"/>
          </a:xfrm>
          <a:prstGeom xmlns:a="http://schemas.openxmlformats.org/drawingml/2006/main" prst="roundRect">
            <a:avLst>
              <a:gd name="adj" fmla="val 20800"/>
            </a:avLst>
          </a:prstGeom>
          <a:solidFill xmlns:a="http://schemas.openxmlformats.org/drawingml/2006/main">
            <a:srgbClr val="F2F2F2"/>
          </a:solidFill>
          <a:ln xmlns:a="http://schemas.openxmlformats.org/drawingml/2006/main" w="0">
            <a:noFill/>
          </a:ln>
        </p:spPr>
      </p:sp>
      <p:sp>
        <p:nvSpPr>
          <p:cNvPr id="16" name="student-question-text">
            <a:extLst xmlns:a="http://schemas.openxmlformats.org/drawingml/2006/main">
              <a:ext uri="{FF2B5EF4-FFF2-40B4-BE49-F238E27FC236}">
                <a16:creationId xmlns:a16="http://schemas.microsoft.com/office/drawing/2014/main" id="{A73D228E-D5C2-4829-B71E-EF24D4F906F0}"/>
              </a:ext>
            </a:extLst>
          </p:cNvPr>
          <p:cNvSpPr>
            <a:spLocks xmlns:a="http://schemas.openxmlformats.org/drawingml/2006/main" noGrp="1"/>
          </p:cNvSpPr>
          <p:nvPr/>
        </p:nvSpPr>
        <p:spPr>
          <a:xfrm xmlns:a="http://schemas.openxmlformats.org/drawingml/2006/main">
            <a:off x="12668250" y="4867275"/>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xmlns:a="http://schemas.openxmlformats.org/drawingml/2006/main">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xmlns:a="http://schemas.openxmlformats.org/drawingml/2006/main">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xmlns:a="http://schemas.openxmlformats.org/drawingml/2006/main">
              <a:ext uri="{FF2B5EF4-FFF2-40B4-BE49-F238E27FC236}">
                <a16:creationId xmlns:a16="http://schemas.microsoft.com/office/drawing/2014/main" id="{D2342FCE-93A3-4B05-B1F1-B1C45F8FF4BC}"/>
              </a:ext>
            </a:extLst>
          </p:cNvPr>
          <p:cNvPicPr>
            <a:picLocks xmlns:a="http://schemas.openxmlformats.org/drawingml/2006/main" noChangeAspect="1"/>
          </p:cNvPicPr>
          <p:nvPr/>
        </p:nvPicPr>
        <p:blipFill>
          <a:blip xmlns:r="http://schemas.openxmlformats.org/officeDocument/2006/relationships" xmlns:a="http://schemas.openxmlformats.org/drawingml/2006/main" r:embed="Rfc1f731b2db04de4"/>
          <a:stretch xmlns:a="http://schemas.openxmlformats.org/drawingml/2006/main"/>
        </p:blipFill>
        <p:spPr>
          <a:xfrm xmlns:a="http://schemas.openxmlformats.org/drawingml/2006/main">
            <a:off x="12858750" y="6200795"/>
            <a:ext cx="3905250" cy="2933661"/>
          </a:xfrm>
          <a:prstGeom xmlns:a="http://schemas.openxmlformats.org/drawingml/2006/main" prst="rect">
            <a:avLst/>
          </a:prstGeom>
        </p:spPr>
      </p:pic>
    </p:spTree>
    <p:extLst>
      <p:ext uri="{BB962C8B-B14F-4D97-AF65-F5344CB8AC3E}">
        <p14:creationId xmlns:p14="http://schemas.microsoft.com/office/powerpoint/2010/main" val="7826240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7575162A-E0BB-4161-A514-CC059AD22AB4}"/>
              </a:ext>
            </a:extLst>
          </p:cNvPr>
          <p:cNvPicPr>
            <a:picLocks xmlns:a="http://schemas.openxmlformats.org/drawingml/2006/main" noChangeAspect="1"/>
          </p:cNvPicPr>
          <p:nvPr/>
        </p:nvPicPr>
        <p:blipFill>
          <a:blip xmlns:r="http://schemas.openxmlformats.org/officeDocument/2006/relationships" xmlns:a="http://schemas.openxmlformats.org/drawingml/2006/main" r:embed="Ra3b9942ae2da427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3ABAC3DE-CBD9-48B6-BD46-FB54C9124B03}"/>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xmlns:a="http://schemas.openxmlformats.org/drawingml/2006/main">
              <a:ext uri="{FF2B5EF4-FFF2-40B4-BE49-F238E27FC236}">
                <a16:creationId xmlns:a16="http://schemas.microsoft.com/office/drawing/2014/main" id="{3C315291-D828-4EF6-9E77-7EFA7EF2C53D}"/>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CE28F862-C251-4135-94F6-2B567AAA685B}"/>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xmlns:a="http://schemas.openxmlformats.org/drawingml/2006/main">
              <a:ext uri="{FF2B5EF4-FFF2-40B4-BE49-F238E27FC236}">
                <a16:creationId xmlns:a16="http://schemas.microsoft.com/office/drawing/2014/main" id="{930F1451-98A9-4DC0-9651-BB1681211277}"/>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질량일 때 방출열이 큰 연료는?</a:t>
            </a:r>
          </a:p>
        </p:txBody>
      </p:sp>
      <p:sp>
        <p:nvSpPr>
          <p:cNvPr id="6" name="explanation">
            <a:extLst xmlns:a="http://schemas.openxmlformats.org/drawingml/2006/main">
              <a:ext uri="{FF2B5EF4-FFF2-40B4-BE49-F238E27FC236}">
                <a16:creationId xmlns:a16="http://schemas.microsoft.com/office/drawing/2014/main" id="{72E7647D-83EE-47AF-BEA7-D3F7D140E2C9}"/>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표의 빈칸을 채우고, 방출열이 큰 순서대로 나열해 보자</a:t>
            </a:r>
          </a:p>
        </p:txBody>
      </p:sp>
      <p:sp>
        <p:nvSpPr>
          <p:cNvPr id="7" name="copyright">
            <a:extLst xmlns:a="http://schemas.openxmlformats.org/drawingml/2006/main">
              <a:ext uri="{FF2B5EF4-FFF2-40B4-BE49-F238E27FC236}">
                <a16:creationId xmlns:a16="http://schemas.microsoft.com/office/drawing/2014/main" id="{9191708E-6B78-4186-8126-C9F825F234D9}"/>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xmlns:a="http://schemas.openxmlformats.org/drawingml/2006/main">
              <a:ext uri="{FF2B5EF4-FFF2-40B4-BE49-F238E27FC236}">
                <a16:creationId xmlns:a16="http://schemas.microsoft.com/office/drawing/2014/main" id="{36D0DBB3-1E3E-451D-82C3-C1FA28B94A61}"/>
              </a:ext>
            </a:extLst>
          </p:cNvPr>
          <p:cNvSpPr>
            <a:spLocks xmlns:a="http://schemas.openxmlformats.org/drawingml/2006/main" noGrp="1"/>
          </p:cNvSpPr>
          <p:nvPr/>
        </p:nvSpPr>
        <p:spPr>
          <a:xfrm xmlns:a="http://schemas.openxmlformats.org/drawingml/2006/main">
            <a:off x="1524000" y="4524375"/>
            <a:ext cx="15240000" cy="3810000"/>
          </a:xfrm>
          <a:prstGeom xmlns:a="http://schemas.openxmlformats.org/drawingml/2006/main" prst="rect">
            <a:avLst/>
          </a:prstGeom>
          <a:solidFill xmlns:a="http://schemas.openxmlformats.org/drawingml/2006/main">
            <a:srgbClr val="252525"/>
          </a:solidFill>
          <a:ln xmlns:a="http://schemas.openxmlformats.org/drawingml/2006/main" w="0">
            <a:noFill/>
          </a:ln>
        </p:spPr>
      </p:sp>
      <p:graphicFrame>
        <p:nvGraphicFramePr>
          <p:cNvPr id="9" name="">
            <a:extLst xmlns:a="http://schemas.openxmlformats.org/drawingml/2006/main">
              <a:ext uri="{FF2B5EF4-FFF2-40B4-BE49-F238E27FC236}">
                <a16:creationId xmlns:a16="http://schemas.microsoft.com/office/drawing/2014/main" id="{6009C913-36C4-49DE-8746-445215CD827D}"/>
              </a:ext>
            </a:extLst>
          </p:cNvPr>
          <p:cNvGraphicFramePr/>
          <p:nvPr/>
        </p:nvGraphicFramePr>
        <p:xfrm>
          <a:off xmlns:a="http://schemas.openxmlformats.org/drawingml/2006/main" x="1524000" y="4524375"/>
          <a:ext xmlns:a="http://schemas.openxmlformats.org/drawingml/2006/main" cx="15240000" cy="3810000"/>
        </p:xfrm>
        <a:graphic xmlns:a="http://schemas.openxmlformats.org/drawingml/2006/main">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mol당 방출열(kJ/mol)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방출열(kJ/g)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xmlns:a="http://schemas.openxmlformats.org/drawingml/2006/main">
              <a:ext uri="{FF2B5EF4-FFF2-40B4-BE49-F238E27FC236}">
                <a16:creationId xmlns:a16="http://schemas.microsoft.com/office/drawing/2014/main" id="{7FA1A521-F128-44ED-B6C0-45318391068A}"/>
              </a:ext>
            </a:extLst>
          </p:cNvPr>
          <p:cNvSpPr>
            <a:spLocks xmlns:a="http://schemas.openxmlformats.org/drawingml/2006/main" noGrp="1"/>
          </p:cNvSpPr>
          <p:nvPr/>
        </p:nvSpPr>
        <p:spPr>
          <a:xfrm xmlns:a="http://schemas.openxmlformats.org/drawingml/2006/main">
            <a:off x="1524000" y="5286375"/>
            <a:ext cx="15240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table-row-rule-2">
            <a:extLst xmlns:a="http://schemas.openxmlformats.org/drawingml/2006/main">
              <a:ext uri="{FF2B5EF4-FFF2-40B4-BE49-F238E27FC236}">
                <a16:creationId xmlns:a16="http://schemas.microsoft.com/office/drawing/2014/main" id="{EC8D7277-9206-4CBF-B7B0-B4CA8A3F6758}"/>
              </a:ext>
            </a:extLst>
          </p:cNvPr>
          <p:cNvSpPr>
            <a:spLocks xmlns:a="http://schemas.openxmlformats.org/drawingml/2006/main" noGrp="1"/>
          </p:cNvSpPr>
          <p:nvPr/>
        </p:nvSpPr>
        <p:spPr>
          <a:xfrm xmlns:a="http://schemas.openxmlformats.org/drawingml/2006/main">
            <a:off x="1524000" y="6048375"/>
            <a:ext cx="15240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table-row-rule-3">
            <a:extLst xmlns:a="http://schemas.openxmlformats.org/drawingml/2006/main">
              <a:ext uri="{FF2B5EF4-FFF2-40B4-BE49-F238E27FC236}">
                <a16:creationId xmlns:a16="http://schemas.microsoft.com/office/drawing/2014/main" id="{9D6F2EB5-F33A-4D66-9FFD-03B2EB0E128F}"/>
              </a:ext>
            </a:extLst>
          </p:cNvPr>
          <p:cNvSpPr>
            <a:spLocks xmlns:a="http://schemas.openxmlformats.org/drawingml/2006/main" noGrp="1"/>
          </p:cNvSpPr>
          <p:nvPr/>
        </p:nvSpPr>
        <p:spPr>
          <a:xfrm xmlns:a="http://schemas.openxmlformats.org/drawingml/2006/main">
            <a:off x="1524000" y="6810375"/>
            <a:ext cx="15240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table-row-rule-4">
            <a:extLst xmlns:a="http://schemas.openxmlformats.org/drawingml/2006/main">
              <a:ext uri="{FF2B5EF4-FFF2-40B4-BE49-F238E27FC236}">
                <a16:creationId xmlns:a16="http://schemas.microsoft.com/office/drawing/2014/main" id="{68FEA778-47DB-45FA-AB01-C24624D066D2}"/>
              </a:ext>
            </a:extLst>
          </p:cNvPr>
          <p:cNvSpPr>
            <a:spLocks xmlns:a="http://schemas.openxmlformats.org/drawingml/2006/main" noGrp="1"/>
          </p:cNvSpPr>
          <p:nvPr/>
        </p:nvSpPr>
        <p:spPr>
          <a:xfrm xmlns:a="http://schemas.openxmlformats.org/drawingml/2006/main">
            <a:off x="1524000" y="7572375"/>
            <a:ext cx="15240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table-rounded-corner-0">
            <a:extLst xmlns:a="http://schemas.openxmlformats.org/drawingml/2006/main">
              <a:ext uri="{FF2B5EF4-FFF2-40B4-BE49-F238E27FC236}">
                <a16:creationId xmlns:a16="http://schemas.microsoft.com/office/drawing/2014/main" id="{88E66003-AEF3-47E8-8274-1461C58EA28C}"/>
              </a:ext>
            </a:extLst>
          </p:cNvPr>
          <p:cNvSpPr>
            <a:spLocks xmlns:a="http://schemas.openxmlformats.org/drawingml/2006/main" noGrp="1"/>
          </p:cNvSpPr>
          <p:nvPr/>
        </p:nvSpPr>
        <p:spPr>
          <a:xfrm xmlns:a="http://schemas.openxmlformats.org/drawingml/2006/main" rot="0">
            <a:off x="1524000" y="4524375"/>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5" name="table-rounded-corner-1">
            <a:extLst xmlns:a="http://schemas.openxmlformats.org/drawingml/2006/main">
              <a:ext uri="{FF2B5EF4-FFF2-40B4-BE49-F238E27FC236}">
                <a16:creationId xmlns:a16="http://schemas.microsoft.com/office/drawing/2014/main" id="{2D38F36F-0658-45AB-8C15-A5132A1E539E}"/>
              </a:ext>
            </a:extLst>
          </p:cNvPr>
          <p:cNvSpPr>
            <a:spLocks xmlns:a="http://schemas.openxmlformats.org/drawingml/2006/main" noGrp="1"/>
          </p:cNvSpPr>
          <p:nvPr/>
        </p:nvSpPr>
        <p:spPr>
          <a:xfrm xmlns:a="http://schemas.openxmlformats.org/drawingml/2006/main" rot="5400000">
            <a:off x="16535400" y="4524375"/>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6" name="table-rounded-corner-2">
            <a:extLst xmlns:a="http://schemas.openxmlformats.org/drawingml/2006/main">
              <a:ext uri="{FF2B5EF4-FFF2-40B4-BE49-F238E27FC236}">
                <a16:creationId xmlns:a16="http://schemas.microsoft.com/office/drawing/2014/main" id="{E966926A-E1BB-4FDE-8685-4CF0F9AFEC57}"/>
              </a:ext>
            </a:extLst>
          </p:cNvPr>
          <p:cNvSpPr>
            <a:spLocks xmlns:a="http://schemas.openxmlformats.org/drawingml/2006/main" noGrp="1"/>
          </p:cNvSpPr>
          <p:nvPr/>
        </p:nvSpPr>
        <p:spPr>
          <a:xfrm xmlns:a="http://schemas.openxmlformats.org/drawingml/2006/main" rot="10800000">
            <a:off x="16535400" y="8105775"/>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7" name="table-rounded-corner-3">
            <a:extLst xmlns:a="http://schemas.openxmlformats.org/drawingml/2006/main">
              <a:ext uri="{FF2B5EF4-FFF2-40B4-BE49-F238E27FC236}">
                <a16:creationId xmlns:a16="http://schemas.microsoft.com/office/drawing/2014/main" id="{F5A8F372-756F-48D5-AF7B-2546D95968BE}"/>
              </a:ext>
            </a:extLst>
          </p:cNvPr>
          <p:cNvSpPr>
            <a:spLocks xmlns:a="http://schemas.openxmlformats.org/drawingml/2006/main" noGrp="1"/>
          </p:cNvSpPr>
          <p:nvPr/>
        </p:nvSpPr>
        <p:spPr>
          <a:xfrm xmlns:a="http://schemas.openxmlformats.org/drawingml/2006/main" rot="16200000">
            <a:off x="1524000" y="8105775"/>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8" name="question-arrow">
            <a:extLst xmlns:a="http://schemas.openxmlformats.org/drawingml/2006/main">
              <a:ext uri="{FF2B5EF4-FFF2-40B4-BE49-F238E27FC236}">
                <a16:creationId xmlns:a16="http://schemas.microsoft.com/office/drawing/2014/main" id="{3E8B9060-7ABC-40B3-AC75-DA1DC64D7C47}"/>
              </a:ext>
            </a:extLst>
          </p:cNvPr>
          <p:cNvSpPr>
            <a:spLocks xmlns:a="http://schemas.openxmlformats.org/drawingml/2006/main" noGrp="1"/>
          </p:cNvSpPr>
          <p:nvPr/>
        </p:nvSpPr>
        <p:spPr>
          <a:xfrm xmlns:a="http://schemas.openxmlformats.org/drawingml/2006/main">
            <a:off x="2857500" y="8524875"/>
            <a:ext cx="12573000" cy="323850"/>
          </a:xfrm>
          <a:prstGeom xmlns:a="http://schemas.openxmlformats.org/drawingml/2006/main" prst="rightArrow">
            <a:avLst/>
          </a:prstGeom>
          <a:gradFill xmlns:a="http://schemas.openxmlformats.org/drawingml/2006/main">
            <a:gsLst>
              <a:gs pos="0">
                <a:srgbClr val="9FFF68"/>
              </a:gs>
              <a:gs pos="100000">
                <a:srgbClr val="0C7D08"/>
              </a:gs>
            </a:gsLst>
            <a:lin ang="0"/>
          </a:gradFill>
          <a:ln xmlns:a="http://schemas.openxmlformats.org/drawingml/2006/main" w="0">
            <a:noFill/>
          </a:ln>
        </p:spPr>
      </p:sp>
      <p:sp>
        <p:nvSpPr>
          <p:cNvPr id="19" name="question">
            <a:extLst xmlns:a="http://schemas.openxmlformats.org/drawingml/2006/main">
              <a:ext uri="{FF2B5EF4-FFF2-40B4-BE49-F238E27FC236}">
                <a16:creationId xmlns:a16="http://schemas.microsoft.com/office/drawing/2014/main" id="{F543A588-BD08-47F9-A2E7-F0F7504B65DF}"/>
              </a:ext>
            </a:extLst>
          </p:cNvPr>
          <p:cNvSpPr>
            <a:spLocks xmlns:a="http://schemas.openxmlformats.org/drawingml/2006/main" noGrp="1"/>
          </p:cNvSpPr>
          <p:nvPr/>
        </p:nvSpPr>
        <p:spPr>
          <a:xfrm xmlns:a="http://schemas.openxmlformats.org/drawingml/2006/main">
            <a:off x="3095625" y="8943975"/>
            <a:ext cx="1171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xmlns:a="http://schemas.openxmlformats.org/drawingml/2006/main">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xmlns:a="http://schemas.openxmlformats.org/drawingml/2006/main">
              <a:ext uri="{FF2B5EF4-FFF2-40B4-BE49-F238E27FC236}">
                <a16:creationId xmlns:a16="http://schemas.microsoft.com/office/drawing/2014/main" id="{A0717B72-A45B-460A-BA4E-46071F16EAEC}"/>
              </a:ext>
            </a:extLst>
          </p:cNvPr>
          <p:cNvSpPr>
            <a:spLocks xmlns:a="http://schemas.openxmlformats.org/drawingml/2006/main" noGrp="1"/>
          </p:cNvSpPr>
          <p:nvPr/>
        </p:nvSpPr>
        <p:spPr>
          <a:xfrm xmlns:a="http://schemas.openxmlformats.org/drawingml/2006/main">
            <a:off x="1524000" y="94869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xmlns:a="http://schemas.openxmlformats.org/drawingml/2006/main">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xmlns:a="http://schemas.openxmlformats.org/drawingml/2006/main">
              <a:ext uri="{FF2B5EF4-FFF2-40B4-BE49-F238E27FC236}">
                <a16:creationId xmlns:a16="http://schemas.microsoft.com/office/drawing/2014/main" id="{86E956D7-5D37-403A-A6E5-B0369F9A316C}"/>
              </a:ext>
            </a:extLst>
          </p:cNvPr>
          <p:cNvSpPr>
            <a:spLocks xmlns:a="http://schemas.openxmlformats.org/drawingml/2006/main" noGrp="1"/>
          </p:cNvSpPr>
          <p:nvPr/>
        </p:nvSpPr>
        <p:spPr>
          <a:xfrm xmlns:a="http://schemas.openxmlformats.org/drawingml/2006/main">
            <a:off x="8286750" y="948690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xmlns:a="http://schemas.openxmlformats.org/drawingml/2006/main">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p14:creationId xmlns:p14="http://schemas.microsoft.com/office/powerpoint/2010/main" val="96157578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581F029-5DC8-470F-B6C4-99996AC0E188}"/>
              </a:ext>
            </a:extLst>
          </p:cNvPr>
          <p:cNvPicPr>
            <a:picLocks xmlns:a="http://schemas.openxmlformats.org/drawingml/2006/main" noChangeAspect="1"/>
          </p:cNvPicPr>
          <p:nvPr/>
        </p:nvPicPr>
        <p:blipFill>
          <a:blip xmlns:r="http://schemas.openxmlformats.org/officeDocument/2006/relationships" xmlns:a="http://schemas.openxmlformats.org/drawingml/2006/main" r:embed="Rb4b859528b4a4cb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2244A85F-C0FE-4E86-A42B-1B8601B2D4C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94168DDF-887A-4FD9-8C91-9322CBBCF687}"/>
              </a:ext>
            </a:extLst>
          </p:cNvPr>
          <p:cNvPicPr>
            <a:picLocks xmlns:a="http://schemas.openxmlformats.org/drawingml/2006/main" noChangeAspect="1"/>
          </p:cNvPicPr>
          <p:nvPr/>
        </p:nvPicPr>
        <p:blipFill>
          <a:blip xmlns:r="http://schemas.openxmlformats.org/officeDocument/2006/relationships" xmlns:a="http://schemas.openxmlformats.org/drawingml/2006/main" r:embed="R617b8e4f0ef749fb"/>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4E3E47DD-6673-402E-BC1F-13A35EA221CF}"/>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9CAE4F72-394D-45BC-B41A-81FBD2828D75}"/>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4</a:t>
            </a:r>
          </a:p>
        </p:txBody>
      </p:sp>
      <p:sp>
        <p:nvSpPr>
          <p:cNvPr id="6" name="title">
            <a:extLst xmlns:a="http://schemas.openxmlformats.org/drawingml/2006/main">
              <a:ext uri="{FF2B5EF4-FFF2-40B4-BE49-F238E27FC236}">
                <a16:creationId xmlns:a16="http://schemas.microsoft.com/office/drawing/2014/main" id="{D2C91162-3DA0-4F14-85BC-A862AFF6F7C4}"/>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xmlns:a="http://schemas.openxmlformats.org/drawingml/2006/main">
              <a:ext uri="{FF2B5EF4-FFF2-40B4-BE49-F238E27FC236}">
                <a16:creationId xmlns:a16="http://schemas.microsoft.com/office/drawing/2014/main" id="{67A72F26-2A44-49E4-9689-3FB6C8D427DA}"/>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p14:creationId xmlns:p14="http://schemas.microsoft.com/office/powerpoint/2010/main" val="159411066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F8BEABEB-2B9D-4C0A-87FC-BB0EE088D9C2}"/>
              </a:ext>
            </a:extLst>
          </p:cNvPr>
          <p:cNvPicPr>
            <a:picLocks xmlns:a="http://schemas.openxmlformats.org/drawingml/2006/main" noChangeAspect="1"/>
          </p:cNvPicPr>
          <p:nvPr/>
        </p:nvPicPr>
        <p:blipFill>
          <a:blip xmlns:r="http://schemas.openxmlformats.org/officeDocument/2006/relationships" xmlns:a="http://schemas.openxmlformats.org/drawingml/2006/main" r:embed="R84436ff0a0744a3b"/>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6F6832E3-C14C-4DB4-96AB-465BCA379B28}"/>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xmlns:a="http://schemas.openxmlformats.org/drawingml/2006/main">
              <a:ext uri="{FF2B5EF4-FFF2-40B4-BE49-F238E27FC236}">
                <a16:creationId xmlns:a16="http://schemas.microsoft.com/office/drawing/2014/main" id="{81CFA396-A210-45B6-AFBB-2016D3209F55}"/>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63420276-78D4-4AC3-9171-4F7A17CC344F}"/>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xmlns:a="http://schemas.openxmlformats.org/drawingml/2006/main">
              <a:ext uri="{FF2B5EF4-FFF2-40B4-BE49-F238E27FC236}">
                <a16:creationId xmlns:a16="http://schemas.microsoft.com/office/drawing/2014/main" id="{CECCFF47-2858-413B-A956-28E0C7354D54}"/>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xmlns:a="http://schemas.openxmlformats.org/drawingml/2006/main">
              <a:ext uri="{FF2B5EF4-FFF2-40B4-BE49-F238E27FC236}">
                <a16:creationId xmlns:a16="http://schemas.microsoft.com/office/drawing/2014/main" id="{A5A6BAF2-40AD-4C61-B158-B1689C80FDDA}"/>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수소 분자를 원자로 분리하는 과정</a:t>
            </a:r>
          </a:p>
        </p:txBody>
      </p:sp>
      <p:sp>
        <p:nvSpPr>
          <p:cNvPr id="7" name="copyright">
            <a:extLst xmlns:a="http://schemas.openxmlformats.org/drawingml/2006/main">
              <a:ext uri="{FF2B5EF4-FFF2-40B4-BE49-F238E27FC236}">
                <a16:creationId xmlns:a16="http://schemas.microsoft.com/office/drawing/2014/main" id="{E95C17C4-27A7-47DE-BD33-B18A04DF4B53}"/>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FFBDBDE1-BCBF-4ADE-AB6E-77FB581D3D67}"/>
              </a:ext>
            </a:extLst>
          </p:cNvPr>
          <p:cNvPicPr>
            <a:picLocks xmlns:a="http://schemas.openxmlformats.org/drawingml/2006/main" noChangeAspect="1"/>
          </p:cNvPicPr>
          <p:nvPr/>
        </p:nvPicPr>
        <p:blipFill>
          <a:blip xmlns:r="http://schemas.openxmlformats.org/officeDocument/2006/relationships" xmlns:a="http://schemas.openxmlformats.org/drawingml/2006/main" r:embed="R5558c7be64ab4b0f"/>
          <a:stretch xmlns:a="http://schemas.openxmlformats.org/drawingml/2006/main"/>
        </p:blipFill>
        <p:spPr>
          <a:xfrm xmlns:a="http://schemas.openxmlformats.org/drawingml/2006/main">
            <a:off x="2807847" y="4667250"/>
            <a:ext cx="5147556" cy="3857625"/>
          </a:xfrm>
          <a:prstGeom xmlns:a="http://schemas.openxmlformats.org/drawingml/2006/main" prst="rect">
            <a:avLst/>
          </a:prstGeom>
        </p:spPr>
      </p:pic>
      <p:sp>
        <p:nvSpPr>
          <p:cNvPr id="9" name="bond-explanation-panel">
            <a:extLst xmlns:a="http://schemas.openxmlformats.org/drawingml/2006/main">
              <a:ext uri="{FF2B5EF4-FFF2-40B4-BE49-F238E27FC236}">
                <a16:creationId xmlns:a16="http://schemas.microsoft.com/office/drawing/2014/main" id="{B02E3BF5-68F3-4375-9809-A8A138CB779D}"/>
              </a:ext>
            </a:extLst>
          </p:cNvPr>
          <p:cNvSpPr>
            <a:spLocks xmlns:a="http://schemas.openxmlformats.org/drawingml/2006/main" noGrp="1"/>
          </p:cNvSpPr>
          <p:nvPr/>
        </p:nvSpPr>
        <p:spPr>
          <a:xfrm xmlns:a="http://schemas.openxmlformats.org/drawingml/2006/main">
            <a:off x="10001250" y="4667250"/>
            <a:ext cx="6858000" cy="3714750"/>
          </a:xfrm>
          <a:prstGeom xmlns:a="http://schemas.openxmlformats.org/drawingml/2006/main" prst="roundRect">
            <a:avLst>
              <a:gd name="adj" fmla="val 6154"/>
            </a:avLst>
          </a:prstGeom>
          <a:solidFill xmlns:a="http://schemas.openxmlformats.org/drawingml/2006/main">
            <a:srgbClr val="F2F2F2"/>
          </a:solidFill>
          <a:ln xmlns:a="http://schemas.openxmlformats.org/drawingml/2006/main" w="0">
            <a:noFill/>
          </a:ln>
        </p:spPr>
      </p:sp>
      <p:sp>
        <p:nvSpPr>
          <p:cNvPr id="10" name="bond-explanation-tag-1">
            <a:extLst xmlns:a="http://schemas.openxmlformats.org/drawingml/2006/main">
              <a:ext uri="{FF2B5EF4-FFF2-40B4-BE49-F238E27FC236}">
                <a16:creationId xmlns:a16="http://schemas.microsoft.com/office/drawing/2014/main" id="{87FDB219-7E19-4A81-95B4-5737A24D1995}"/>
              </a:ext>
            </a:extLst>
          </p:cNvPr>
          <p:cNvSpPr>
            <a:spLocks xmlns:a="http://schemas.openxmlformats.org/drawingml/2006/main" noGrp="1"/>
          </p:cNvSpPr>
          <p:nvPr/>
        </p:nvSpPr>
        <p:spPr>
          <a:xfrm xmlns:a="http://schemas.openxmlformats.org/drawingml/2006/main">
            <a:off x="10287000" y="4905375"/>
            <a:ext cx="6286500" cy="495300"/>
          </a:xfrm>
          <a:prstGeom xmlns:a="http://schemas.openxmlformats.org/drawingml/2006/main" prst="roundRect">
            <a:avLst>
              <a:gd name="adj" fmla="val 19231"/>
            </a:avLst>
          </a:prstGeom>
          <a:solidFill xmlns:a="http://schemas.openxmlformats.org/drawingml/2006/main">
            <a:srgbClr val="595959"/>
          </a:solidFill>
          <a:ln xmlns:a="http://schemas.openxmlformats.org/drawingml/2006/main" w="0">
            <a:noFill/>
          </a:ln>
        </p:spPr>
      </p:sp>
      <p:sp>
        <p:nvSpPr>
          <p:cNvPr id="11" name="bond-explanation-label-1">
            <a:extLst xmlns:a="http://schemas.openxmlformats.org/drawingml/2006/main">
              <a:ext uri="{FF2B5EF4-FFF2-40B4-BE49-F238E27FC236}">
                <a16:creationId xmlns:a16="http://schemas.microsoft.com/office/drawing/2014/main" id="{429ABC50-C3F9-4443-AD00-A6BE97B6F21E}"/>
              </a:ext>
            </a:extLst>
          </p:cNvPr>
          <p:cNvSpPr>
            <a:spLocks xmlns:a="http://schemas.openxmlformats.org/drawingml/2006/main" noGrp="1"/>
          </p:cNvSpPr>
          <p:nvPr/>
        </p:nvSpPr>
        <p:spPr>
          <a:xfrm xmlns:a="http://schemas.openxmlformats.org/drawingml/2006/main">
            <a:off x="10477500" y="4981575"/>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xmlns:a="http://schemas.openxmlformats.org/drawingml/2006/main">
              <a:ext uri="{FF2B5EF4-FFF2-40B4-BE49-F238E27FC236}">
                <a16:creationId xmlns:a16="http://schemas.microsoft.com/office/drawing/2014/main" id="{5E3551D8-3FEE-40AE-990D-295789380670}"/>
              </a:ext>
            </a:extLst>
          </p:cNvPr>
          <p:cNvSpPr>
            <a:spLocks xmlns:a="http://schemas.openxmlformats.org/drawingml/2006/main" noGrp="1"/>
          </p:cNvSpPr>
          <p:nvPr/>
        </p:nvSpPr>
        <p:spPr>
          <a:xfrm xmlns:a="http://schemas.openxmlformats.org/drawingml/2006/main">
            <a:off x="10287000" y="5648325"/>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xmlns:a="http://schemas.openxmlformats.org/drawingml/2006/main">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xmlns:a="http://schemas.openxmlformats.org/drawingml/2006/main">
              <a:ext uri="{FF2B5EF4-FFF2-40B4-BE49-F238E27FC236}">
                <a16:creationId xmlns:a16="http://schemas.microsoft.com/office/drawing/2014/main" id="{5A80DCF1-DFE5-4888-9CF5-05FAF624A463}"/>
              </a:ext>
            </a:extLst>
          </p:cNvPr>
          <p:cNvSpPr>
            <a:spLocks xmlns:a="http://schemas.openxmlformats.org/drawingml/2006/main" noGrp="1"/>
          </p:cNvSpPr>
          <p:nvPr/>
        </p:nvSpPr>
        <p:spPr>
          <a:xfrm xmlns:a="http://schemas.openxmlformats.org/drawingml/2006/main">
            <a:off x="10287000" y="6619875"/>
            <a:ext cx="6286500" cy="495300"/>
          </a:xfrm>
          <a:prstGeom xmlns:a="http://schemas.openxmlformats.org/drawingml/2006/main" prst="roundRect">
            <a:avLst>
              <a:gd name="adj" fmla="val 19231"/>
            </a:avLst>
          </a:prstGeom>
          <a:solidFill xmlns:a="http://schemas.openxmlformats.org/drawingml/2006/main">
            <a:srgbClr val="595959"/>
          </a:solidFill>
          <a:ln xmlns:a="http://schemas.openxmlformats.org/drawingml/2006/main" w="0">
            <a:noFill/>
          </a:ln>
        </p:spPr>
      </p:sp>
      <p:sp>
        <p:nvSpPr>
          <p:cNvPr id="14" name="bond-explanation-label-2">
            <a:extLst xmlns:a="http://schemas.openxmlformats.org/drawingml/2006/main">
              <a:ext uri="{FF2B5EF4-FFF2-40B4-BE49-F238E27FC236}">
                <a16:creationId xmlns:a16="http://schemas.microsoft.com/office/drawing/2014/main" id="{3DFD87EA-C85D-426B-9B4F-CD1E43D35978}"/>
              </a:ext>
            </a:extLst>
          </p:cNvPr>
          <p:cNvSpPr>
            <a:spLocks xmlns:a="http://schemas.openxmlformats.org/drawingml/2006/main" noGrp="1"/>
          </p:cNvSpPr>
          <p:nvPr/>
        </p:nvSpPr>
        <p:spPr>
          <a:xfrm xmlns:a="http://schemas.openxmlformats.org/drawingml/2006/main">
            <a:off x="10477500" y="6696075"/>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xmlns:a="http://schemas.openxmlformats.org/drawingml/2006/main">
              <a:ext uri="{FF2B5EF4-FFF2-40B4-BE49-F238E27FC236}">
                <a16:creationId xmlns:a16="http://schemas.microsoft.com/office/drawing/2014/main" id="{2F4F7BD9-C764-4E4B-A9BE-F108D2ABC863}"/>
              </a:ext>
            </a:extLst>
          </p:cNvPr>
          <p:cNvSpPr>
            <a:spLocks xmlns:a="http://schemas.openxmlformats.org/drawingml/2006/main" noGrp="1"/>
          </p:cNvSpPr>
          <p:nvPr/>
        </p:nvSpPr>
        <p:spPr>
          <a:xfrm xmlns:a="http://schemas.openxmlformats.org/drawingml/2006/main">
            <a:off x="10287000" y="7362825"/>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xmlns:a="http://schemas.openxmlformats.org/drawingml/2006/main">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xmlns:a="http://schemas.openxmlformats.org/drawingml/2006/main">
              <a:ext uri="{FF2B5EF4-FFF2-40B4-BE49-F238E27FC236}">
                <a16:creationId xmlns:a16="http://schemas.microsoft.com/office/drawing/2014/main" id="{A46092D7-DE10-42B7-8CB2-DCDC6A993D3A}"/>
              </a:ext>
            </a:extLst>
          </p:cNvPr>
          <p:cNvSpPr>
            <a:spLocks xmlns:a="http://schemas.openxmlformats.org/drawingml/2006/main" noGrp="1"/>
          </p:cNvSpPr>
          <p:nvPr/>
        </p:nvSpPr>
        <p:spPr>
          <a:xfrm xmlns:a="http://schemas.openxmlformats.org/drawingml/2006/main">
            <a:off x="2333625" y="8763000"/>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7" name="reaction-bar-text">
            <a:extLst xmlns:a="http://schemas.openxmlformats.org/drawingml/2006/main">
              <a:ext uri="{FF2B5EF4-FFF2-40B4-BE49-F238E27FC236}">
                <a16:creationId xmlns:a16="http://schemas.microsoft.com/office/drawing/2014/main" id="{C8F0CD3C-B747-41D7-9A7B-BF38A897B12B}"/>
              </a:ext>
            </a:extLst>
          </p:cNvPr>
          <p:cNvSpPr>
            <a:spLocks xmlns:a="http://schemas.openxmlformats.org/drawingml/2006/main" noGrp="1"/>
          </p:cNvSpPr>
          <p:nvPr/>
        </p:nvSpPr>
        <p:spPr>
          <a:xfrm xmlns:a="http://schemas.openxmlformats.org/drawingml/2006/main">
            <a:off x="2619375" y="8953500"/>
            <a:ext cx="1304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p14:creationId xmlns:p14="http://schemas.microsoft.com/office/powerpoint/2010/main" val="9718240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69B0DD31-301F-4A1A-9427-64507C746F73}"/>
              </a:ext>
            </a:extLst>
          </p:cNvPr>
          <p:cNvPicPr>
            <a:picLocks xmlns:a="http://schemas.openxmlformats.org/drawingml/2006/main" noChangeAspect="1"/>
          </p:cNvPicPr>
          <p:nvPr/>
        </p:nvPicPr>
        <p:blipFill>
          <a:blip xmlns:r="http://schemas.openxmlformats.org/officeDocument/2006/relationships" xmlns:a="http://schemas.openxmlformats.org/drawingml/2006/main" r:embed="R6e3f78bcc1814887"/>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B05FA2B9-6F1F-431A-852F-00198165E5D9}"/>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xmlns:a="http://schemas.openxmlformats.org/drawingml/2006/main">
              <a:ext uri="{FF2B5EF4-FFF2-40B4-BE49-F238E27FC236}">
                <a16:creationId xmlns:a16="http://schemas.microsoft.com/office/drawing/2014/main" id="{4659275C-B73D-438B-A831-C06464648C0A}"/>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F0A06D44-3C60-4005-9789-F8B08D6A6C0A}"/>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xmlns:a="http://schemas.openxmlformats.org/drawingml/2006/main">
              <a:ext uri="{FF2B5EF4-FFF2-40B4-BE49-F238E27FC236}">
                <a16:creationId xmlns:a16="http://schemas.microsoft.com/office/drawing/2014/main" id="{D06456E3-976E-47D2-B059-190205311EEE}"/>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xmlns:a="http://schemas.openxmlformats.org/drawingml/2006/main">
              <a:ext uri="{FF2B5EF4-FFF2-40B4-BE49-F238E27FC236}">
                <a16:creationId xmlns:a16="http://schemas.microsoft.com/office/drawing/2014/main" id="{7AA25B91-D172-47E1-8663-D21E7734E2B4}"/>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수소 원자가 결합하여 수소 분자가 되는 과정</a:t>
            </a:r>
          </a:p>
        </p:txBody>
      </p:sp>
      <p:sp>
        <p:nvSpPr>
          <p:cNvPr id="7" name="copyright">
            <a:extLst xmlns:a="http://schemas.openxmlformats.org/drawingml/2006/main">
              <a:ext uri="{FF2B5EF4-FFF2-40B4-BE49-F238E27FC236}">
                <a16:creationId xmlns:a16="http://schemas.microsoft.com/office/drawing/2014/main" id="{035197A4-1DAD-4B65-A7EE-1CBC3F17E0D2}"/>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511971E3-D203-4781-840F-6879D4F82647}"/>
              </a:ext>
            </a:extLst>
          </p:cNvPr>
          <p:cNvPicPr>
            <a:picLocks xmlns:a="http://schemas.openxmlformats.org/drawingml/2006/main" noChangeAspect="1"/>
          </p:cNvPicPr>
          <p:nvPr/>
        </p:nvPicPr>
        <p:blipFill>
          <a:blip xmlns:r="http://schemas.openxmlformats.org/officeDocument/2006/relationships" xmlns:a="http://schemas.openxmlformats.org/drawingml/2006/main" r:embed="R1f70d2f472e2401d"/>
          <a:stretch xmlns:a="http://schemas.openxmlformats.org/drawingml/2006/main"/>
        </p:blipFill>
        <p:spPr>
          <a:xfrm xmlns:a="http://schemas.openxmlformats.org/drawingml/2006/main">
            <a:off x="2804805" y="4667250"/>
            <a:ext cx="5153641" cy="3857625"/>
          </a:xfrm>
          <a:prstGeom xmlns:a="http://schemas.openxmlformats.org/drawingml/2006/main" prst="rect">
            <a:avLst/>
          </a:prstGeom>
        </p:spPr>
      </p:pic>
      <p:sp>
        <p:nvSpPr>
          <p:cNvPr id="9" name="bond-explanation-panel">
            <a:extLst xmlns:a="http://schemas.openxmlformats.org/drawingml/2006/main">
              <a:ext uri="{FF2B5EF4-FFF2-40B4-BE49-F238E27FC236}">
                <a16:creationId xmlns:a16="http://schemas.microsoft.com/office/drawing/2014/main" id="{41F32F89-B806-4B0C-802F-7F38FABC601A}"/>
              </a:ext>
            </a:extLst>
          </p:cNvPr>
          <p:cNvSpPr>
            <a:spLocks xmlns:a="http://schemas.openxmlformats.org/drawingml/2006/main" noGrp="1"/>
          </p:cNvSpPr>
          <p:nvPr/>
        </p:nvSpPr>
        <p:spPr>
          <a:xfrm xmlns:a="http://schemas.openxmlformats.org/drawingml/2006/main">
            <a:off x="10001250" y="4667250"/>
            <a:ext cx="6858000" cy="3714750"/>
          </a:xfrm>
          <a:prstGeom xmlns:a="http://schemas.openxmlformats.org/drawingml/2006/main" prst="roundRect">
            <a:avLst>
              <a:gd name="adj" fmla="val 6154"/>
            </a:avLst>
          </a:prstGeom>
          <a:solidFill xmlns:a="http://schemas.openxmlformats.org/drawingml/2006/main">
            <a:srgbClr val="F2F2F2"/>
          </a:solidFill>
          <a:ln xmlns:a="http://schemas.openxmlformats.org/drawingml/2006/main" w="0">
            <a:noFill/>
          </a:ln>
        </p:spPr>
      </p:sp>
      <p:sp>
        <p:nvSpPr>
          <p:cNvPr id="10" name="bond-explanation-tag-1">
            <a:extLst xmlns:a="http://schemas.openxmlformats.org/drawingml/2006/main">
              <a:ext uri="{FF2B5EF4-FFF2-40B4-BE49-F238E27FC236}">
                <a16:creationId xmlns:a16="http://schemas.microsoft.com/office/drawing/2014/main" id="{548EE268-0246-4CA5-8782-A086D7EE76A5}"/>
              </a:ext>
            </a:extLst>
          </p:cNvPr>
          <p:cNvSpPr>
            <a:spLocks xmlns:a="http://schemas.openxmlformats.org/drawingml/2006/main" noGrp="1"/>
          </p:cNvSpPr>
          <p:nvPr/>
        </p:nvSpPr>
        <p:spPr>
          <a:xfrm xmlns:a="http://schemas.openxmlformats.org/drawingml/2006/main">
            <a:off x="10287000" y="4905375"/>
            <a:ext cx="6286500" cy="495300"/>
          </a:xfrm>
          <a:prstGeom xmlns:a="http://schemas.openxmlformats.org/drawingml/2006/main" prst="roundRect">
            <a:avLst>
              <a:gd name="adj" fmla="val 19231"/>
            </a:avLst>
          </a:prstGeom>
          <a:solidFill xmlns:a="http://schemas.openxmlformats.org/drawingml/2006/main">
            <a:srgbClr val="595959"/>
          </a:solidFill>
          <a:ln xmlns:a="http://schemas.openxmlformats.org/drawingml/2006/main" w="0">
            <a:noFill/>
          </a:ln>
        </p:spPr>
      </p:sp>
      <p:sp>
        <p:nvSpPr>
          <p:cNvPr id="11" name="bond-explanation-label-1">
            <a:extLst xmlns:a="http://schemas.openxmlformats.org/drawingml/2006/main">
              <a:ext uri="{FF2B5EF4-FFF2-40B4-BE49-F238E27FC236}">
                <a16:creationId xmlns:a16="http://schemas.microsoft.com/office/drawing/2014/main" id="{D8410B90-EA39-4E87-A8FE-42DBBEC6AEF2}"/>
              </a:ext>
            </a:extLst>
          </p:cNvPr>
          <p:cNvSpPr>
            <a:spLocks xmlns:a="http://schemas.openxmlformats.org/drawingml/2006/main" noGrp="1"/>
          </p:cNvSpPr>
          <p:nvPr/>
        </p:nvSpPr>
        <p:spPr>
          <a:xfrm xmlns:a="http://schemas.openxmlformats.org/drawingml/2006/main">
            <a:off x="10477500" y="4981575"/>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xmlns:a="http://schemas.openxmlformats.org/drawingml/2006/main">
              <a:ext uri="{FF2B5EF4-FFF2-40B4-BE49-F238E27FC236}">
                <a16:creationId xmlns:a16="http://schemas.microsoft.com/office/drawing/2014/main" id="{FA46226F-B29D-4A92-95D0-4CFF97B2C611}"/>
              </a:ext>
            </a:extLst>
          </p:cNvPr>
          <p:cNvSpPr>
            <a:spLocks xmlns:a="http://schemas.openxmlformats.org/drawingml/2006/main" noGrp="1"/>
          </p:cNvSpPr>
          <p:nvPr/>
        </p:nvSpPr>
        <p:spPr>
          <a:xfrm xmlns:a="http://schemas.openxmlformats.org/drawingml/2006/main">
            <a:off x="10287000" y="5648325"/>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xmlns:a="http://schemas.openxmlformats.org/drawingml/2006/main">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xmlns:a="http://schemas.openxmlformats.org/drawingml/2006/main">
              <a:ext uri="{FF2B5EF4-FFF2-40B4-BE49-F238E27FC236}">
                <a16:creationId xmlns:a16="http://schemas.microsoft.com/office/drawing/2014/main" id="{E89A5C77-1F42-400B-9F4D-6900FEED1CEF}"/>
              </a:ext>
            </a:extLst>
          </p:cNvPr>
          <p:cNvSpPr>
            <a:spLocks xmlns:a="http://schemas.openxmlformats.org/drawingml/2006/main" noGrp="1"/>
          </p:cNvSpPr>
          <p:nvPr/>
        </p:nvSpPr>
        <p:spPr>
          <a:xfrm xmlns:a="http://schemas.openxmlformats.org/drawingml/2006/main">
            <a:off x="10287000" y="6619875"/>
            <a:ext cx="6286500" cy="495300"/>
          </a:xfrm>
          <a:prstGeom xmlns:a="http://schemas.openxmlformats.org/drawingml/2006/main" prst="roundRect">
            <a:avLst>
              <a:gd name="adj" fmla="val 19231"/>
            </a:avLst>
          </a:prstGeom>
          <a:solidFill xmlns:a="http://schemas.openxmlformats.org/drawingml/2006/main">
            <a:srgbClr val="595959"/>
          </a:solidFill>
          <a:ln xmlns:a="http://schemas.openxmlformats.org/drawingml/2006/main" w="0">
            <a:noFill/>
          </a:ln>
        </p:spPr>
      </p:sp>
      <p:sp>
        <p:nvSpPr>
          <p:cNvPr id="14" name="bond-explanation-label-2">
            <a:extLst xmlns:a="http://schemas.openxmlformats.org/drawingml/2006/main">
              <a:ext uri="{FF2B5EF4-FFF2-40B4-BE49-F238E27FC236}">
                <a16:creationId xmlns:a16="http://schemas.microsoft.com/office/drawing/2014/main" id="{4F39E2C5-ED85-44F3-94BE-BD8CDB01FC29}"/>
              </a:ext>
            </a:extLst>
          </p:cNvPr>
          <p:cNvSpPr>
            <a:spLocks xmlns:a="http://schemas.openxmlformats.org/drawingml/2006/main" noGrp="1"/>
          </p:cNvSpPr>
          <p:nvPr/>
        </p:nvSpPr>
        <p:spPr>
          <a:xfrm xmlns:a="http://schemas.openxmlformats.org/drawingml/2006/main">
            <a:off x="10477500" y="6696075"/>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xmlns:a="http://schemas.openxmlformats.org/drawingml/2006/main">
              <a:ext uri="{FF2B5EF4-FFF2-40B4-BE49-F238E27FC236}">
                <a16:creationId xmlns:a16="http://schemas.microsoft.com/office/drawing/2014/main" id="{FD1A9F8E-F5F8-42EA-962D-F9B08D6917D3}"/>
              </a:ext>
            </a:extLst>
          </p:cNvPr>
          <p:cNvSpPr>
            <a:spLocks xmlns:a="http://schemas.openxmlformats.org/drawingml/2006/main" noGrp="1"/>
          </p:cNvSpPr>
          <p:nvPr/>
        </p:nvSpPr>
        <p:spPr>
          <a:xfrm xmlns:a="http://schemas.openxmlformats.org/drawingml/2006/main">
            <a:off x="10287000" y="7362825"/>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xmlns:a="http://schemas.openxmlformats.org/drawingml/2006/main">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xmlns:a="http://schemas.openxmlformats.org/drawingml/2006/main">
              <a:ext uri="{FF2B5EF4-FFF2-40B4-BE49-F238E27FC236}">
                <a16:creationId xmlns:a16="http://schemas.microsoft.com/office/drawing/2014/main" id="{B50DF12E-DF0F-49BC-AF6C-81B8D8C58ECA}"/>
              </a:ext>
            </a:extLst>
          </p:cNvPr>
          <p:cNvSpPr>
            <a:spLocks xmlns:a="http://schemas.openxmlformats.org/drawingml/2006/main" noGrp="1"/>
          </p:cNvSpPr>
          <p:nvPr/>
        </p:nvSpPr>
        <p:spPr>
          <a:xfrm xmlns:a="http://schemas.openxmlformats.org/drawingml/2006/main">
            <a:off x="2333625" y="8763000"/>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7" name="reaction-bar-text">
            <a:extLst xmlns:a="http://schemas.openxmlformats.org/drawingml/2006/main">
              <a:ext uri="{FF2B5EF4-FFF2-40B4-BE49-F238E27FC236}">
                <a16:creationId xmlns:a16="http://schemas.microsoft.com/office/drawing/2014/main" id="{4285D859-59EB-49EC-9497-A2FCE11CF9C4}"/>
              </a:ext>
            </a:extLst>
          </p:cNvPr>
          <p:cNvSpPr>
            <a:spLocks xmlns:a="http://schemas.openxmlformats.org/drawingml/2006/main" noGrp="1"/>
          </p:cNvSpPr>
          <p:nvPr/>
        </p:nvSpPr>
        <p:spPr>
          <a:xfrm xmlns:a="http://schemas.openxmlformats.org/drawingml/2006/main">
            <a:off x="2619375" y="8953500"/>
            <a:ext cx="1304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p14:creationId xmlns:p14="http://schemas.microsoft.com/office/powerpoint/2010/main" val="44423769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504EC9D6-3660-4D09-97E7-225DF112CF1F}"/>
              </a:ext>
            </a:extLst>
          </p:cNvPr>
          <p:cNvPicPr>
            <a:picLocks xmlns:a="http://schemas.openxmlformats.org/drawingml/2006/main" noChangeAspect="1"/>
          </p:cNvPicPr>
          <p:nvPr/>
        </p:nvPicPr>
        <p:blipFill>
          <a:blip xmlns:r="http://schemas.openxmlformats.org/officeDocument/2006/relationships" xmlns:a="http://schemas.openxmlformats.org/drawingml/2006/main" r:embed="Rb437e0f2141d4930"/>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961C32FE-0D51-443D-86CD-1BFEDFED2E9B}"/>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xmlns:a="http://schemas.openxmlformats.org/drawingml/2006/main">
              <a:ext uri="{FF2B5EF4-FFF2-40B4-BE49-F238E27FC236}">
                <a16:creationId xmlns:a16="http://schemas.microsoft.com/office/drawing/2014/main" id="{9143954C-3883-405A-83CC-7D00232EE090}"/>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DCB837F9-DFD6-4CA1-839B-C9A4DEC109CE}"/>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xmlns:a="http://schemas.openxmlformats.org/drawingml/2006/main">
              <a:ext uri="{FF2B5EF4-FFF2-40B4-BE49-F238E27FC236}">
                <a16:creationId xmlns:a16="http://schemas.microsoft.com/office/drawing/2014/main" id="{A55A6328-C6D8-4303-8810-96CBBF697956}"/>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 에너지란?</a:t>
            </a:r>
          </a:p>
        </p:txBody>
      </p:sp>
      <p:sp>
        <p:nvSpPr>
          <p:cNvPr id="6" name="explanation">
            <a:extLst xmlns:a="http://schemas.openxmlformats.org/drawingml/2006/main">
              <a:ext uri="{FF2B5EF4-FFF2-40B4-BE49-F238E27FC236}">
                <a16:creationId xmlns:a16="http://schemas.microsoft.com/office/drawing/2014/main" id="{98761C61-F8E3-47D7-A77F-559C615576DC}"/>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상태에서 공유 결합 1 mol을 끊는 데 필요한 에너지</a:t>
            </a:r>
          </a:p>
        </p:txBody>
      </p:sp>
      <p:sp>
        <p:nvSpPr>
          <p:cNvPr id="7" name="copyright">
            <a:extLst xmlns:a="http://schemas.openxmlformats.org/drawingml/2006/main">
              <a:ext uri="{FF2B5EF4-FFF2-40B4-BE49-F238E27FC236}">
                <a16:creationId xmlns:a16="http://schemas.microsoft.com/office/drawing/2014/main" id="{280742A5-FF96-472C-A520-6FD63F5023AA}"/>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0A0BDCFF-5EE5-40B6-8FD5-1FD12013A90F}"/>
              </a:ext>
            </a:extLst>
          </p:cNvPr>
          <p:cNvPicPr>
            <a:picLocks xmlns:a="http://schemas.openxmlformats.org/drawingml/2006/main" noChangeAspect="1"/>
          </p:cNvPicPr>
          <p:nvPr/>
        </p:nvPicPr>
        <p:blipFill>
          <a:blip xmlns:r="http://schemas.openxmlformats.org/officeDocument/2006/relationships" xmlns:a="http://schemas.openxmlformats.org/drawingml/2006/main" r:embed="R2c0786894c1443c3"/>
          <a:stretch xmlns:a="http://schemas.openxmlformats.org/drawingml/2006/main"/>
        </p:blipFill>
        <p:spPr>
          <a:xfrm xmlns:a="http://schemas.openxmlformats.org/drawingml/2006/main">
            <a:off x="1578835" y="4476750"/>
            <a:ext cx="9986830" cy="5334000"/>
          </a:xfrm>
          <a:prstGeom xmlns:a="http://schemas.openxmlformats.org/drawingml/2006/main" prst="rect">
            <a:avLst/>
          </a:prstGeom>
        </p:spPr>
      </p:pic>
      <p:sp>
        <p:nvSpPr>
          <p:cNvPr id="9" name="reading-card-1">
            <a:extLst xmlns:a="http://schemas.openxmlformats.org/drawingml/2006/main">
              <a:ext uri="{FF2B5EF4-FFF2-40B4-BE49-F238E27FC236}">
                <a16:creationId xmlns:a16="http://schemas.microsoft.com/office/drawing/2014/main" id="{D025DE49-7F4F-45D9-AA25-0C3A05904108}"/>
              </a:ext>
            </a:extLst>
          </p:cNvPr>
          <p:cNvSpPr>
            <a:spLocks xmlns:a="http://schemas.openxmlformats.org/drawingml/2006/main" noGrp="1"/>
          </p:cNvSpPr>
          <p:nvPr/>
        </p:nvSpPr>
        <p:spPr>
          <a:xfrm xmlns:a="http://schemas.openxmlformats.org/drawingml/2006/main">
            <a:off x="12287250" y="4810125"/>
            <a:ext cx="4762500" cy="1381125"/>
          </a:xfrm>
          <a:prstGeom xmlns:a="http://schemas.openxmlformats.org/drawingml/2006/main" prst="roundRect">
            <a:avLst>
              <a:gd name="adj" fmla="val 12414"/>
            </a:avLst>
          </a:prstGeom>
          <a:solidFill xmlns:a="http://schemas.openxmlformats.org/drawingml/2006/main">
            <a:srgbClr val="F2F2F2"/>
          </a:solidFill>
          <a:ln xmlns:a="http://schemas.openxmlformats.org/drawingml/2006/main" w="0">
            <a:noFill/>
          </a:ln>
        </p:spPr>
      </p:sp>
      <p:sp>
        <p:nvSpPr>
          <p:cNvPr id="10" name="reading-number-1">
            <a:extLst xmlns:a="http://schemas.openxmlformats.org/drawingml/2006/main">
              <a:ext uri="{FF2B5EF4-FFF2-40B4-BE49-F238E27FC236}">
                <a16:creationId xmlns:a16="http://schemas.microsoft.com/office/drawing/2014/main" id="{EC6662E2-C6D2-404D-B42E-590CED994EB0}"/>
              </a:ext>
            </a:extLst>
          </p:cNvPr>
          <p:cNvSpPr>
            <a:spLocks xmlns:a="http://schemas.openxmlformats.org/drawingml/2006/main" noGrp="1"/>
          </p:cNvSpPr>
          <p:nvPr/>
        </p:nvSpPr>
        <p:spPr>
          <a:xfrm xmlns:a="http://schemas.openxmlformats.org/drawingml/2006/main">
            <a:off x="12573000" y="5048250"/>
            <a:ext cx="361950" cy="361950"/>
          </a:xfrm>
          <a:prstGeom xmlns:a="http://schemas.openxmlformats.org/drawingml/2006/main" prst="roundRect">
            <a:avLst>
              <a:gd name="adj" fmla="val 50000"/>
            </a:avLst>
          </a:prstGeom>
          <a:solidFill xmlns:a="http://schemas.openxmlformats.org/drawingml/2006/main">
            <a:srgbClr val="595959"/>
          </a:solidFill>
          <a:ln xmlns:a="http://schemas.openxmlformats.org/drawingml/2006/main" w="0">
            <a:noFill/>
          </a:ln>
        </p:spPr>
      </p:sp>
      <p:sp>
        <p:nvSpPr>
          <p:cNvPr id="11" name="reading-index-1">
            <a:extLst xmlns:a="http://schemas.openxmlformats.org/drawingml/2006/main">
              <a:ext uri="{FF2B5EF4-FFF2-40B4-BE49-F238E27FC236}">
                <a16:creationId xmlns:a16="http://schemas.microsoft.com/office/drawing/2014/main" id="{821F0976-D668-467E-B937-1DCB94294028}"/>
              </a:ext>
            </a:extLst>
          </p:cNvPr>
          <p:cNvSpPr>
            <a:spLocks xmlns:a="http://schemas.openxmlformats.org/drawingml/2006/main" noGrp="1"/>
          </p:cNvSpPr>
          <p:nvPr/>
        </p:nvSpPr>
        <p:spPr>
          <a:xfrm xmlns:a="http://schemas.openxmlformats.org/drawingml/2006/main">
            <a:off x="12573000" y="50577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xmlns:a="http://schemas.openxmlformats.org/drawingml/2006/main">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xmlns:a="http://schemas.openxmlformats.org/drawingml/2006/main">
              <a:ext uri="{FF2B5EF4-FFF2-40B4-BE49-F238E27FC236}">
                <a16:creationId xmlns:a16="http://schemas.microsoft.com/office/drawing/2014/main" id="{FC1AAE76-9215-4F18-A89E-1B13B20044AD}"/>
              </a:ext>
            </a:extLst>
          </p:cNvPr>
          <p:cNvSpPr>
            <a:spLocks xmlns:a="http://schemas.openxmlformats.org/drawingml/2006/main" noGrp="1"/>
          </p:cNvSpPr>
          <p:nvPr/>
        </p:nvSpPr>
        <p:spPr>
          <a:xfrm xmlns:a="http://schemas.openxmlformats.org/drawingml/2006/main">
            <a:off x="13144500" y="501967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xmlns:a="http://schemas.openxmlformats.org/drawingml/2006/main">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H–H 결합</a:t>
            </a:r>
          </a:p>
        </p:txBody>
      </p:sp>
      <p:sp>
        <p:nvSpPr>
          <p:cNvPr id="13" name="reading-body-1">
            <a:extLst xmlns:a="http://schemas.openxmlformats.org/drawingml/2006/main">
              <a:ext uri="{FF2B5EF4-FFF2-40B4-BE49-F238E27FC236}">
                <a16:creationId xmlns:a16="http://schemas.microsoft.com/office/drawing/2014/main" id="{221BC467-E857-4565-AA7F-31DF463095CC}"/>
              </a:ext>
            </a:extLst>
          </p:cNvPr>
          <p:cNvSpPr>
            <a:spLocks xmlns:a="http://schemas.openxmlformats.org/drawingml/2006/main" noGrp="1"/>
          </p:cNvSpPr>
          <p:nvPr/>
        </p:nvSpPr>
        <p:spPr>
          <a:xfrm xmlns:a="http://schemas.openxmlformats.org/drawingml/2006/main">
            <a:off x="12573000" y="5553075"/>
            <a:ext cx="4191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xmlns:a="http://schemas.openxmlformats.org/drawingml/2006/main">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1 mol 해리: 436 kJ 흡수</a:t>
            </a:r>
          </a:p>
        </p:txBody>
      </p:sp>
      <p:sp>
        <p:nvSpPr>
          <p:cNvPr id="14" name="reading-card-2">
            <a:extLst xmlns:a="http://schemas.openxmlformats.org/drawingml/2006/main">
              <a:ext uri="{FF2B5EF4-FFF2-40B4-BE49-F238E27FC236}">
                <a16:creationId xmlns:a16="http://schemas.microsoft.com/office/drawing/2014/main" id="{20F99377-30A1-47E4-8147-8396232F9220}"/>
              </a:ext>
            </a:extLst>
          </p:cNvPr>
          <p:cNvSpPr>
            <a:spLocks xmlns:a="http://schemas.openxmlformats.org/drawingml/2006/main" noGrp="1"/>
          </p:cNvSpPr>
          <p:nvPr/>
        </p:nvSpPr>
        <p:spPr>
          <a:xfrm xmlns:a="http://schemas.openxmlformats.org/drawingml/2006/main">
            <a:off x="12287250" y="6381750"/>
            <a:ext cx="4762500" cy="1381125"/>
          </a:xfrm>
          <a:prstGeom xmlns:a="http://schemas.openxmlformats.org/drawingml/2006/main" prst="roundRect">
            <a:avLst>
              <a:gd name="adj" fmla="val 12414"/>
            </a:avLst>
          </a:prstGeom>
          <a:solidFill xmlns:a="http://schemas.openxmlformats.org/drawingml/2006/main">
            <a:srgbClr val="F2F2F2"/>
          </a:solidFill>
          <a:ln xmlns:a="http://schemas.openxmlformats.org/drawingml/2006/main" w="0">
            <a:noFill/>
          </a:ln>
        </p:spPr>
      </p:sp>
      <p:sp>
        <p:nvSpPr>
          <p:cNvPr id="15" name="reading-number-2">
            <a:extLst xmlns:a="http://schemas.openxmlformats.org/drawingml/2006/main">
              <a:ext uri="{FF2B5EF4-FFF2-40B4-BE49-F238E27FC236}">
                <a16:creationId xmlns:a16="http://schemas.microsoft.com/office/drawing/2014/main" id="{67A68AC8-E9DD-4DE4-B47F-F3C68B14EBF4}"/>
              </a:ext>
            </a:extLst>
          </p:cNvPr>
          <p:cNvSpPr>
            <a:spLocks xmlns:a="http://schemas.openxmlformats.org/drawingml/2006/main" noGrp="1"/>
          </p:cNvSpPr>
          <p:nvPr/>
        </p:nvSpPr>
        <p:spPr>
          <a:xfrm xmlns:a="http://schemas.openxmlformats.org/drawingml/2006/main">
            <a:off x="12573000" y="6619875"/>
            <a:ext cx="361950" cy="361950"/>
          </a:xfrm>
          <a:prstGeom xmlns:a="http://schemas.openxmlformats.org/drawingml/2006/main" prst="roundRect">
            <a:avLst>
              <a:gd name="adj" fmla="val 50000"/>
            </a:avLst>
          </a:prstGeom>
          <a:solidFill xmlns:a="http://schemas.openxmlformats.org/drawingml/2006/main">
            <a:srgbClr val="595959"/>
          </a:solidFill>
          <a:ln xmlns:a="http://schemas.openxmlformats.org/drawingml/2006/main" w="0">
            <a:noFill/>
          </a:ln>
        </p:spPr>
      </p:sp>
      <p:sp>
        <p:nvSpPr>
          <p:cNvPr id="16" name="reading-index-2">
            <a:extLst xmlns:a="http://schemas.openxmlformats.org/drawingml/2006/main">
              <a:ext uri="{FF2B5EF4-FFF2-40B4-BE49-F238E27FC236}">
                <a16:creationId xmlns:a16="http://schemas.microsoft.com/office/drawing/2014/main" id="{92F720F6-69B8-4DE8-A8D5-A90EEAF86A1F}"/>
              </a:ext>
            </a:extLst>
          </p:cNvPr>
          <p:cNvSpPr>
            <a:spLocks xmlns:a="http://schemas.openxmlformats.org/drawingml/2006/main" noGrp="1"/>
          </p:cNvSpPr>
          <p:nvPr/>
        </p:nvSpPr>
        <p:spPr>
          <a:xfrm xmlns:a="http://schemas.openxmlformats.org/drawingml/2006/main">
            <a:off x="12573000" y="66294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xmlns:a="http://schemas.openxmlformats.org/drawingml/2006/main">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xmlns:a="http://schemas.openxmlformats.org/drawingml/2006/main">
              <a:ext uri="{FF2B5EF4-FFF2-40B4-BE49-F238E27FC236}">
                <a16:creationId xmlns:a16="http://schemas.microsoft.com/office/drawing/2014/main" id="{951B8BC6-A272-4259-8539-A688FA4DA7AC}"/>
              </a:ext>
            </a:extLst>
          </p:cNvPr>
          <p:cNvSpPr>
            <a:spLocks xmlns:a="http://schemas.openxmlformats.org/drawingml/2006/main" noGrp="1"/>
          </p:cNvSpPr>
          <p:nvPr/>
        </p:nvSpPr>
        <p:spPr>
          <a:xfrm xmlns:a="http://schemas.openxmlformats.org/drawingml/2006/main">
            <a:off x="13144500" y="659130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xmlns:a="http://schemas.openxmlformats.org/drawingml/2006/main">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물 1 mol</a:t>
            </a:r>
          </a:p>
        </p:txBody>
      </p:sp>
      <p:sp>
        <p:nvSpPr>
          <p:cNvPr id="18" name="reading-body-2">
            <a:extLst xmlns:a="http://schemas.openxmlformats.org/drawingml/2006/main">
              <a:ext uri="{FF2B5EF4-FFF2-40B4-BE49-F238E27FC236}">
                <a16:creationId xmlns:a16="http://schemas.microsoft.com/office/drawing/2014/main" id="{E331AEB6-114A-4053-B87C-5A68EFA681F3}"/>
              </a:ext>
            </a:extLst>
          </p:cNvPr>
          <p:cNvSpPr>
            <a:spLocks xmlns:a="http://schemas.openxmlformats.org/drawingml/2006/main" noGrp="1"/>
          </p:cNvSpPr>
          <p:nvPr/>
        </p:nvSpPr>
        <p:spPr>
          <a:xfrm xmlns:a="http://schemas.openxmlformats.org/drawingml/2006/main">
            <a:off x="12573000" y="7124700"/>
            <a:ext cx="4191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xmlns:a="http://schemas.openxmlformats.org/drawingml/2006/main">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O–H 결합은 2 mol</a:t>
            </a:r>
          </a:p>
        </p:txBody>
      </p:sp>
      <p:sp>
        <p:nvSpPr>
          <p:cNvPr id="19" name="reading-card-3">
            <a:extLst xmlns:a="http://schemas.openxmlformats.org/drawingml/2006/main">
              <a:ext uri="{FF2B5EF4-FFF2-40B4-BE49-F238E27FC236}">
                <a16:creationId xmlns:a16="http://schemas.microsoft.com/office/drawing/2014/main" id="{28D0001E-AF75-4DD3-B52E-4933F9AE128F}"/>
              </a:ext>
            </a:extLst>
          </p:cNvPr>
          <p:cNvSpPr>
            <a:spLocks xmlns:a="http://schemas.openxmlformats.org/drawingml/2006/main" noGrp="1"/>
          </p:cNvSpPr>
          <p:nvPr/>
        </p:nvSpPr>
        <p:spPr>
          <a:xfrm xmlns:a="http://schemas.openxmlformats.org/drawingml/2006/main">
            <a:off x="12287250" y="7953375"/>
            <a:ext cx="4762500" cy="1381125"/>
          </a:xfrm>
          <a:prstGeom xmlns:a="http://schemas.openxmlformats.org/drawingml/2006/main" prst="roundRect">
            <a:avLst>
              <a:gd name="adj" fmla="val 12414"/>
            </a:avLst>
          </a:prstGeom>
          <a:solidFill xmlns:a="http://schemas.openxmlformats.org/drawingml/2006/main">
            <a:srgbClr val="F2F2F2"/>
          </a:solidFill>
          <a:ln xmlns:a="http://schemas.openxmlformats.org/drawingml/2006/main" w="0">
            <a:noFill/>
          </a:ln>
        </p:spPr>
      </p:sp>
      <p:sp>
        <p:nvSpPr>
          <p:cNvPr id="20" name="reading-number-3">
            <a:extLst xmlns:a="http://schemas.openxmlformats.org/drawingml/2006/main">
              <a:ext uri="{FF2B5EF4-FFF2-40B4-BE49-F238E27FC236}">
                <a16:creationId xmlns:a16="http://schemas.microsoft.com/office/drawing/2014/main" id="{0FBD71BF-6BEC-4BB4-BC26-CF624C0806A0}"/>
              </a:ext>
            </a:extLst>
          </p:cNvPr>
          <p:cNvSpPr>
            <a:spLocks xmlns:a="http://schemas.openxmlformats.org/drawingml/2006/main" noGrp="1"/>
          </p:cNvSpPr>
          <p:nvPr/>
        </p:nvSpPr>
        <p:spPr>
          <a:xfrm xmlns:a="http://schemas.openxmlformats.org/drawingml/2006/main">
            <a:off x="12573000" y="8191500"/>
            <a:ext cx="361950" cy="361950"/>
          </a:xfrm>
          <a:prstGeom xmlns:a="http://schemas.openxmlformats.org/drawingml/2006/main" prst="roundRect">
            <a:avLst>
              <a:gd name="adj" fmla="val 50000"/>
            </a:avLst>
          </a:prstGeom>
          <a:solidFill xmlns:a="http://schemas.openxmlformats.org/drawingml/2006/main">
            <a:srgbClr val="595959"/>
          </a:solidFill>
          <a:ln xmlns:a="http://schemas.openxmlformats.org/drawingml/2006/main" w="0">
            <a:noFill/>
          </a:ln>
        </p:spPr>
      </p:sp>
      <p:sp>
        <p:nvSpPr>
          <p:cNvPr id="21" name="reading-index-3">
            <a:extLst xmlns:a="http://schemas.openxmlformats.org/drawingml/2006/main">
              <a:ext uri="{FF2B5EF4-FFF2-40B4-BE49-F238E27FC236}">
                <a16:creationId xmlns:a16="http://schemas.microsoft.com/office/drawing/2014/main" id="{EF93C625-533B-4CA6-B50B-326FD1E18DBF}"/>
              </a:ext>
            </a:extLst>
          </p:cNvPr>
          <p:cNvSpPr>
            <a:spLocks xmlns:a="http://schemas.openxmlformats.org/drawingml/2006/main" noGrp="1"/>
          </p:cNvSpPr>
          <p:nvPr/>
        </p:nvSpPr>
        <p:spPr>
          <a:xfrm xmlns:a="http://schemas.openxmlformats.org/drawingml/2006/main">
            <a:off x="12573000" y="82010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xmlns:a="http://schemas.openxmlformats.org/drawingml/2006/main">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xmlns:a="http://schemas.openxmlformats.org/drawingml/2006/main">
              <a:ext uri="{FF2B5EF4-FFF2-40B4-BE49-F238E27FC236}">
                <a16:creationId xmlns:a16="http://schemas.microsoft.com/office/drawing/2014/main" id="{CDFC61BF-D609-463E-A27A-1C115802F1BA}"/>
              </a:ext>
            </a:extLst>
          </p:cNvPr>
          <p:cNvSpPr>
            <a:spLocks xmlns:a="http://schemas.openxmlformats.org/drawingml/2006/main" noGrp="1"/>
          </p:cNvSpPr>
          <p:nvPr/>
        </p:nvSpPr>
        <p:spPr>
          <a:xfrm xmlns:a="http://schemas.openxmlformats.org/drawingml/2006/main">
            <a:off x="13144500" y="81629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xmlns:a="http://schemas.openxmlformats.org/drawingml/2006/main">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다원자 분자</a:t>
            </a:r>
          </a:p>
        </p:txBody>
      </p:sp>
      <p:sp>
        <p:nvSpPr>
          <p:cNvPr id="23" name="reading-body-3">
            <a:extLst xmlns:a="http://schemas.openxmlformats.org/drawingml/2006/main">
              <a:ext uri="{FF2B5EF4-FFF2-40B4-BE49-F238E27FC236}">
                <a16:creationId xmlns:a16="http://schemas.microsoft.com/office/drawing/2014/main" id="{C0EDBC46-D57B-4A35-B62F-DEE3B8FE7EFD}"/>
              </a:ext>
            </a:extLst>
          </p:cNvPr>
          <p:cNvSpPr>
            <a:spLocks xmlns:a="http://schemas.openxmlformats.org/drawingml/2006/main" noGrp="1"/>
          </p:cNvSpPr>
          <p:nvPr/>
        </p:nvSpPr>
        <p:spPr>
          <a:xfrm xmlns:a="http://schemas.openxmlformats.org/drawingml/2006/main">
            <a:off x="12573000" y="8696325"/>
            <a:ext cx="4191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xmlns:a="http://schemas.openxmlformats.org/drawingml/2006/main">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평균 결합 에너지 사용</a:t>
            </a:r>
          </a:p>
        </p:txBody>
      </p:sp>
    </p:spTree>
    <p:extLst>
      <p:ext uri="{BB962C8B-B14F-4D97-AF65-F5344CB8AC3E}">
        <p14:creationId xmlns:p14="http://schemas.microsoft.com/office/powerpoint/2010/main" val="183344304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123ED2D-2F40-481F-B3EE-15B76E2719CC}"/>
              </a:ext>
            </a:extLst>
          </p:cNvPr>
          <p:cNvPicPr>
            <a:picLocks xmlns:a="http://schemas.openxmlformats.org/drawingml/2006/main" noChangeAspect="1"/>
          </p:cNvPicPr>
          <p:nvPr/>
        </p:nvPicPr>
        <p:blipFill>
          <a:blip xmlns:r="http://schemas.openxmlformats.org/officeDocument/2006/relationships" xmlns:a="http://schemas.openxmlformats.org/drawingml/2006/main" r:embed="R63caee1a2bc24f95"/>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ECBF14B-6B4F-4AFD-AA4C-0204DAFA5E37}"/>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xmlns:a="http://schemas.openxmlformats.org/drawingml/2006/main">
              <a:ext uri="{FF2B5EF4-FFF2-40B4-BE49-F238E27FC236}">
                <a16:creationId xmlns:a16="http://schemas.microsoft.com/office/drawing/2014/main" id="{2C0760B7-1276-49D8-9113-9116987BD106}"/>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763E4DDF-D02F-4418-ACF2-23FF5DEDC1AF}"/>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xmlns:a="http://schemas.openxmlformats.org/drawingml/2006/main">
              <a:ext uri="{FF2B5EF4-FFF2-40B4-BE49-F238E27FC236}">
                <a16:creationId xmlns:a16="http://schemas.microsoft.com/office/drawing/2014/main" id="{53FCF7E0-EFA1-48C0-90C6-5AA984812FB3}"/>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A071E91F-BA20-4A7E-AB57-F468BDB58D86}"/>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수소와 산소의 결합이 끊어지고, 산소와 수소 사이에 새로운 결합이 형성된다</a:t>
            </a:r>
          </a:p>
        </p:txBody>
      </p:sp>
      <p:sp>
        <p:nvSpPr>
          <p:cNvPr id="7" name="copyright">
            <a:extLst xmlns:a="http://schemas.openxmlformats.org/drawingml/2006/main">
              <a:ext uri="{FF2B5EF4-FFF2-40B4-BE49-F238E27FC236}">
                <a16:creationId xmlns:a16="http://schemas.microsoft.com/office/drawing/2014/main" id="{77F4782A-20F3-4323-8218-1584C3FFBE7E}"/>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1F264725-181D-4989-8003-F9E8D7545E2F}"/>
              </a:ext>
            </a:extLst>
          </p:cNvPr>
          <p:cNvPicPr>
            <a:picLocks xmlns:a="http://schemas.openxmlformats.org/drawingml/2006/main" noChangeAspect="1"/>
          </p:cNvPicPr>
          <p:nvPr/>
        </p:nvPicPr>
        <p:blipFill>
          <a:blip xmlns:r="http://schemas.openxmlformats.org/officeDocument/2006/relationships" xmlns:a="http://schemas.openxmlformats.org/drawingml/2006/main" r:embed="Rdda71dfbd9fb4b9f"/>
          <a:stretch xmlns:a="http://schemas.openxmlformats.org/drawingml/2006/main"/>
        </p:blipFill>
        <p:spPr>
          <a:xfrm xmlns:a="http://schemas.openxmlformats.org/drawingml/2006/main">
            <a:off x="5869781" y="4191000"/>
            <a:ext cx="6548438" cy="71437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F3A9D7F-B61D-40F2-92C0-D350D25F660F}"/>
              </a:ext>
            </a:extLst>
          </p:cNvPr>
          <p:cNvPicPr>
            <a:picLocks xmlns:a="http://schemas.openxmlformats.org/drawingml/2006/main" noChangeAspect="1"/>
          </p:cNvPicPr>
          <p:nvPr/>
        </p:nvPicPr>
        <p:blipFill>
          <a:blip xmlns:r="http://schemas.openxmlformats.org/officeDocument/2006/relationships" xmlns:a="http://schemas.openxmlformats.org/drawingml/2006/main" r:embed="Rf91010ac33af4a39"/>
          <a:stretch xmlns:a="http://schemas.openxmlformats.org/drawingml/2006/main"/>
        </p:blipFill>
        <p:spPr>
          <a:xfrm xmlns:a="http://schemas.openxmlformats.org/drawingml/2006/main">
            <a:off x="3437359" y="5143500"/>
            <a:ext cx="11413282" cy="3190875"/>
          </a:xfrm>
          <a:prstGeom xmlns:a="http://schemas.openxmlformats.org/drawingml/2006/main" prst="rect">
            <a:avLst/>
          </a:prstGeom>
        </p:spPr>
      </p:pic>
      <p:sp>
        <p:nvSpPr>
          <p:cNvPr id="10" name="conclusion-box">
            <a:extLst xmlns:a="http://schemas.openxmlformats.org/drawingml/2006/main">
              <a:ext uri="{FF2B5EF4-FFF2-40B4-BE49-F238E27FC236}">
                <a16:creationId xmlns:a16="http://schemas.microsoft.com/office/drawing/2014/main" id="{ED8EEC78-07CD-401C-86DD-5068005D6CA7}"/>
              </a:ext>
            </a:extLst>
          </p:cNvPr>
          <p:cNvSpPr>
            <a:spLocks xmlns:a="http://schemas.openxmlformats.org/drawingml/2006/main" noGrp="1"/>
          </p:cNvSpPr>
          <p:nvPr/>
        </p:nvSpPr>
        <p:spPr>
          <a:xfrm xmlns:a="http://schemas.openxmlformats.org/drawingml/2006/main">
            <a:off x="2333625" y="84296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1" name="conclusion">
            <a:extLst xmlns:a="http://schemas.openxmlformats.org/drawingml/2006/main">
              <a:ext uri="{FF2B5EF4-FFF2-40B4-BE49-F238E27FC236}">
                <a16:creationId xmlns:a16="http://schemas.microsoft.com/office/drawing/2014/main" id="{D62B94F2-AB86-4FF7-927C-FED58A280E6F}"/>
              </a:ext>
            </a:extLst>
          </p:cNvPr>
          <p:cNvSpPr>
            <a:spLocks xmlns:a="http://schemas.openxmlformats.org/drawingml/2006/main" noGrp="1"/>
          </p:cNvSpPr>
          <p:nvPr/>
        </p:nvSpPr>
        <p:spPr>
          <a:xfrm xmlns:a="http://schemas.openxmlformats.org/drawingml/2006/main">
            <a:off x="2619375" y="8658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 전후 수소 원자는 4개, 산소 원자는 2개로 같다</a:t>
            </a:r>
          </a:p>
        </p:txBody>
      </p:sp>
    </p:spTree>
    <p:extLst>
      <p:ext uri="{BB962C8B-B14F-4D97-AF65-F5344CB8AC3E}">
        <p14:creationId xmlns:p14="http://schemas.microsoft.com/office/powerpoint/2010/main" val="134079712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62D15AD6-7EFF-4854-8AEC-2F2C78221C44}"/>
              </a:ext>
            </a:extLst>
          </p:cNvPr>
          <p:cNvPicPr>
            <a:picLocks xmlns:a="http://schemas.openxmlformats.org/drawingml/2006/main" noChangeAspect="1"/>
          </p:cNvPicPr>
          <p:nvPr/>
        </p:nvPicPr>
        <p:blipFill>
          <a:blip xmlns:r="http://schemas.openxmlformats.org/officeDocument/2006/relationships" xmlns:a="http://schemas.openxmlformats.org/drawingml/2006/main" r:embed="R68932193bfb74903"/>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8951F76E-4814-4590-9D6C-884957A0FA2C}"/>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xmlns:a="http://schemas.openxmlformats.org/drawingml/2006/main">
              <a:ext uri="{FF2B5EF4-FFF2-40B4-BE49-F238E27FC236}">
                <a16:creationId xmlns:a16="http://schemas.microsoft.com/office/drawing/2014/main" id="{61EC50DF-C30E-4E06-BEC2-CDC908F6AC02}"/>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FFAC1508-B221-4A3F-BCBE-329AEB3FA3FF}"/>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xmlns:a="http://schemas.openxmlformats.org/drawingml/2006/main">
              <a:ext uri="{FF2B5EF4-FFF2-40B4-BE49-F238E27FC236}">
                <a16:creationId xmlns:a16="http://schemas.microsoft.com/office/drawing/2014/main" id="{11929B15-F1DF-4CBB-9A2A-B93E52601629}"/>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물 생성 반응에서 변하는 결합</a:t>
            </a:r>
          </a:p>
        </p:txBody>
      </p:sp>
      <p:sp>
        <p:nvSpPr>
          <p:cNvPr id="6" name="explanation">
            <a:extLst xmlns:a="http://schemas.openxmlformats.org/drawingml/2006/main">
              <a:ext uri="{FF2B5EF4-FFF2-40B4-BE49-F238E27FC236}">
                <a16:creationId xmlns:a16="http://schemas.microsoft.com/office/drawing/2014/main" id="{AF8CC252-D869-457F-881A-4E401E25D18A}"/>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xmlns:a="http://schemas.openxmlformats.org/drawingml/2006/main">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xmlns:a="http://schemas.openxmlformats.org/drawingml/2006/main">
              <a:ext uri="{FF2B5EF4-FFF2-40B4-BE49-F238E27FC236}">
                <a16:creationId xmlns:a16="http://schemas.microsoft.com/office/drawing/2014/main" id="{0BF35692-225A-400D-995D-B9CB26FB5F5B}"/>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xmlns:a="http://schemas.openxmlformats.org/drawingml/2006/main">
              <a:ext uri="{FF2B5EF4-FFF2-40B4-BE49-F238E27FC236}">
                <a16:creationId xmlns:a16="http://schemas.microsoft.com/office/drawing/2014/main" id="{997BB1E2-E273-45F8-97D1-5AE6539C7F76}"/>
              </a:ext>
            </a:extLst>
          </p:cNvPr>
          <p:cNvSpPr>
            <a:spLocks xmlns:a="http://schemas.openxmlformats.org/drawingml/2006/main" noGrp="1"/>
          </p:cNvSpPr>
          <p:nvPr/>
        </p:nvSpPr>
        <p:spPr>
          <a:xfrm xmlns:a="http://schemas.openxmlformats.org/drawingml/2006/main">
            <a:off x="2286000" y="4857750"/>
            <a:ext cx="13716000" cy="3333750"/>
          </a:xfrm>
          <a:prstGeom xmlns:a="http://schemas.openxmlformats.org/drawingml/2006/main" prst="rect">
            <a:avLst/>
          </a:prstGeom>
          <a:solidFill xmlns:a="http://schemas.openxmlformats.org/drawingml/2006/main">
            <a:srgbClr val="252525"/>
          </a:solidFill>
          <a:ln xmlns:a="http://schemas.openxmlformats.org/drawingml/2006/main" w="0">
            <a:noFill/>
          </a:ln>
        </p:spPr>
      </p:sp>
      <p:graphicFrame>
        <p:nvGraphicFramePr>
          <p:cNvPr id="9" name="">
            <a:extLst xmlns:a="http://schemas.openxmlformats.org/drawingml/2006/main">
              <a:ext uri="{FF2B5EF4-FFF2-40B4-BE49-F238E27FC236}">
                <a16:creationId xmlns:a16="http://schemas.microsoft.com/office/drawing/2014/main" id="{2B3A75AF-4EFD-4721-87AA-750E423B3C55}"/>
              </a:ext>
            </a:extLst>
          </p:cNvPr>
          <p:cNvGraphicFramePr/>
          <p:nvPr/>
        </p:nvGraphicFramePr>
        <p:xfrm>
          <a:off xmlns:a="http://schemas.openxmlformats.org/drawingml/2006/main" x="2286000" y="4857750"/>
          <a:ext xmlns:a="http://schemas.openxmlformats.org/drawingml/2006/main" cx="13716000" cy="3333750"/>
        </p:xfrm>
        <a:graphic xmlns:a="http://schemas.openxmlformats.org/drawingml/2006/main">
          <a:graphicData uri="http://schemas.openxmlformats.org/drawingml/2006/table">
            <a:tbl>
              <a:tblPr/>
              <a:tblGrid>
                <a:gridCol w="3333750"/>
                <a:gridCol w="4286250"/>
                <a:gridCol w="6096000"/>
              </a:tblGrid>
              <a:tr h="833438">
                <a:tc>
                  <a:txBody>
                    <a:bodyPr lIns="114300" tIns="114300" rIns="114300" bIns="114300"/>
                    <a:lstStyle/>
                    <a:p>
                      <a:pPr algn="ctr"/>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xmlns:a="http://schemas.openxmlformats.org/drawingml/2006/main">
              <a:ext uri="{FF2B5EF4-FFF2-40B4-BE49-F238E27FC236}">
                <a16:creationId xmlns:a16="http://schemas.microsoft.com/office/drawing/2014/main" id="{34E8790F-4E26-4648-B278-6B299ECB74F9}"/>
              </a:ext>
            </a:extLst>
          </p:cNvPr>
          <p:cNvSpPr>
            <a:spLocks xmlns:a="http://schemas.openxmlformats.org/drawingml/2006/main" noGrp="1"/>
          </p:cNvSpPr>
          <p:nvPr/>
        </p:nvSpPr>
        <p:spPr>
          <a:xfrm xmlns:a="http://schemas.openxmlformats.org/drawingml/2006/main">
            <a:off x="2286000" y="5691188"/>
            <a:ext cx="13716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table-row-rule-2">
            <a:extLst xmlns:a="http://schemas.openxmlformats.org/drawingml/2006/main">
              <a:ext uri="{FF2B5EF4-FFF2-40B4-BE49-F238E27FC236}">
                <a16:creationId xmlns:a16="http://schemas.microsoft.com/office/drawing/2014/main" id="{85798D81-6F20-41E4-AC70-26C2CC7A709B}"/>
              </a:ext>
            </a:extLst>
          </p:cNvPr>
          <p:cNvSpPr>
            <a:spLocks xmlns:a="http://schemas.openxmlformats.org/drawingml/2006/main" noGrp="1"/>
          </p:cNvSpPr>
          <p:nvPr/>
        </p:nvSpPr>
        <p:spPr>
          <a:xfrm xmlns:a="http://schemas.openxmlformats.org/drawingml/2006/main">
            <a:off x="2286000" y="6524625"/>
            <a:ext cx="13716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table-row-rule-3">
            <a:extLst xmlns:a="http://schemas.openxmlformats.org/drawingml/2006/main">
              <a:ext uri="{FF2B5EF4-FFF2-40B4-BE49-F238E27FC236}">
                <a16:creationId xmlns:a16="http://schemas.microsoft.com/office/drawing/2014/main" id="{A21B0590-D5C2-470F-BDBD-A83DB5C03769}"/>
              </a:ext>
            </a:extLst>
          </p:cNvPr>
          <p:cNvSpPr>
            <a:spLocks xmlns:a="http://schemas.openxmlformats.org/drawingml/2006/main" noGrp="1"/>
          </p:cNvSpPr>
          <p:nvPr/>
        </p:nvSpPr>
        <p:spPr>
          <a:xfrm xmlns:a="http://schemas.openxmlformats.org/drawingml/2006/main">
            <a:off x="2286000" y="7358063"/>
            <a:ext cx="13716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table-rounded-corner-0">
            <a:extLst xmlns:a="http://schemas.openxmlformats.org/drawingml/2006/main">
              <a:ext uri="{FF2B5EF4-FFF2-40B4-BE49-F238E27FC236}">
                <a16:creationId xmlns:a16="http://schemas.microsoft.com/office/drawing/2014/main" id="{0F3702F3-45EE-4B72-9640-9DF1E838EFAF}"/>
              </a:ext>
            </a:extLst>
          </p:cNvPr>
          <p:cNvSpPr>
            <a:spLocks xmlns:a="http://schemas.openxmlformats.org/drawingml/2006/main" noGrp="1"/>
          </p:cNvSpPr>
          <p:nvPr/>
        </p:nvSpPr>
        <p:spPr>
          <a:xfrm xmlns:a="http://schemas.openxmlformats.org/drawingml/2006/main" rot="0">
            <a:off x="2286000" y="485775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4" name="table-rounded-corner-1">
            <a:extLst xmlns:a="http://schemas.openxmlformats.org/drawingml/2006/main">
              <a:ext uri="{FF2B5EF4-FFF2-40B4-BE49-F238E27FC236}">
                <a16:creationId xmlns:a16="http://schemas.microsoft.com/office/drawing/2014/main" id="{92E00012-FA5C-4DBD-BE1F-63B4B84F9EE1}"/>
              </a:ext>
            </a:extLst>
          </p:cNvPr>
          <p:cNvSpPr>
            <a:spLocks xmlns:a="http://schemas.openxmlformats.org/drawingml/2006/main" noGrp="1"/>
          </p:cNvSpPr>
          <p:nvPr/>
        </p:nvSpPr>
        <p:spPr>
          <a:xfrm xmlns:a="http://schemas.openxmlformats.org/drawingml/2006/main" rot="5400000">
            <a:off x="15773400" y="485775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5" name="table-rounded-corner-2">
            <a:extLst xmlns:a="http://schemas.openxmlformats.org/drawingml/2006/main">
              <a:ext uri="{FF2B5EF4-FFF2-40B4-BE49-F238E27FC236}">
                <a16:creationId xmlns:a16="http://schemas.microsoft.com/office/drawing/2014/main" id="{9A169056-17FF-42D6-85E2-4E6F8EB70A28}"/>
              </a:ext>
            </a:extLst>
          </p:cNvPr>
          <p:cNvSpPr>
            <a:spLocks xmlns:a="http://schemas.openxmlformats.org/drawingml/2006/main" noGrp="1"/>
          </p:cNvSpPr>
          <p:nvPr/>
        </p:nvSpPr>
        <p:spPr>
          <a:xfrm xmlns:a="http://schemas.openxmlformats.org/drawingml/2006/main" rot="10800000">
            <a:off x="15773400" y="796290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6" name="table-rounded-corner-3">
            <a:extLst xmlns:a="http://schemas.openxmlformats.org/drawingml/2006/main">
              <a:ext uri="{FF2B5EF4-FFF2-40B4-BE49-F238E27FC236}">
                <a16:creationId xmlns:a16="http://schemas.microsoft.com/office/drawing/2014/main" id="{494E63AE-27D5-423D-9185-C7186B35558F}"/>
              </a:ext>
            </a:extLst>
          </p:cNvPr>
          <p:cNvSpPr>
            <a:spLocks xmlns:a="http://schemas.openxmlformats.org/drawingml/2006/main" noGrp="1"/>
          </p:cNvSpPr>
          <p:nvPr/>
        </p:nvSpPr>
        <p:spPr>
          <a:xfrm xmlns:a="http://schemas.openxmlformats.org/drawingml/2006/main" rot="16200000">
            <a:off x="2286000" y="7962900"/>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7" name="takeaway-box">
            <a:extLst xmlns:a="http://schemas.openxmlformats.org/drawingml/2006/main">
              <a:ext uri="{FF2B5EF4-FFF2-40B4-BE49-F238E27FC236}">
                <a16:creationId xmlns:a16="http://schemas.microsoft.com/office/drawing/2014/main" id="{9E77A312-A0EC-42EA-AD68-AAC8EEE3F0D2}"/>
              </a:ext>
            </a:extLst>
          </p:cNvPr>
          <p:cNvSpPr>
            <a:spLocks xmlns:a="http://schemas.openxmlformats.org/drawingml/2006/main" noGrp="1"/>
          </p:cNvSpPr>
          <p:nvPr/>
        </p:nvSpPr>
        <p:spPr>
          <a:xfrm xmlns:a="http://schemas.openxmlformats.org/drawingml/2006/main">
            <a:off x="2333625" y="84296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8" name="takeaway">
            <a:extLst xmlns:a="http://schemas.openxmlformats.org/drawingml/2006/main">
              <a:ext uri="{FF2B5EF4-FFF2-40B4-BE49-F238E27FC236}">
                <a16:creationId xmlns:a16="http://schemas.microsoft.com/office/drawing/2014/main" id="{8191DF64-BCCE-4C51-B637-399D88F3F550}"/>
              </a:ext>
            </a:extLst>
          </p:cNvPr>
          <p:cNvSpPr>
            <a:spLocks xmlns:a="http://schemas.openxmlformats.org/drawingml/2006/main" noGrp="1"/>
          </p:cNvSpPr>
          <p:nvPr/>
        </p:nvSpPr>
        <p:spPr>
          <a:xfrm xmlns:a="http://schemas.openxmlformats.org/drawingml/2006/main">
            <a:off x="2619375" y="8658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2 mol에는 O–H 결합이 4 mol 있다</a:t>
            </a:r>
          </a:p>
        </p:txBody>
      </p:sp>
    </p:spTree>
    <p:extLst>
      <p:ext uri="{BB962C8B-B14F-4D97-AF65-F5344CB8AC3E}">
        <p14:creationId xmlns:p14="http://schemas.microsoft.com/office/powerpoint/2010/main" val="196456192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842D2837-ADC2-4E8A-9D1A-2E8A555BBC8F}"/>
              </a:ext>
            </a:extLst>
          </p:cNvPr>
          <p:cNvPicPr>
            <a:picLocks xmlns:a="http://schemas.openxmlformats.org/drawingml/2006/main" noChangeAspect="1"/>
          </p:cNvPicPr>
          <p:nvPr/>
        </p:nvPicPr>
        <p:blipFill>
          <a:blip xmlns:r="http://schemas.openxmlformats.org/officeDocument/2006/relationships" xmlns:a="http://schemas.openxmlformats.org/drawingml/2006/main" r:embed="Rfd9223b4de1547bb"/>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BE92BAA5-1730-4338-BE7B-86AE5D19304B}"/>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xmlns:a="http://schemas.openxmlformats.org/drawingml/2006/main">
              <a:ext uri="{FF2B5EF4-FFF2-40B4-BE49-F238E27FC236}">
                <a16:creationId xmlns:a16="http://schemas.microsoft.com/office/drawing/2014/main" id="{7490934C-DDE0-4981-8FBA-65BA5C593580}"/>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544ED2E5-96F6-41C9-A837-081C32D2F609}"/>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xmlns:a="http://schemas.openxmlformats.org/drawingml/2006/main">
              <a:ext uri="{FF2B5EF4-FFF2-40B4-BE49-F238E27FC236}">
                <a16:creationId xmlns:a16="http://schemas.microsoft.com/office/drawing/2014/main" id="{88A84FA4-0F59-4833-B4BE-DBAC795A31B1}"/>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43C09321-A749-40A2-BD8A-DCFFB8A57695}"/>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xmlns:a="http://schemas.openxmlformats.org/drawingml/2006/main">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xmlns:a="http://schemas.openxmlformats.org/drawingml/2006/main">
              <a:ext uri="{FF2B5EF4-FFF2-40B4-BE49-F238E27FC236}">
                <a16:creationId xmlns:a16="http://schemas.microsoft.com/office/drawing/2014/main" id="{C492D1F9-E51C-42E3-A7DE-297100BAC2F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xmlns:a="http://schemas.openxmlformats.org/drawingml/2006/main">
              <a:ext uri="{FF2B5EF4-FFF2-40B4-BE49-F238E27FC236}">
                <a16:creationId xmlns:a16="http://schemas.microsoft.com/office/drawing/2014/main" id="{789132FD-DF57-4F64-9925-F9F2D3B60AF5}"/>
              </a:ext>
            </a:extLst>
          </p:cNvPr>
          <p:cNvPicPr>
            <a:picLocks xmlns:a="http://schemas.openxmlformats.org/drawingml/2006/main" noChangeAspect="1"/>
          </p:cNvPicPr>
          <p:nvPr/>
        </p:nvPicPr>
        <p:blipFill>
          <a:blip xmlns:r="http://schemas.openxmlformats.org/officeDocument/2006/relationships" xmlns:a="http://schemas.openxmlformats.org/drawingml/2006/main" r:embed="Rcb432b45f93e4dba"/>
          <a:stretch xmlns:a="http://schemas.openxmlformats.org/drawingml/2006/main"/>
        </p:blipFill>
        <p:spPr>
          <a:xfrm xmlns:a="http://schemas.openxmlformats.org/drawingml/2006/main">
            <a:off x="2136321" y="4676775"/>
            <a:ext cx="14015357" cy="714375"/>
          </a:xfrm>
          <a:prstGeom xmlns:a="http://schemas.openxmlformats.org/drawingml/2006/main" prst="rect">
            <a:avLst/>
          </a:prstGeom>
        </p:spPr>
      </p:pic>
      <p:sp>
        <p:nvSpPr>
          <p:cNvPr id="9" name="step-strip-0">
            <a:extLst xmlns:a="http://schemas.openxmlformats.org/drawingml/2006/main">
              <a:ext uri="{FF2B5EF4-FFF2-40B4-BE49-F238E27FC236}">
                <a16:creationId xmlns:a16="http://schemas.microsoft.com/office/drawing/2014/main" id="{A18F3EF7-ED3B-4BDE-B011-FEA220AB4CB8}"/>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0" name="step-circle-0">
            <a:extLst xmlns:a="http://schemas.openxmlformats.org/drawingml/2006/main">
              <a:ext uri="{FF2B5EF4-FFF2-40B4-BE49-F238E27FC236}">
                <a16:creationId xmlns:a16="http://schemas.microsoft.com/office/drawing/2014/main" id="{35A9D21B-FCB3-4287-8A4D-05D03B71D4DA}"/>
              </a:ext>
            </a:extLst>
          </p:cNvPr>
          <p:cNvSpPr>
            <a:spLocks xmlns:a="http://schemas.openxmlformats.org/drawingml/2006/main" noGrp="1"/>
          </p:cNvSpPr>
          <p:nvPr/>
        </p:nvSpPr>
        <p:spPr>
          <a:xfrm xmlns:a="http://schemas.openxmlformats.org/drawingml/2006/main">
            <a:off x="2667000" y="6038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1" name="step-number-0">
            <a:extLst xmlns:a="http://schemas.openxmlformats.org/drawingml/2006/main">
              <a:ext uri="{FF2B5EF4-FFF2-40B4-BE49-F238E27FC236}">
                <a16:creationId xmlns:a16="http://schemas.microsoft.com/office/drawing/2014/main" id="{340BDD25-5875-4FA4-B7F0-CAB30B97DF69}"/>
              </a:ext>
            </a:extLst>
          </p:cNvPr>
          <p:cNvSpPr>
            <a:spLocks xmlns:a="http://schemas.openxmlformats.org/drawingml/2006/main" noGrp="1"/>
          </p:cNvSpPr>
          <p:nvPr/>
        </p:nvSpPr>
        <p:spPr>
          <a:xfrm xmlns:a="http://schemas.openxmlformats.org/drawingml/2006/main">
            <a:off x="2667000" y="6048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xmlns:a="http://schemas.openxmlformats.org/drawingml/2006/main">
              <a:ext uri="{FF2B5EF4-FFF2-40B4-BE49-F238E27FC236}">
                <a16:creationId xmlns:a16="http://schemas.microsoft.com/office/drawing/2014/main" id="{131802E6-E14E-475F-87A3-5B5A39FC406C}"/>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xmlns:a="http://schemas.openxmlformats.org/drawingml/2006/main">
              <a:ext uri="{FF2B5EF4-FFF2-40B4-BE49-F238E27FC236}">
                <a16:creationId xmlns:a16="http://schemas.microsoft.com/office/drawing/2014/main" id="{D0769006-0821-4FFF-96B3-DA08252DABCB}"/>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xmlns:a="http://schemas.openxmlformats.org/drawingml/2006/main">
              <a:ext uri="{FF2B5EF4-FFF2-40B4-BE49-F238E27FC236}">
                <a16:creationId xmlns:a16="http://schemas.microsoft.com/office/drawing/2014/main" id="{BA0A540C-FAB4-4674-BFB9-32506E52D9EE}"/>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5" name="step-circle-1">
            <a:extLst xmlns:a="http://schemas.openxmlformats.org/drawingml/2006/main">
              <a:ext uri="{FF2B5EF4-FFF2-40B4-BE49-F238E27FC236}">
                <a16:creationId xmlns:a16="http://schemas.microsoft.com/office/drawing/2014/main" id="{2A5EB578-5697-4D89-8520-DA798A354FC2}"/>
              </a:ext>
            </a:extLst>
          </p:cNvPr>
          <p:cNvSpPr>
            <a:spLocks xmlns:a="http://schemas.openxmlformats.org/drawingml/2006/main" noGrp="1"/>
          </p:cNvSpPr>
          <p:nvPr/>
        </p:nvSpPr>
        <p:spPr>
          <a:xfrm xmlns:a="http://schemas.openxmlformats.org/drawingml/2006/main">
            <a:off x="2667000" y="7181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6" name="step-number-1">
            <a:extLst xmlns:a="http://schemas.openxmlformats.org/drawingml/2006/main">
              <a:ext uri="{FF2B5EF4-FFF2-40B4-BE49-F238E27FC236}">
                <a16:creationId xmlns:a16="http://schemas.microsoft.com/office/drawing/2014/main" id="{EB54EB0C-969B-482C-9890-F4981605EEB5}"/>
              </a:ext>
            </a:extLst>
          </p:cNvPr>
          <p:cNvSpPr>
            <a:spLocks xmlns:a="http://schemas.openxmlformats.org/drawingml/2006/main" noGrp="1"/>
          </p:cNvSpPr>
          <p:nvPr/>
        </p:nvSpPr>
        <p:spPr>
          <a:xfrm xmlns:a="http://schemas.openxmlformats.org/drawingml/2006/main">
            <a:off x="2667000" y="7191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xmlns:a="http://schemas.openxmlformats.org/drawingml/2006/main">
              <a:ext uri="{FF2B5EF4-FFF2-40B4-BE49-F238E27FC236}">
                <a16:creationId xmlns:a16="http://schemas.microsoft.com/office/drawing/2014/main" id="{DCAF64E9-2899-49E7-8814-9386C9FD21C3}"/>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xmlns:a="http://schemas.openxmlformats.org/drawingml/2006/main">
              <a:ext uri="{FF2B5EF4-FFF2-40B4-BE49-F238E27FC236}">
                <a16:creationId xmlns:a16="http://schemas.microsoft.com/office/drawing/2014/main" id="{3A265ED4-F956-4135-9C12-654BCA58F09B}"/>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xmlns:a="http://schemas.openxmlformats.org/drawingml/2006/main">
              <a:ext uri="{FF2B5EF4-FFF2-40B4-BE49-F238E27FC236}">
                <a16:creationId xmlns:a16="http://schemas.microsoft.com/office/drawing/2014/main" id="{003402CF-8E07-40C3-B85C-2E88961F131F}"/>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0" name="step-circle-2">
            <a:extLst xmlns:a="http://schemas.openxmlformats.org/drawingml/2006/main">
              <a:ext uri="{FF2B5EF4-FFF2-40B4-BE49-F238E27FC236}">
                <a16:creationId xmlns:a16="http://schemas.microsoft.com/office/drawing/2014/main" id="{704C3764-3374-45B0-BE2C-3A6B8FEBB59A}"/>
              </a:ext>
            </a:extLst>
          </p:cNvPr>
          <p:cNvSpPr>
            <a:spLocks xmlns:a="http://schemas.openxmlformats.org/drawingml/2006/main" noGrp="1"/>
          </p:cNvSpPr>
          <p:nvPr/>
        </p:nvSpPr>
        <p:spPr>
          <a:xfrm xmlns:a="http://schemas.openxmlformats.org/drawingml/2006/main">
            <a:off x="2667000" y="8324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1" name="step-number-2">
            <a:extLst xmlns:a="http://schemas.openxmlformats.org/drawingml/2006/main">
              <a:ext uri="{FF2B5EF4-FFF2-40B4-BE49-F238E27FC236}">
                <a16:creationId xmlns:a16="http://schemas.microsoft.com/office/drawing/2014/main" id="{55C54503-CCE2-4739-9121-D0BD1F79B6B1}"/>
              </a:ext>
            </a:extLst>
          </p:cNvPr>
          <p:cNvSpPr>
            <a:spLocks xmlns:a="http://schemas.openxmlformats.org/drawingml/2006/main" noGrp="1"/>
          </p:cNvSpPr>
          <p:nvPr/>
        </p:nvSpPr>
        <p:spPr>
          <a:xfrm xmlns:a="http://schemas.openxmlformats.org/drawingml/2006/main">
            <a:off x="2667000" y="8334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xmlns:a="http://schemas.openxmlformats.org/drawingml/2006/main">
              <a:ext uri="{FF2B5EF4-FFF2-40B4-BE49-F238E27FC236}">
                <a16:creationId xmlns:a16="http://schemas.microsoft.com/office/drawing/2014/main" id="{0C607D9A-70D3-4EB9-AB74-B44EE45EC7AB}"/>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xmlns:a="http://schemas.openxmlformats.org/drawingml/2006/main">
              <a:ext uri="{FF2B5EF4-FFF2-40B4-BE49-F238E27FC236}">
                <a16:creationId xmlns:a16="http://schemas.microsoft.com/office/drawing/2014/main" id="{00CD3CC7-F835-4AEE-B42E-8176650CE217}"/>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xmlns:a="http://schemas.openxmlformats.org/drawingml/2006/main">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p14:creationId xmlns:p14="http://schemas.microsoft.com/office/powerpoint/2010/main" val="17321246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A7781310-FEFE-46C3-A946-78125A93C0D6}"/>
              </a:ext>
            </a:extLst>
          </p:cNvPr>
          <p:cNvPicPr>
            <a:picLocks xmlns:a="http://schemas.openxmlformats.org/drawingml/2006/main" noChangeAspect="1"/>
          </p:cNvPicPr>
          <p:nvPr/>
        </p:nvPicPr>
        <p:blipFill>
          <a:blip xmlns:r="http://schemas.openxmlformats.org/officeDocument/2006/relationships" xmlns:a="http://schemas.openxmlformats.org/drawingml/2006/main" r:embed="Rbc345cea76d44451"/>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C06FC22F-D477-403E-A769-21E726E3D7A3}"/>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xmlns:a="http://schemas.openxmlformats.org/drawingml/2006/main">
              <a:ext uri="{FF2B5EF4-FFF2-40B4-BE49-F238E27FC236}">
                <a16:creationId xmlns:a16="http://schemas.microsoft.com/office/drawing/2014/main" id="{0D9553F1-958F-4FF9-9310-394ED8851C67}"/>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xmlns:a="http://schemas.openxmlformats.org/drawingml/2006/main">
              <a:ext uri="{FF2B5EF4-FFF2-40B4-BE49-F238E27FC236}">
                <a16:creationId xmlns:a16="http://schemas.microsoft.com/office/drawing/2014/main" id="{EDA7D2CB-3740-4E8D-87C2-BFE6FE123375}"/>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xmlns:a="http://schemas.openxmlformats.org/drawingml/2006/main">
              <a:ext uri="{FF2B5EF4-FFF2-40B4-BE49-F238E27FC236}">
                <a16:creationId xmlns:a16="http://schemas.microsoft.com/office/drawing/2014/main" id="{1B39C053-F299-40F7-BE61-7E4E5D20E2F5}"/>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 결합 에너지로 구한 반응 엔탈피</a:t>
            </a:r>
          </a:p>
        </p:txBody>
      </p:sp>
      <p:sp>
        <p:nvSpPr>
          <p:cNvPr id="6" name="explanation">
            <a:extLst xmlns:a="http://schemas.openxmlformats.org/drawingml/2006/main">
              <a:ext uri="{FF2B5EF4-FFF2-40B4-BE49-F238E27FC236}">
                <a16:creationId xmlns:a16="http://schemas.microsoft.com/office/drawing/2014/main" id="{7EF8D7E9-7C87-4CC4-A6C1-379EEC981426}"/>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에너지를 사용하므로 계산한 반응 엔탈피는 근삿값이다</a:t>
            </a:r>
          </a:p>
        </p:txBody>
      </p:sp>
      <p:sp>
        <p:nvSpPr>
          <p:cNvPr id="7" name="copyright">
            <a:extLst xmlns:a="http://schemas.openxmlformats.org/drawingml/2006/main">
              <a:ext uri="{FF2B5EF4-FFF2-40B4-BE49-F238E27FC236}">
                <a16:creationId xmlns:a16="http://schemas.microsoft.com/office/drawing/2014/main" id="{3BC670C6-3B2B-43FA-8C13-16D2171C7BA8}"/>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xmlns:a="http://schemas.openxmlformats.org/drawingml/2006/main">
              <a:ext uri="{FF2B5EF4-FFF2-40B4-BE49-F238E27FC236}">
                <a16:creationId xmlns:a16="http://schemas.microsoft.com/office/drawing/2014/main" id="{FE9D25F5-8875-4D43-BB17-BC8728721FC3}"/>
              </a:ext>
            </a:extLst>
          </p:cNvPr>
          <p:cNvSpPr>
            <a:spLocks xmlns:a="http://schemas.openxmlformats.org/drawingml/2006/main" noGrp="1"/>
          </p:cNvSpPr>
          <p:nvPr/>
        </p:nvSpPr>
        <p:spPr>
          <a:xfrm xmlns:a="http://schemas.openxmlformats.org/drawingml/2006/main">
            <a:off x="1905000" y="4714875"/>
            <a:ext cx="2952750" cy="571500"/>
          </a:xfrm>
          <a:prstGeom xmlns:a="http://schemas.openxmlformats.org/drawingml/2006/main" prst="roundRect">
            <a:avLst>
              <a:gd name="adj" fmla="val 20000"/>
            </a:avLst>
          </a:prstGeom>
          <a:solidFill xmlns:a="http://schemas.openxmlformats.org/drawingml/2006/main">
            <a:srgbClr val="595959"/>
          </a:solidFill>
          <a:ln xmlns:a="http://schemas.openxmlformats.org/drawingml/2006/main" w="0">
            <a:noFill/>
          </a:ln>
        </p:spPr>
      </p:sp>
      <p:sp>
        <p:nvSpPr>
          <p:cNvPr id="9" name="state-label-text-1">
            <a:extLst xmlns:a="http://schemas.openxmlformats.org/drawingml/2006/main">
              <a:ext uri="{FF2B5EF4-FFF2-40B4-BE49-F238E27FC236}">
                <a16:creationId xmlns:a16="http://schemas.microsoft.com/office/drawing/2014/main" id="{20A78FDF-AF36-40F5-A100-0A7E5C1904D5}"/>
              </a:ext>
            </a:extLst>
          </p:cNvPr>
          <p:cNvSpPr>
            <a:spLocks xmlns:a="http://schemas.openxmlformats.org/drawingml/2006/main" noGrp="1"/>
          </p:cNvSpPr>
          <p:nvPr/>
        </p:nvSpPr>
        <p:spPr>
          <a:xfrm xmlns:a="http://schemas.openxmlformats.org/drawingml/2006/main">
            <a:off x="2047875" y="48101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수증기 생성</a:t>
            </a:r>
          </a:p>
        </p:txBody>
      </p:sp>
      <p:sp>
        <p:nvSpPr>
          <p:cNvPr id="10" name="method-1">
            <a:extLst xmlns:a="http://schemas.openxmlformats.org/drawingml/2006/main">
              <a:ext uri="{FF2B5EF4-FFF2-40B4-BE49-F238E27FC236}">
                <a16:creationId xmlns:a16="http://schemas.microsoft.com/office/drawing/2014/main" id="{AC895622-3027-400C-B357-4B71DD3CC83C}"/>
              </a:ext>
            </a:extLst>
          </p:cNvPr>
          <p:cNvSpPr>
            <a:spLocks xmlns:a="http://schemas.openxmlformats.org/drawingml/2006/main" noGrp="1"/>
          </p:cNvSpPr>
          <p:nvPr/>
        </p:nvSpPr>
        <p:spPr>
          <a:xfrm xmlns:a="http://schemas.openxmlformats.org/drawingml/2006/main">
            <a:off x="5191125" y="4810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xmlns:a="http://schemas.openxmlformats.org/drawingml/2006/main">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계산한 근삿값</a:t>
            </a:r>
          </a:p>
        </p:txBody>
      </p:sp>
      <p:sp>
        <p:nvSpPr>
          <p:cNvPr id="11" name="state-divider-1">
            <a:extLst xmlns:a="http://schemas.openxmlformats.org/drawingml/2006/main">
              <a:ext uri="{FF2B5EF4-FFF2-40B4-BE49-F238E27FC236}">
                <a16:creationId xmlns:a16="http://schemas.microsoft.com/office/drawing/2014/main" id="{5C694999-7DBC-4105-98AC-1F44E0387B11}"/>
              </a:ext>
            </a:extLst>
          </p:cNvPr>
          <p:cNvSpPr>
            <a:spLocks xmlns:a="http://schemas.openxmlformats.org/drawingml/2006/main" noGrp="1"/>
          </p:cNvSpPr>
          <p:nvPr/>
        </p:nvSpPr>
        <p:spPr>
          <a:xfrm xmlns:a="http://schemas.openxmlformats.org/drawingml/2006/main">
            <a:off x="1905000" y="6619875"/>
            <a:ext cx="14478000" cy="14288"/>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12" name="state-label-2">
            <a:extLst xmlns:a="http://schemas.openxmlformats.org/drawingml/2006/main">
              <a:ext uri="{FF2B5EF4-FFF2-40B4-BE49-F238E27FC236}">
                <a16:creationId xmlns:a16="http://schemas.microsoft.com/office/drawing/2014/main" id="{B2F28F1E-2570-418B-BD34-7CA327DC0BB0}"/>
              </a:ext>
            </a:extLst>
          </p:cNvPr>
          <p:cNvSpPr>
            <a:spLocks xmlns:a="http://schemas.openxmlformats.org/drawingml/2006/main" noGrp="1"/>
          </p:cNvSpPr>
          <p:nvPr/>
        </p:nvSpPr>
        <p:spPr>
          <a:xfrm xmlns:a="http://schemas.openxmlformats.org/drawingml/2006/main">
            <a:off x="1905000" y="7143750"/>
            <a:ext cx="2952750" cy="571500"/>
          </a:xfrm>
          <a:prstGeom xmlns:a="http://schemas.openxmlformats.org/drawingml/2006/main" prst="roundRect">
            <a:avLst>
              <a:gd name="adj" fmla="val 20000"/>
            </a:avLst>
          </a:prstGeom>
          <a:solidFill xmlns:a="http://schemas.openxmlformats.org/drawingml/2006/main">
            <a:srgbClr val="595959"/>
          </a:solidFill>
          <a:ln xmlns:a="http://schemas.openxmlformats.org/drawingml/2006/main" w="0">
            <a:noFill/>
          </a:ln>
        </p:spPr>
      </p:sp>
      <p:sp>
        <p:nvSpPr>
          <p:cNvPr id="13" name="state-label-text-2">
            <a:extLst xmlns:a="http://schemas.openxmlformats.org/drawingml/2006/main">
              <a:ext uri="{FF2B5EF4-FFF2-40B4-BE49-F238E27FC236}">
                <a16:creationId xmlns:a16="http://schemas.microsoft.com/office/drawing/2014/main" id="{23725C0D-9004-4664-93CA-774A4913983D}"/>
              </a:ext>
            </a:extLst>
          </p:cNvPr>
          <p:cNvSpPr>
            <a:spLocks xmlns:a="http://schemas.openxmlformats.org/drawingml/2006/main" noGrp="1"/>
          </p:cNvSpPr>
          <p:nvPr/>
        </p:nvSpPr>
        <p:spPr>
          <a:xfrm xmlns:a="http://schemas.openxmlformats.org/drawingml/2006/main">
            <a:off x="2047875" y="72390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state-divider-2">
            <a:extLst xmlns:a="http://schemas.openxmlformats.org/drawingml/2006/main">
              <a:ext uri="{FF2B5EF4-FFF2-40B4-BE49-F238E27FC236}">
                <a16:creationId xmlns:a16="http://schemas.microsoft.com/office/drawing/2014/main" id="{CA06B944-47A5-40B0-A961-D2936BACD7D4}"/>
              </a:ext>
            </a:extLst>
          </p:cNvPr>
          <p:cNvSpPr>
            <a:spLocks xmlns:a="http://schemas.openxmlformats.org/drawingml/2006/main" noGrp="1"/>
          </p:cNvSpPr>
          <p:nvPr/>
        </p:nvSpPr>
        <p:spPr>
          <a:xfrm xmlns:a="http://schemas.openxmlformats.org/drawingml/2006/main">
            <a:off x="1905000" y="9048750"/>
            <a:ext cx="14478000" cy="14288"/>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15" name="equation">
            <a:extLst xmlns:a="http://schemas.openxmlformats.org/drawingml/2006/main">
              <a:ext uri="{FF2B5EF4-FFF2-40B4-BE49-F238E27FC236}">
                <a16:creationId xmlns:a16="http://schemas.microsoft.com/office/drawing/2014/main" id="{22A9E785-C946-4A00-9EF6-A0D5D28E0850}"/>
              </a:ext>
            </a:extLst>
          </p:cNvPr>
          <p:cNvSpPr>
            <a:spLocks xmlns:a="http://schemas.openxmlformats.org/drawingml/2006/main" noGrp="1"/>
          </p:cNvSpPr>
          <p:nvPr/>
        </p:nvSpPr>
        <p:spPr>
          <a:xfrm xmlns:a="http://schemas.openxmlformats.org/drawingml/2006/main">
            <a:off x="1285875" y="5667375"/>
            <a:ext cx="1571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xmlns:a="http://schemas.openxmlformats.org/drawingml/2006/main">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6" name="">
            <a:extLst xmlns:a="http://schemas.openxmlformats.org/drawingml/2006/main">
              <a:ext uri="{FF2B5EF4-FFF2-40B4-BE49-F238E27FC236}">
                <a16:creationId xmlns:a16="http://schemas.microsoft.com/office/drawing/2014/main" id="{0AE45CB6-ABFB-4908-8A11-40CCBD93B729}"/>
              </a:ext>
            </a:extLst>
          </p:cNvPr>
          <p:cNvPicPr>
            <a:picLocks xmlns:a="http://schemas.openxmlformats.org/drawingml/2006/main" noChangeAspect="1"/>
          </p:cNvPicPr>
          <p:nvPr/>
        </p:nvPicPr>
        <p:blipFill>
          <a:blip xmlns:r="http://schemas.openxmlformats.org/officeDocument/2006/relationships" xmlns:a="http://schemas.openxmlformats.org/drawingml/2006/main" r:embed="R6beef9f2aa8749ff"/>
          <a:stretch xmlns:a="http://schemas.openxmlformats.org/drawingml/2006/main"/>
        </p:blipFill>
        <p:spPr>
          <a:xfrm xmlns:a="http://schemas.openxmlformats.org/drawingml/2006/main">
            <a:off x="1895084" y="8096250"/>
            <a:ext cx="14497833" cy="723900"/>
          </a:xfrm>
          <a:prstGeom xmlns:a="http://schemas.openxmlformats.org/drawingml/2006/main" prst="rect">
            <a:avLst/>
          </a:prstGeom>
        </p:spPr>
      </p:pic>
    </p:spTree>
    <p:extLst>
      <p:ext uri="{BB962C8B-B14F-4D97-AF65-F5344CB8AC3E}">
        <p14:creationId xmlns:p14="http://schemas.microsoft.com/office/powerpoint/2010/main" val="130434961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3E37186C-F655-4B00-8242-38E3787C4C6B}"/>
              </a:ext>
            </a:extLst>
          </p:cNvPr>
          <p:cNvPicPr>
            <a:picLocks xmlns:a="http://schemas.openxmlformats.org/drawingml/2006/main" noChangeAspect="1"/>
          </p:cNvPicPr>
          <p:nvPr/>
        </p:nvPicPr>
        <p:blipFill>
          <a:blip xmlns:r="http://schemas.openxmlformats.org/officeDocument/2006/relationships" xmlns:a="http://schemas.openxmlformats.org/drawingml/2006/main" r:embed="R4a03f97dfa4c4fa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5C877F5C-E3CC-4B16-A633-F979ABEBDD21}"/>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xmlns:a="http://schemas.openxmlformats.org/drawingml/2006/main">
              <a:ext uri="{FF2B5EF4-FFF2-40B4-BE49-F238E27FC236}">
                <a16:creationId xmlns:a16="http://schemas.microsoft.com/office/drawing/2014/main" id="{661A0491-EF95-40B0-8D84-6DAED81A9F88}"/>
              </a:ext>
            </a:extLst>
          </p:cNvPr>
          <p:cNvSpPr>
            <a:spLocks xmlns:a="http://schemas.openxmlformats.org/drawingml/2006/main" noGrp="1"/>
          </p:cNvSpPr>
          <p:nvPr/>
        </p:nvSpPr>
        <p:spPr>
          <a:xfrm xmlns:a="http://schemas.openxmlformats.org/drawingml/2006/main">
            <a:off x="685800"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xmlns:a="http://schemas.openxmlformats.org/drawingml/2006/main">
              <a:ext uri="{FF2B5EF4-FFF2-40B4-BE49-F238E27FC236}">
                <a16:creationId xmlns:a16="http://schemas.microsoft.com/office/drawing/2014/main" id="{E5A8B074-FFF6-4C7A-A357-CB517817C64C}"/>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a:t>
            </a:r>
          </a:p>
        </p:txBody>
      </p:sp>
      <p:sp>
        <p:nvSpPr>
          <p:cNvPr id="5" name="copyright">
            <a:extLst xmlns:a="http://schemas.openxmlformats.org/drawingml/2006/main">
              <a:ext uri="{FF2B5EF4-FFF2-40B4-BE49-F238E27FC236}">
                <a16:creationId xmlns:a16="http://schemas.microsoft.com/office/drawing/2014/main" id="{D0526422-3C6F-4CB2-8AC3-414E090ABB5A}"/>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table-rounded-background">
            <a:extLst xmlns:a="http://schemas.openxmlformats.org/drawingml/2006/main">
              <a:ext uri="{FF2B5EF4-FFF2-40B4-BE49-F238E27FC236}">
                <a16:creationId xmlns:a16="http://schemas.microsoft.com/office/drawing/2014/main" id="{D889AF31-F896-4C9D-ACC7-AC6209B1C259}"/>
              </a:ext>
            </a:extLst>
          </p:cNvPr>
          <p:cNvSpPr>
            <a:spLocks xmlns:a="http://schemas.openxmlformats.org/drawingml/2006/main" noGrp="1"/>
          </p:cNvSpPr>
          <p:nvPr/>
        </p:nvSpPr>
        <p:spPr>
          <a:xfrm xmlns:a="http://schemas.openxmlformats.org/drawingml/2006/main">
            <a:off x="1905000" y="4524375"/>
            <a:ext cx="14478000" cy="3810000"/>
          </a:xfrm>
          <a:prstGeom xmlns:a="http://schemas.openxmlformats.org/drawingml/2006/main" prst="rect">
            <a:avLst/>
          </a:prstGeom>
          <a:solidFill xmlns:a="http://schemas.openxmlformats.org/drawingml/2006/main">
            <a:srgbClr val="252525"/>
          </a:solidFill>
          <a:ln xmlns:a="http://schemas.openxmlformats.org/drawingml/2006/main" w="0">
            <a:noFill/>
          </a:ln>
        </p:spPr>
      </p:sp>
      <p:graphicFrame>
        <p:nvGraphicFramePr>
          <p:cNvPr id="7" name="">
            <a:extLst xmlns:a="http://schemas.openxmlformats.org/drawingml/2006/main">
              <a:ext uri="{FF2B5EF4-FFF2-40B4-BE49-F238E27FC236}">
                <a16:creationId xmlns:a16="http://schemas.microsoft.com/office/drawing/2014/main" id="{E054B799-E501-4F0F-A3F6-C8BE0982C604}"/>
              </a:ext>
            </a:extLst>
          </p:cNvPr>
          <p:cNvGraphicFramePr/>
          <p:nvPr/>
        </p:nvGraphicFramePr>
        <p:xfrm>
          <a:off xmlns:a="http://schemas.openxmlformats.org/drawingml/2006/main" x="1905000" y="4524375"/>
          <a:ext xmlns:a="http://schemas.openxmlformats.org/drawingml/2006/main" cx="14478000" cy="3810000"/>
        </p:xfrm>
        <a:graphic xmlns:a="http://schemas.openxmlformats.org/drawingml/2006/main">
          <a:graphicData uri="http://schemas.openxmlformats.org/drawingml/2006/table">
            <a:tbl>
              <a:tblPr/>
              <a:tblGrid>
                <a:gridCol w="3810000"/>
                <a:gridCol w="5334000"/>
                <a:gridCol w="5334000"/>
              </a:tblGrid>
              <a:tr h="762000">
                <a:tc>
                  <a:txBody>
                    <a:bodyPr lIns="114300" tIns="114300" rIns="114300" bIns="114300"/>
                    <a:lstStyle/>
                    <a:p>
                      <a:pPr algn="ctr"/>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반응하는 물질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반응하는 물질</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전후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엔탈피 합의 비교</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8" name="table-row-rule-1">
            <a:extLst xmlns:a="http://schemas.openxmlformats.org/drawingml/2006/main">
              <a:ext uri="{FF2B5EF4-FFF2-40B4-BE49-F238E27FC236}">
                <a16:creationId xmlns:a16="http://schemas.microsoft.com/office/drawing/2014/main" id="{E3DD593B-0288-4CC7-8C13-B87514559DB5}"/>
              </a:ext>
            </a:extLst>
          </p:cNvPr>
          <p:cNvSpPr>
            <a:spLocks xmlns:a="http://schemas.openxmlformats.org/drawingml/2006/main" noGrp="1"/>
          </p:cNvSpPr>
          <p:nvPr/>
        </p:nvSpPr>
        <p:spPr>
          <a:xfrm xmlns:a="http://schemas.openxmlformats.org/drawingml/2006/main">
            <a:off x="1905000" y="5286375"/>
            <a:ext cx="14478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table-row-rule-2">
            <a:extLst xmlns:a="http://schemas.openxmlformats.org/drawingml/2006/main">
              <a:ext uri="{FF2B5EF4-FFF2-40B4-BE49-F238E27FC236}">
                <a16:creationId xmlns:a16="http://schemas.microsoft.com/office/drawing/2014/main" id="{68D4EE92-858F-4A17-BE39-925DF306C19D}"/>
              </a:ext>
            </a:extLst>
          </p:cNvPr>
          <p:cNvSpPr>
            <a:spLocks xmlns:a="http://schemas.openxmlformats.org/drawingml/2006/main" noGrp="1"/>
          </p:cNvSpPr>
          <p:nvPr/>
        </p:nvSpPr>
        <p:spPr>
          <a:xfrm xmlns:a="http://schemas.openxmlformats.org/drawingml/2006/main">
            <a:off x="1905000" y="6048375"/>
            <a:ext cx="14478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table-row-rule-3">
            <a:extLst xmlns:a="http://schemas.openxmlformats.org/drawingml/2006/main">
              <a:ext uri="{FF2B5EF4-FFF2-40B4-BE49-F238E27FC236}">
                <a16:creationId xmlns:a16="http://schemas.microsoft.com/office/drawing/2014/main" id="{7A0AD7B8-D2EA-485B-A1F7-917A5875A6FE}"/>
              </a:ext>
            </a:extLst>
          </p:cNvPr>
          <p:cNvSpPr>
            <a:spLocks xmlns:a="http://schemas.openxmlformats.org/drawingml/2006/main" noGrp="1"/>
          </p:cNvSpPr>
          <p:nvPr/>
        </p:nvSpPr>
        <p:spPr>
          <a:xfrm xmlns:a="http://schemas.openxmlformats.org/drawingml/2006/main">
            <a:off x="1905000" y="6810375"/>
            <a:ext cx="14478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table-row-rule-4">
            <a:extLst xmlns:a="http://schemas.openxmlformats.org/drawingml/2006/main">
              <a:ext uri="{FF2B5EF4-FFF2-40B4-BE49-F238E27FC236}">
                <a16:creationId xmlns:a16="http://schemas.microsoft.com/office/drawing/2014/main" id="{8DD74EEF-860A-4D86-A1DB-10B0A495725F}"/>
              </a:ext>
            </a:extLst>
          </p:cNvPr>
          <p:cNvSpPr>
            <a:spLocks xmlns:a="http://schemas.openxmlformats.org/drawingml/2006/main" noGrp="1"/>
          </p:cNvSpPr>
          <p:nvPr/>
        </p:nvSpPr>
        <p:spPr>
          <a:xfrm xmlns:a="http://schemas.openxmlformats.org/drawingml/2006/main">
            <a:off x="1905000" y="7572375"/>
            <a:ext cx="14478000" cy="14288"/>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table-rounded-corner-0">
            <a:extLst xmlns:a="http://schemas.openxmlformats.org/drawingml/2006/main">
              <a:ext uri="{FF2B5EF4-FFF2-40B4-BE49-F238E27FC236}">
                <a16:creationId xmlns:a16="http://schemas.microsoft.com/office/drawing/2014/main" id="{E5BC70EA-CA58-455E-B9BC-CFDC25819627}"/>
              </a:ext>
            </a:extLst>
          </p:cNvPr>
          <p:cNvSpPr>
            <a:spLocks xmlns:a="http://schemas.openxmlformats.org/drawingml/2006/main" noGrp="1"/>
          </p:cNvSpPr>
          <p:nvPr/>
        </p:nvSpPr>
        <p:spPr>
          <a:xfrm xmlns:a="http://schemas.openxmlformats.org/drawingml/2006/main" rot="0">
            <a:off x="1905000" y="4524375"/>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3" name="table-rounded-corner-1">
            <a:extLst xmlns:a="http://schemas.openxmlformats.org/drawingml/2006/main">
              <a:ext uri="{FF2B5EF4-FFF2-40B4-BE49-F238E27FC236}">
                <a16:creationId xmlns:a16="http://schemas.microsoft.com/office/drawing/2014/main" id="{F8028B19-420A-448D-A16E-B9CC19ECFDBF}"/>
              </a:ext>
            </a:extLst>
          </p:cNvPr>
          <p:cNvSpPr>
            <a:spLocks xmlns:a="http://schemas.openxmlformats.org/drawingml/2006/main" noGrp="1"/>
          </p:cNvSpPr>
          <p:nvPr/>
        </p:nvSpPr>
        <p:spPr>
          <a:xfrm xmlns:a="http://schemas.openxmlformats.org/drawingml/2006/main" rot="5400000">
            <a:off x="16154400" y="4524375"/>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4" name="table-rounded-corner-2">
            <a:extLst xmlns:a="http://schemas.openxmlformats.org/drawingml/2006/main">
              <a:ext uri="{FF2B5EF4-FFF2-40B4-BE49-F238E27FC236}">
                <a16:creationId xmlns:a16="http://schemas.microsoft.com/office/drawing/2014/main" id="{0D513852-3046-4D19-B942-839AE412E24C}"/>
              </a:ext>
            </a:extLst>
          </p:cNvPr>
          <p:cNvSpPr>
            <a:spLocks xmlns:a="http://schemas.openxmlformats.org/drawingml/2006/main" noGrp="1"/>
          </p:cNvSpPr>
          <p:nvPr/>
        </p:nvSpPr>
        <p:spPr>
          <a:xfrm xmlns:a="http://schemas.openxmlformats.org/drawingml/2006/main" rot="10800000">
            <a:off x="16154400" y="8105775"/>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5" name="table-rounded-corner-3">
            <a:extLst xmlns:a="http://schemas.openxmlformats.org/drawingml/2006/main">
              <a:ext uri="{FF2B5EF4-FFF2-40B4-BE49-F238E27FC236}">
                <a16:creationId xmlns:a16="http://schemas.microsoft.com/office/drawing/2014/main" id="{CE736A9D-A120-4A88-86F6-98A87176A7C2}"/>
              </a:ext>
            </a:extLst>
          </p:cNvPr>
          <p:cNvSpPr>
            <a:spLocks xmlns:a="http://schemas.openxmlformats.org/drawingml/2006/main" noGrp="1"/>
          </p:cNvSpPr>
          <p:nvPr/>
        </p:nvSpPr>
        <p:spPr>
          <a:xfrm xmlns:a="http://schemas.openxmlformats.org/drawingml/2006/main" rot="16200000">
            <a:off x="1905000" y="8105775"/>
            <a:ext cx="228600" cy="228600"/>
          </a:xfrm>
          <a:custGeom xmlns:a="http://schemas.openxmlformats.org/drawingml/2006/main">
            <a:pathLst>
              <a:path w="228600" h="228600">
                <a:moveTo>
                  <a:pt x="0" y="0"/>
                </a:moveTo>
                <a:lnTo>
                  <a:pt x="228600" y="0"/>
                </a:lnTo>
                <a:cubicBezTo>
                  <a:pt x="102344" y="0"/>
                  <a:pt x="0" y="102344"/>
                  <a:pt x="0" y="228600"/>
                </a:cubicBezTo>
                <a:close/>
              </a:path>
            </a:pathLst>
          </a:custGeom>
          <a:solidFill xmlns:a="http://schemas.openxmlformats.org/drawingml/2006/main">
            <a:srgbClr val="FFFFFF"/>
          </a:solidFill>
          <a:ln xmlns:a="http://schemas.openxmlformats.org/drawingml/2006/main" w="0">
            <a:noFill/>
          </a:ln>
        </p:spPr>
      </p:sp>
      <p:sp>
        <p:nvSpPr>
          <p:cNvPr id="16" name="recap-other-relations">
            <a:extLst xmlns:a="http://schemas.openxmlformats.org/drawingml/2006/main">
              <a:ext uri="{FF2B5EF4-FFF2-40B4-BE49-F238E27FC236}">
                <a16:creationId xmlns:a16="http://schemas.microsoft.com/office/drawing/2014/main" id="{7F790E8C-EDFA-46C7-AB39-E2B10B7981E5}"/>
              </a:ext>
            </a:extLst>
          </p:cNvPr>
          <p:cNvSpPr>
            <a:spLocks xmlns:a="http://schemas.openxmlformats.org/drawingml/2006/main" noGrp="1"/>
          </p:cNvSpPr>
          <p:nvPr/>
        </p:nvSpPr>
        <p:spPr>
          <a:xfrm xmlns:a="http://schemas.openxmlformats.org/drawingml/2006/main">
            <a:off x="1619250" y="8591550"/>
            <a:ext cx="1504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xmlns:a="http://schemas.openxmlformats.org/drawingml/2006/main">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7" name="summary-bond-bar">
            <a:extLst xmlns:a="http://schemas.openxmlformats.org/drawingml/2006/main">
              <a:ext uri="{FF2B5EF4-FFF2-40B4-BE49-F238E27FC236}">
                <a16:creationId xmlns:a16="http://schemas.microsoft.com/office/drawing/2014/main" id="{32EE0320-E8F5-4BA2-9113-6C0BB46FDF67}"/>
              </a:ext>
            </a:extLst>
          </p:cNvPr>
          <p:cNvSpPr>
            <a:spLocks xmlns:a="http://schemas.openxmlformats.org/drawingml/2006/main" noGrp="1"/>
          </p:cNvSpPr>
          <p:nvPr/>
        </p:nvSpPr>
        <p:spPr>
          <a:xfrm xmlns:a="http://schemas.openxmlformats.org/drawingml/2006/main">
            <a:off x="1905000" y="9191625"/>
            <a:ext cx="14478000" cy="619125"/>
          </a:xfrm>
          <a:prstGeom xmlns:a="http://schemas.openxmlformats.org/drawingml/2006/main" prst="roundRect">
            <a:avLst>
              <a:gd name="adj" fmla="val 24615"/>
            </a:avLst>
          </a:prstGeom>
          <a:solidFill xmlns:a="http://schemas.openxmlformats.org/drawingml/2006/main">
            <a:srgbClr val="595959"/>
          </a:solidFill>
          <a:ln xmlns:a="http://schemas.openxmlformats.org/drawingml/2006/main" w="0">
            <a:noFill/>
          </a:ln>
        </p:spPr>
      </p:sp>
      <p:sp>
        <p:nvSpPr>
          <p:cNvPr id="18" name="summary-bond-equation">
            <a:extLst xmlns:a="http://schemas.openxmlformats.org/drawingml/2006/main">
              <a:ext uri="{FF2B5EF4-FFF2-40B4-BE49-F238E27FC236}">
                <a16:creationId xmlns:a16="http://schemas.microsoft.com/office/drawing/2014/main" id="{D346600C-8A7C-48DF-8EAC-1AC8725DBFE6}"/>
              </a:ext>
            </a:extLst>
          </p:cNvPr>
          <p:cNvSpPr>
            <a:spLocks xmlns:a="http://schemas.openxmlformats.org/drawingml/2006/main" noGrp="1"/>
          </p:cNvSpPr>
          <p:nvPr/>
        </p:nvSpPr>
        <p:spPr>
          <a:xfrm xmlns:a="http://schemas.openxmlformats.org/drawingml/2006/main">
            <a:off x="2095500" y="932497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p14:creationId xmlns:p14="http://schemas.microsoft.com/office/powerpoint/2010/main" val="120531993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F0EC8C4D-D886-4D86-976F-E50283DACE1B}"/>
              </a:ext>
            </a:extLst>
          </p:cNvPr>
          <p:cNvPicPr>
            <a:picLocks xmlns:a="http://schemas.openxmlformats.org/drawingml/2006/main" noChangeAspect="1"/>
          </p:cNvPicPr>
          <p:nvPr/>
        </p:nvPicPr>
        <p:blipFill>
          <a:blip xmlns:r="http://schemas.openxmlformats.org/officeDocument/2006/relationships" xmlns:a="http://schemas.openxmlformats.org/drawingml/2006/main" r:embed="R92df3fc41ac74fe5"/>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4F7D9B40-58C5-4B46-8C4E-0FEA8ED488FD}"/>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xmlns:a="http://schemas.openxmlformats.org/drawingml/2006/main">
              <a:ext uri="{FF2B5EF4-FFF2-40B4-BE49-F238E27FC236}">
                <a16:creationId xmlns:a16="http://schemas.microsoft.com/office/drawing/2014/main" id="{A32B3021-8A45-4AE0-A79F-8F49F7A766F2}"/>
              </a:ext>
            </a:extLst>
          </p:cNvPr>
          <p:cNvSpPr>
            <a:spLocks xmlns:a="http://schemas.openxmlformats.org/drawingml/2006/main" noGrp="1"/>
          </p:cNvSpPr>
          <p:nvPr/>
        </p:nvSpPr>
        <p:spPr>
          <a:xfrm xmlns:a="http://schemas.openxmlformats.org/drawingml/2006/main">
            <a:off x="685800"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xmlns:a="http://schemas.openxmlformats.org/drawingml/2006/main">
              <a:ext uri="{FF2B5EF4-FFF2-40B4-BE49-F238E27FC236}">
                <a16:creationId xmlns:a16="http://schemas.microsoft.com/office/drawing/2014/main" id="{A43E70B9-744C-4304-8A11-6B9DBFDEFA73}"/>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손난로가 따뜻해지는 까닭</a:t>
            </a:r>
          </a:p>
        </p:txBody>
      </p:sp>
      <p:sp>
        <p:nvSpPr>
          <p:cNvPr id="5" name="copyright">
            <a:extLst xmlns:a="http://schemas.openxmlformats.org/drawingml/2006/main">
              <a:ext uri="{FF2B5EF4-FFF2-40B4-BE49-F238E27FC236}">
                <a16:creationId xmlns:a16="http://schemas.microsoft.com/office/drawing/2014/main" id="{2827858E-D8EB-4908-ADD0-F1FE27AD658E}"/>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warm-question">
            <a:extLst xmlns:a="http://schemas.openxmlformats.org/drawingml/2006/main">
              <a:ext uri="{FF2B5EF4-FFF2-40B4-BE49-F238E27FC236}">
                <a16:creationId xmlns:a16="http://schemas.microsoft.com/office/drawing/2014/main" id="{B9807CEE-98EE-4E07-91A3-0293F0FFF96F}"/>
              </a:ext>
            </a:extLst>
          </p:cNvPr>
          <p:cNvSpPr>
            <a:spLocks xmlns:a="http://schemas.openxmlformats.org/drawingml/2006/main" noGrp="1"/>
          </p:cNvSpPr>
          <p:nvPr/>
        </p:nvSpPr>
        <p:spPr>
          <a:xfrm xmlns:a="http://schemas.openxmlformats.org/drawingml/2006/main">
            <a:off x="1619250" y="4857750"/>
            <a:ext cx="4191000" cy="1047750"/>
          </a:xfrm>
          <a:prstGeom xmlns:a="http://schemas.openxmlformats.org/drawingml/2006/main" prst="roundRect">
            <a:avLst>
              <a:gd name="adj" fmla="val 21818"/>
            </a:avLst>
          </a:prstGeom>
          <a:solidFill xmlns:a="http://schemas.openxmlformats.org/drawingml/2006/main">
            <a:srgbClr val="F2F2F2"/>
          </a:solidFill>
          <a:ln xmlns:a="http://schemas.openxmlformats.org/drawingml/2006/main" w="0">
            <a:noFill/>
          </a:ln>
        </p:spPr>
      </p:sp>
      <p:sp>
        <p:nvSpPr>
          <p:cNvPr id="7" name="warm-question-text">
            <a:extLst xmlns:a="http://schemas.openxmlformats.org/drawingml/2006/main">
              <a:ext uri="{FF2B5EF4-FFF2-40B4-BE49-F238E27FC236}">
                <a16:creationId xmlns:a16="http://schemas.microsoft.com/office/drawing/2014/main" id="{4287A9A0-E482-44B3-A1D6-BF2EAD9F3422}"/>
              </a:ext>
            </a:extLst>
          </p:cNvPr>
          <p:cNvSpPr>
            <a:spLocks xmlns:a="http://schemas.openxmlformats.org/drawingml/2006/main" noGrp="1"/>
          </p:cNvSpPr>
          <p:nvPr/>
        </p:nvSpPr>
        <p:spPr>
          <a:xfrm xmlns:a="http://schemas.openxmlformats.org/drawingml/2006/main">
            <a:off x="1809750" y="5153025"/>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xmlns:a="http://schemas.openxmlformats.org/drawingml/2006/main">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8" name="">
            <a:extLst xmlns:a="http://schemas.openxmlformats.org/drawingml/2006/main">
              <a:ext uri="{FF2B5EF4-FFF2-40B4-BE49-F238E27FC236}">
                <a16:creationId xmlns:a16="http://schemas.microsoft.com/office/drawing/2014/main" id="{F31A7C13-1AE6-47A8-8A73-4D550F8BB114}"/>
              </a:ext>
            </a:extLst>
          </p:cNvPr>
          <p:cNvPicPr>
            <a:picLocks xmlns:a="http://schemas.openxmlformats.org/drawingml/2006/main" noChangeAspect="1"/>
          </p:cNvPicPr>
          <p:nvPr/>
        </p:nvPicPr>
        <p:blipFill>
          <a:blip xmlns:r="http://schemas.openxmlformats.org/officeDocument/2006/relationships" xmlns:a="http://schemas.openxmlformats.org/drawingml/2006/main" r:embed="R96bcc3cef3ef4918"/>
          <a:stretch xmlns:a="http://schemas.openxmlformats.org/drawingml/2006/main"/>
        </p:blipFill>
        <p:spPr>
          <a:xfrm xmlns:a="http://schemas.openxmlformats.org/drawingml/2006/main">
            <a:off x="1809750" y="6081617"/>
            <a:ext cx="4095750" cy="3076766"/>
          </a:xfrm>
          <a:prstGeom xmlns:a="http://schemas.openxmlformats.org/drawingml/2006/main" prst="rect">
            <a:avLst/>
          </a:prstGeom>
        </p:spPr>
      </p:pic>
      <p:sp>
        <p:nvSpPr>
          <p:cNvPr id="9" name="recap-card-1">
            <a:extLst xmlns:a="http://schemas.openxmlformats.org/drawingml/2006/main">
              <a:ext uri="{FF2B5EF4-FFF2-40B4-BE49-F238E27FC236}">
                <a16:creationId xmlns:a16="http://schemas.microsoft.com/office/drawing/2014/main" id="{85271E5D-5639-48B0-9B15-787C089D35A2}"/>
              </a:ext>
            </a:extLst>
          </p:cNvPr>
          <p:cNvSpPr>
            <a:spLocks xmlns:a="http://schemas.openxmlformats.org/drawingml/2006/main" noGrp="1"/>
          </p:cNvSpPr>
          <p:nvPr/>
        </p:nvSpPr>
        <p:spPr>
          <a:xfrm xmlns:a="http://schemas.openxmlformats.org/drawingml/2006/main">
            <a:off x="6762750" y="4810125"/>
            <a:ext cx="3048000" cy="1619250"/>
          </a:xfrm>
          <a:prstGeom xmlns:a="http://schemas.openxmlformats.org/drawingml/2006/main" prst="roundRect">
            <a:avLst>
              <a:gd name="adj" fmla="val 11765"/>
            </a:avLst>
          </a:prstGeom>
          <a:solidFill xmlns:a="http://schemas.openxmlformats.org/drawingml/2006/main">
            <a:srgbClr val="F2F2F2"/>
          </a:solidFill>
          <a:ln xmlns:a="http://schemas.openxmlformats.org/drawingml/2006/main" w="0">
            <a:noFill/>
          </a:ln>
        </p:spPr>
      </p:sp>
      <p:sp>
        <p:nvSpPr>
          <p:cNvPr id="10" name="recap-label-1">
            <a:extLst xmlns:a="http://schemas.openxmlformats.org/drawingml/2006/main">
              <a:ext uri="{FF2B5EF4-FFF2-40B4-BE49-F238E27FC236}">
                <a16:creationId xmlns:a16="http://schemas.microsoft.com/office/drawing/2014/main" id="{2E7C53E6-1E82-4295-88EE-BE1D4774B933}"/>
              </a:ext>
            </a:extLst>
          </p:cNvPr>
          <p:cNvSpPr>
            <a:spLocks xmlns:a="http://schemas.openxmlformats.org/drawingml/2006/main" noGrp="1"/>
          </p:cNvSpPr>
          <p:nvPr/>
        </p:nvSpPr>
        <p:spPr>
          <a:xfrm xmlns:a="http://schemas.openxmlformats.org/drawingml/2006/main">
            <a:off x="6953250" y="50482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xmlns:a="http://schemas.openxmlformats.org/drawingml/2006/main">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1" name="recap-body-1">
            <a:extLst xmlns:a="http://schemas.openxmlformats.org/drawingml/2006/main">
              <a:ext uri="{FF2B5EF4-FFF2-40B4-BE49-F238E27FC236}">
                <a16:creationId xmlns:a16="http://schemas.microsoft.com/office/drawing/2014/main" id="{8B0D897C-DEF8-4948-97DB-3EBB8F34973D}"/>
              </a:ext>
            </a:extLst>
          </p:cNvPr>
          <p:cNvSpPr>
            <a:spLocks xmlns:a="http://schemas.openxmlformats.org/drawingml/2006/main" noGrp="1"/>
          </p:cNvSpPr>
          <p:nvPr/>
        </p:nvSpPr>
        <p:spPr>
          <a:xfrm xmlns:a="http://schemas.openxmlformats.org/drawingml/2006/main">
            <a:off x="6905625" y="56864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xmlns:a="http://schemas.openxmlformats.org/drawingml/2006/main">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2" name="recap-arrow-1">
            <a:extLst xmlns:a="http://schemas.openxmlformats.org/drawingml/2006/main">
              <a:ext uri="{FF2B5EF4-FFF2-40B4-BE49-F238E27FC236}">
                <a16:creationId xmlns:a16="http://schemas.microsoft.com/office/drawing/2014/main" id="{93D19E61-AE18-48DD-A25D-B503395C2502}"/>
              </a:ext>
            </a:extLst>
          </p:cNvPr>
          <p:cNvSpPr>
            <a:spLocks xmlns:a="http://schemas.openxmlformats.org/drawingml/2006/main" noGrp="1"/>
          </p:cNvSpPr>
          <p:nvPr/>
        </p:nvSpPr>
        <p:spPr>
          <a:xfrm xmlns:a="http://schemas.openxmlformats.org/drawingml/2006/main">
            <a:off x="9896475" y="538162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xmlns:a="http://schemas.openxmlformats.org/drawingml/2006/main">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3" name="recap-card-2">
            <a:extLst xmlns:a="http://schemas.openxmlformats.org/drawingml/2006/main">
              <a:ext uri="{FF2B5EF4-FFF2-40B4-BE49-F238E27FC236}">
                <a16:creationId xmlns:a16="http://schemas.microsoft.com/office/drawing/2014/main" id="{B4D4E4E5-B76E-452E-B39E-05401F04CC9B}"/>
              </a:ext>
            </a:extLst>
          </p:cNvPr>
          <p:cNvSpPr>
            <a:spLocks xmlns:a="http://schemas.openxmlformats.org/drawingml/2006/main" noGrp="1"/>
          </p:cNvSpPr>
          <p:nvPr/>
        </p:nvSpPr>
        <p:spPr>
          <a:xfrm xmlns:a="http://schemas.openxmlformats.org/drawingml/2006/main">
            <a:off x="10287000" y="4810125"/>
            <a:ext cx="3048000" cy="1619250"/>
          </a:xfrm>
          <a:prstGeom xmlns:a="http://schemas.openxmlformats.org/drawingml/2006/main" prst="roundRect">
            <a:avLst>
              <a:gd name="adj" fmla="val 11765"/>
            </a:avLst>
          </a:prstGeom>
          <a:solidFill xmlns:a="http://schemas.openxmlformats.org/drawingml/2006/main">
            <a:srgbClr val="F2F2F2"/>
          </a:solidFill>
          <a:ln xmlns:a="http://schemas.openxmlformats.org/drawingml/2006/main" w="0">
            <a:noFill/>
          </a:ln>
        </p:spPr>
      </p:sp>
      <p:sp>
        <p:nvSpPr>
          <p:cNvPr id="14" name="recap-label-2">
            <a:extLst xmlns:a="http://schemas.openxmlformats.org/drawingml/2006/main">
              <a:ext uri="{FF2B5EF4-FFF2-40B4-BE49-F238E27FC236}">
                <a16:creationId xmlns:a16="http://schemas.microsoft.com/office/drawing/2014/main" id="{3EA12FCC-ADF1-4C1A-8DFC-041C748B36A0}"/>
              </a:ext>
            </a:extLst>
          </p:cNvPr>
          <p:cNvSpPr>
            <a:spLocks xmlns:a="http://schemas.openxmlformats.org/drawingml/2006/main" noGrp="1"/>
          </p:cNvSpPr>
          <p:nvPr/>
        </p:nvSpPr>
        <p:spPr>
          <a:xfrm xmlns:a="http://schemas.openxmlformats.org/drawingml/2006/main">
            <a:off x="10477500" y="50482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xmlns:a="http://schemas.openxmlformats.org/drawingml/2006/main">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5" name="recap-body-2">
            <a:extLst xmlns:a="http://schemas.openxmlformats.org/drawingml/2006/main">
              <a:ext uri="{FF2B5EF4-FFF2-40B4-BE49-F238E27FC236}">
                <a16:creationId xmlns:a16="http://schemas.microsoft.com/office/drawing/2014/main" id="{865D6409-FB6A-4467-90A3-DE86288291A7}"/>
              </a:ext>
            </a:extLst>
          </p:cNvPr>
          <p:cNvSpPr>
            <a:spLocks xmlns:a="http://schemas.openxmlformats.org/drawingml/2006/main" noGrp="1"/>
          </p:cNvSpPr>
          <p:nvPr/>
        </p:nvSpPr>
        <p:spPr>
          <a:xfrm xmlns:a="http://schemas.openxmlformats.org/drawingml/2006/main">
            <a:off x="10429875" y="56864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xmlns:a="http://schemas.openxmlformats.org/drawingml/2006/main">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6" name="recap-arrow-2">
            <a:extLst xmlns:a="http://schemas.openxmlformats.org/drawingml/2006/main">
              <a:ext uri="{FF2B5EF4-FFF2-40B4-BE49-F238E27FC236}">
                <a16:creationId xmlns:a16="http://schemas.microsoft.com/office/drawing/2014/main" id="{DD2D5A81-C5F6-4763-AE21-10C4D24BBA73}"/>
              </a:ext>
            </a:extLst>
          </p:cNvPr>
          <p:cNvSpPr>
            <a:spLocks xmlns:a="http://schemas.openxmlformats.org/drawingml/2006/main" noGrp="1"/>
          </p:cNvSpPr>
          <p:nvPr/>
        </p:nvSpPr>
        <p:spPr>
          <a:xfrm xmlns:a="http://schemas.openxmlformats.org/drawingml/2006/main">
            <a:off x="13420725" y="5381625"/>
            <a:ext cx="38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xmlns:a="http://schemas.openxmlformats.org/drawingml/2006/main">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7" name="recap-card-3">
            <a:extLst xmlns:a="http://schemas.openxmlformats.org/drawingml/2006/main">
              <a:ext uri="{FF2B5EF4-FFF2-40B4-BE49-F238E27FC236}">
                <a16:creationId xmlns:a16="http://schemas.microsoft.com/office/drawing/2014/main" id="{2BC8AF36-015B-4D78-B4D4-A2EE44ABCA66}"/>
              </a:ext>
            </a:extLst>
          </p:cNvPr>
          <p:cNvSpPr>
            <a:spLocks xmlns:a="http://schemas.openxmlformats.org/drawingml/2006/main" noGrp="1"/>
          </p:cNvSpPr>
          <p:nvPr/>
        </p:nvSpPr>
        <p:spPr>
          <a:xfrm xmlns:a="http://schemas.openxmlformats.org/drawingml/2006/main">
            <a:off x="13811250" y="4810125"/>
            <a:ext cx="3048000" cy="1619250"/>
          </a:xfrm>
          <a:prstGeom xmlns:a="http://schemas.openxmlformats.org/drawingml/2006/main" prst="roundRect">
            <a:avLst>
              <a:gd name="adj" fmla="val 11765"/>
            </a:avLst>
          </a:prstGeom>
          <a:solidFill xmlns:a="http://schemas.openxmlformats.org/drawingml/2006/main">
            <a:srgbClr val="F2F2F2"/>
          </a:solidFill>
          <a:ln xmlns:a="http://schemas.openxmlformats.org/drawingml/2006/main" w="0">
            <a:noFill/>
          </a:ln>
        </p:spPr>
      </p:sp>
      <p:sp>
        <p:nvSpPr>
          <p:cNvPr id="18" name="recap-label-3">
            <a:extLst xmlns:a="http://schemas.openxmlformats.org/drawingml/2006/main">
              <a:ext uri="{FF2B5EF4-FFF2-40B4-BE49-F238E27FC236}">
                <a16:creationId xmlns:a16="http://schemas.microsoft.com/office/drawing/2014/main" id="{BBB969F5-26FD-435E-95E6-D042274AAD60}"/>
              </a:ext>
            </a:extLst>
          </p:cNvPr>
          <p:cNvSpPr>
            <a:spLocks xmlns:a="http://schemas.openxmlformats.org/drawingml/2006/main" noGrp="1"/>
          </p:cNvSpPr>
          <p:nvPr/>
        </p:nvSpPr>
        <p:spPr>
          <a:xfrm xmlns:a="http://schemas.openxmlformats.org/drawingml/2006/main">
            <a:off x="14001750" y="50482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xmlns:a="http://schemas.openxmlformats.org/drawingml/2006/main">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19" name="recap-body-3">
            <a:extLst xmlns:a="http://schemas.openxmlformats.org/drawingml/2006/main">
              <a:ext uri="{FF2B5EF4-FFF2-40B4-BE49-F238E27FC236}">
                <a16:creationId xmlns:a16="http://schemas.microsoft.com/office/drawing/2014/main" id="{B733FF75-2355-4EF1-B951-0F4645653BE1}"/>
              </a:ext>
            </a:extLst>
          </p:cNvPr>
          <p:cNvSpPr>
            <a:spLocks xmlns:a="http://schemas.openxmlformats.org/drawingml/2006/main" noGrp="1"/>
          </p:cNvSpPr>
          <p:nvPr/>
        </p:nvSpPr>
        <p:spPr>
          <a:xfrm xmlns:a="http://schemas.openxmlformats.org/drawingml/2006/main">
            <a:off x="13954125" y="56864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xmlns:a="http://schemas.openxmlformats.org/drawingml/2006/main">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0" name="exit-reaction">
            <a:extLst xmlns:a="http://schemas.openxmlformats.org/drawingml/2006/main">
              <a:ext uri="{FF2B5EF4-FFF2-40B4-BE49-F238E27FC236}">
                <a16:creationId xmlns:a16="http://schemas.microsoft.com/office/drawing/2014/main" id="{B371B249-7B58-428C-AE33-73E6FF0FFE93}"/>
              </a:ext>
            </a:extLst>
          </p:cNvPr>
          <p:cNvSpPr>
            <a:spLocks xmlns:a="http://schemas.openxmlformats.org/drawingml/2006/main" noGrp="1"/>
          </p:cNvSpPr>
          <p:nvPr/>
        </p:nvSpPr>
        <p:spPr>
          <a:xfrm xmlns:a="http://schemas.openxmlformats.org/drawingml/2006/main">
            <a:off x="7334250" y="709612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xmlns:a="http://schemas.openxmlformats.org/drawingml/2006/main">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1" name="exit-instruction">
            <a:extLst xmlns:a="http://schemas.openxmlformats.org/drawingml/2006/main">
              <a:ext uri="{FF2B5EF4-FFF2-40B4-BE49-F238E27FC236}">
                <a16:creationId xmlns:a16="http://schemas.microsoft.com/office/drawing/2014/main" id="{84C8AE96-DC1B-4A69-8704-2530E576EEB4}"/>
              </a:ext>
            </a:extLst>
          </p:cNvPr>
          <p:cNvSpPr>
            <a:spLocks xmlns:a="http://schemas.openxmlformats.org/drawingml/2006/main" noGrp="1"/>
          </p:cNvSpPr>
          <p:nvPr/>
        </p:nvSpPr>
        <p:spPr>
          <a:xfrm xmlns:a="http://schemas.openxmlformats.org/drawingml/2006/main">
            <a:off x="7334250" y="78581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2" name="answer-1">
            <a:extLst xmlns:a="http://schemas.openxmlformats.org/drawingml/2006/main">
              <a:ext uri="{FF2B5EF4-FFF2-40B4-BE49-F238E27FC236}">
                <a16:creationId xmlns:a16="http://schemas.microsoft.com/office/drawing/2014/main" id="{0FABA427-7171-4E4D-8E58-B9735E864765}"/>
              </a:ext>
            </a:extLst>
          </p:cNvPr>
          <p:cNvSpPr>
            <a:spLocks xmlns:a="http://schemas.openxmlformats.org/drawingml/2006/main" noGrp="1"/>
          </p:cNvSpPr>
          <p:nvPr/>
        </p:nvSpPr>
        <p:spPr>
          <a:xfrm xmlns:a="http://schemas.openxmlformats.org/drawingml/2006/main">
            <a:off x="6667500" y="8810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xmlns:a="http://schemas.openxmlformats.org/drawingml/2006/main">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p14:creationId xmlns:p14="http://schemas.microsoft.com/office/powerpoint/2010/main" val="778923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2026-10-20T01:24:18.6890000Z</dcterms:created>
  <dcterms:modified xsi:type="dcterms:W3CDTF">2026-10-20T01:24:18.6890000Z</dcterms:modified>
</coreProperties>
</file>