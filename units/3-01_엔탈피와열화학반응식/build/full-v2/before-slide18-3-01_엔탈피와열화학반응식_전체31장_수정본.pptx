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482bea1dd7429d" /><Relationship Type="http://schemas.openxmlformats.org/officeDocument/2006/relationships/extended-properties" Target="/docProps/app.xml" Id="Re47ef12912624819" /><Relationship Type="http://schemas.openxmlformats.org/officeDocument/2006/relationships/officeDocument" Target="/ppt/presentation.xml" Id="R9a3bb3ed4d2b4f15" /></Relationships>
</file>

<file path=ppt/presentation.xml><?xml version="1.0" encoding="utf-8"?>
<p:presentation xmlns:p="http://schemas.openxmlformats.org/presentationml/2006/main">
  <p:sldMasterIdLst>
    <p:sldMasterId xmlns:r="http://schemas.openxmlformats.org/officeDocument/2006/relationships" id="2147483648" r:id="R5ffd33220ebe4433"/>
  </p:sldMasterIdLst>
  <p:notesMasterIdLst>
    <p:notesMasterId xmlns:r="http://schemas.openxmlformats.org/officeDocument/2006/relationships" r:id="R0f7ccc9e3b3243ae"/>
  </p:notesMasterIdLst>
  <p:sldIdLst>
    <p:sldId xmlns:r="http://schemas.openxmlformats.org/officeDocument/2006/relationships" id="256" r:id="R51d760cdca1e41ee"/>
    <p:sldId xmlns:r="http://schemas.openxmlformats.org/officeDocument/2006/relationships" id="257" r:id="R61c21ab6d8f14d22"/>
    <p:sldId xmlns:r="http://schemas.openxmlformats.org/officeDocument/2006/relationships" id="258" r:id="Rf43945badc9540c0"/>
    <p:sldId xmlns:r="http://schemas.openxmlformats.org/officeDocument/2006/relationships" id="259" r:id="R18d93cb3379e4cd4"/>
    <p:sldId xmlns:r="http://schemas.openxmlformats.org/officeDocument/2006/relationships" id="260" r:id="R705cd46d22ab44c7"/>
    <p:sldId xmlns:r="http://schemas.openxmlformats.org/officeDocument/2006/relationships" id="261" r:id="R97f128e5ab694b58"/>
    <p:sldId xmlns:r="http://schemas.openxmlformats.org/officeDocument/2006/relationships" id="262" r:id="Reebede3030c046c2"/>
    <p:sldId xmlns:r="http://schemas.openxmlformats.org/officeDocument/2006/relationships" id="263" r:id="R2a7b4fe3a61c476a"/>
    <p:sldId xmlns:r="http://schemas.openxmlformats.org/officeDocument/2006/relationships" id="264" r:id="R5972071812f24dd9"/>
    <p:sldId xmlns:r="http://schemas.openxmlformats.org/officeDocument/2006/relationships" id="265" r:id="Re1868d72289449aa"/>
    <p:sldId xmlns:r="http://schemas.openxmlformats.org/officeDocument/2006/relationships" id="266" r:id="R3bee394e6e6149c9"/>
    <p:sldId xmlns:r="http://schemas.openxmlformats.org/officeDocument/2006/relationships" id="267" r:id="R84b03935f04b45c9"/>
    <p:sldId xmlns:r="http://schemas.openxmlformats.org/officeDocument/2006/relationships" id="268" r:id="R42d5cf2a7546441e"/>
    <p:sldId xmlns:r="http://schemas.openxmlformats.org/officeDocument/2006/relationships" id="269" r:id="Rd3955cce592949f8"/>
    <p:sldId xmlns:r="http://schemas.openxmlformats.org/officeDocument/2006/relationships" id="270" r:id="R5c11e6b996e84d61"/>
    <p:sldId xmlns:r="http://schemas.openxmlformats.org/officeDocument/2006/relationships" id="271" r:id="R7d4f50015f744896"/>
    <p:sldId xmlns:r="http://schemas.openxmlformats.org/officeDocument/2006/relationships" id="272" r:id="R32421cdd39c44195"/>
    <p:sldId xmlns:r="http://schemas.openxmlformats.org/officeDocument/2006/relationships" id="273" r:id="Rc77c47d7429449a6"/>
    <p:sldId xmlns:r="http://schemas.openxmlformats.org/officeDocument/2006/relationships" id="274" r:id="Rea198fe1853d4b9d"/>
    <p:sldId xmlns:r="http://schemas.openxmlformats.org/officeDocument/2006/relationships" id="275" r:id="R299e638210524f13"/>
    <p:sldId xmlns:r="http://schemas.openxmlformats.org/officeDocument/2006/relationships" id="276" r:id="R94cc51444d4449a9"/>
    <p:sldId xmlns:r="http://schemas.openxmlformats.org/officeDocument/2006/relationships" id="277" r:id="R46560d82cf214461"/>
    <p:sldId xmlns:r="http://schemas.openxmlformats.org/officeDocument/2006/relationships" id="278" r:id="Rdb1644da23074253"/>
    <p:sldId xmlns:r="http://schemas.openxmlformats.org/officeDocument/2006/relationships" id="279" r:id="Rab097e60050a4829"/>
    <p:sldId xmlns:r="http://schemas.openxmlformats.org/officeDocument/2006/relationships" id="280" r:id="R82efc3b3c2ac4190"/>
    <p:sldId xmlns:r="http://schemas.openxmlformats.org/officeDocument/2006/relationships" id="281" r:id="Rd5188caba7094a04"/>
    <p:sldId xmlns:r="http://schemas.openxmlformats.org/officeDocument/2006/relationships" id="282" r:id="Rfc152922d0934365"/>
    <p:sldId xmlns:r="http://schemas.openxmlformats.org/officeDocument/2006/relationships" id="283" r:id="Rd155e0f668384ab9"/>
    <p:sldId xmlns:r="http://schemas.openxmlformats.org/officeDocument/2006/relationships" id="284" r:id="Rbf9b2e185482434b"/>
    <p:sldId xmlns:r="http://schemas.openxmlformats.org/officeDocument/2006/relationships" id="285" r:id="R0f97ad7cf2424068"/>
    <p:sldId xmlns:r="http://schemas.openxmlformats.org/officeDocument/2006/relationships" id="286" r:id="Rbc5a62e289e84f0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576b1b8edb40d7" /><Relationship Type="http://schemas.openxmlformats.org/officeDocument/2006/relationships/slideMaster" Target="/ppt/slideMasters/slideMaster1.xml" Id="R5ffd33220ebe4433" /><Relationship Type="http://schemas.openxmlformats.org/officeDocument/2006/relationships/notesMaster" Target="/ppt/notesMasters/notesMaster1.xml" Id="R0f7ccc9e3b3243ae" /><Relationship Type="http://schemas.openxmlformats.org/officeDocument/2006/relationships/presProps" Target="/ppt/presProps.xml" Id="R0669900d31ab422d" /><Relationship Type="http://schemas.openxmlformats.org/officeDocument/2006/relationships/tableStyles" Target="/ppt/tableStyles.xml" Id="R3fb320ddcd3f4ff7" /><Relationship Type="http://schemas.openxmlformats.org/officeDocument/2006/relationships/slide" Target="/ppt/slides/slide1.xml" Id="R51d760cdca1e41ee" /><Relationship Type="http://schemas.openxmlformats.org/officeDocument/2006/relationships/slide" Target="/ppt/slides/slide2.xml" Id="R61c21ab6d8f14d22" /><Relationship Type="http://schemas.openxmlformats.org/officeDocument/2006/relationships/slide" Target="/ppt/slides/slide3.xml" Id="Rf43945badc9540c0" /><Relationship Type="http://schemas.openxmlformats.org/officeDocument/2006/relationships/slide" Target="/ppt/slides/slide4.xml" Id="R18d93cb3379e4cd4" /><Relationship Type="http://schemas.openxmlformats.org/officeDocument/2006/relationships/slide" Target="/ppt/slides/slide5.xml" Id="R705cd46d22ab44c7" /><Relationship Type="http://schemas.openxmlformats.org/officeDocument/2006/relationships/slide" Target="/ppt/slides/slide6.xml" Id="R97f128e5ab694b58" /><Relationship Type="http://schemas.openxmlformats.org/officeDocument/2006/relationships/slide" Target="/ppt/slides/slide7.xml" Id="Reebede3030c046c2" /><Relationship Type="http://schemas.openxmlformats.org/officeDocument/2006/relationships/slide" Target="/ppt/slides/slide8.xml" Id="R2a7b4fe3a61c476a" /><Relationship Type="http://schemas.openxmlformats.org/officeDocument/2006/relationships/slide" Target="/ppt/slides/slide9.xml" Id="R5972071812f24dd9" /><Relationship Type="http://schemas.openxmlformats.org/officeDocument/2006/relationships/slide" Target="/ppt/slides/slide10.xml" Id="Re1868d72289449aa" /><Relationship Type="http://schemas.openxmlformats.org/officeDocument/2006/relationships/slide" Target="/ppt/slides/slide11.xml" Id="R3bee394e6e6149c9" /><Relationship Type="http://schemas.openxmlformats.org/officeDocument/2006/relationships/slide" Target="/ppt/slides/slide12.xml" Id="R84b03935f04b45c9" /><Relationship Type="http://schemas.openxmlformats.org/officeDocument/2006/relationships/slide" Target="/ppt/slides/slide13.xml" Id="R42d5cf2a7546441e" /><Relationship Type="http://schemas.openxmlformats.org/officeDocument/2006/relationships/slide" Target="/ppt/slides/slide14.xml" Id="Rd3955cce592949f8" /><Relationship Type="http://schemas.openxmlformats.org/officeDocument/2006/relationships/slide" Target="/ppt/slides/slide15.xml" Id="R5c11e6b996e84d61" /><Relationship Type="http://schemas.openxmlformats.org/officeDocument/2006/relationships/slide" Target="/ppt/slides/slide16.xml" Id="R7d4f50015f744896" /><Relationship Type="http://schemas.openxmlformats.org/officeDocument/2006/relationships/slide" Target="/ppt/slides/slide17.xml" Id="R32421cdd39c44195" /><Relationship Type="http://schemas.openxmlformats.org/officeDocument/2006/relationships/slide" Target="/ppt/slides/slide18.xml" Id="Rc77c47d7429449a6" /><Relationship Type="http://schemas.openxmlformats.org/officeDocument/2006/relationships/slide" Target="/ppt/slides/slide19.xml" Id="Rea198fe1853d4b9d" /><Relationship Type="http://schemas.openxmlformats.org/officeDocument/2006/relationships/slide" Target="/ppt/slides/slide20.xml" Id="R299e638210524f13" /><Relationship Type="http://schemas.openxmlformats.org/officeDocument/2006/relationships/slide" Target="/ppt/slides/slide21.xml" Id="R94cc51444d4449a9" /><Relationship Type="http://schemas.openxmlformats.org/officeDocument/2006/relationships/slide" Target="/ppt/slides/slide22.xml" Id="R46560d82cf214461" /><Relationship Type="http://schemas.openxmlformats.org/officeDocument/2006/relationships/slide" Target="/ppt/slides/slide23.xml" Id="Rdb1644da23074253" /><Relationship Type="http://schemas.openxmlformats.org/officeDocument/2006/relationships/slide" Target="/ppt/slides/slide24.xml" Id="Rab097e60050a4829" /><Relationship Type="http://schemas.openxmlformats.org/officeDocument/2006/relationships/slide" Target="/ppt/slides/slide25.xml" Id="R82efc3b3c2ac4190" /><Relationship Type="http://schemas.openxmlformats.org/officeDocument/2006/relationships/slide" Target="/ppt/slides/slide26.xml" Id="Rd5188caba7094a04" /><Relationship Type="http://schemas.openxmlformats.org/officeDocument/2006/relationships/slide" Target="/ppt/slides/slide27.xml" Id="Rfc152922d0934365" /><Relationship Type="http://schemas.openxmlformats.org/officeDocument/2006/relationships/slide" Target="/ppt/slides/slide28.xml" Id="Rd155e0f668384ab9" /><Relationship Type="http://schemas.openxmlformats.org/officeDocument/2006/relationships/slide" Target="/ppt/slides/slide29.xml" Id="Rbf9b2e185482434b" /><Relationship Type="http://schemas.openxmlformats.org/officeDocument/2006/relationships/slide" Target="/ppt/slides/slide30.xml" Id="R0f97ad7cf2424068" /><Relationship Type="http://schemas.openxmlformats.org/officeDocument/2006/relationships/slide" Target="/ppt/slides/slide31.xml" Id="Rbc5a62e289e84f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46b9d6e6fb45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172252f0d94bdf" /><Relationship Type="http://schemas.openxmlformats.org/officeDocument/2006/relationships/notesMaster" Target="/ppt/notesMasters/notesMaster1.xml" Id="R73ba7150bc2749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0847d4614d4503" /><Relationship Type="http://schemas.openxmlformats.org/officeDocument/2006/relationships/notesMaster" Target="/ppt/notesMasters/notesMaster1.xml" Id="Rbcac4b1b948f44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f3019f941944fe" /><Relationship Type="http://schemas.openxmlformats.org/officeDocument/2006/relationships/notesMaster" Target="/ppt/notesMasters/notesMaster1.xml" Id="R5f90e91532e244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e8007d1bc3499d" /><Relationship Type="http://schemas.openxmlformats.org/officeDocument/2006/relationships/notesMaster" Target="/ppt/notesMasters/notesMaster1.xml" Id="Rde8168bbf1f84c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31b1996e6f45b5" /><Relationship Type="http://schemas.openxmlformats.org/officeDocument/2006/relationships/notesMaster" Target="/ppt/notesMasters/notesMaster1.xml" Id="Re7894f7e574744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c65aa34b7f46d5" /><Relationship Type="http://schemas.openxmlformats.org/officeDocument/2006/relationships/notesMaster" Target="/ppt/notesMasters/notesMaster1.xml" Id="R7b862a1beca440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06ffdceff94cb8" /><Relationship Type="http://schemas.openxmlformats.org/officeDocument/2006/relationships/notesMaster" Target="/ppt/notesMasters/notesMaster1.xml" Id="Rf5f01abc82e644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d534529b4c4729" /><Relationship Type="http://schemas.openxmlformats.org/officeDocument/2006/relationships/notesMaster" Target="/ppt/notesMasters/notesMaster1.xml" Id="R09caa178fcbf48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400c3a1c9c408e" /><Relationship Type="http://schemas.openxmlformats.org/officeDocument/2006/relationships/notesMaster" Target="/ppt/notesMasters/notesMaster1.xml" Id="R0d9771a1a6594b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7730c92c69495d" /><Relationship Type="http://schemas.openxmlformats.org/officeDocument/2006/relationships/notesMaster" Target="/ppt/notesMasters/notesMaster1.xml" Id="R1e47fca1b6714a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89623a0b1340a3" /><Relationship Type="http://schemas.openxmlformats.org/officeDocument/2006/relationships/notesMaster" Target="/ppt/notesMasters/notesMaster1.xml" Id="R0be79a89405d4b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4e5c3f98af4b65" /><Relationship Type="http://schemas.openxmlformats.org/officeDocument/2006/relationships/notesMaster" Target="/ppt/notesMasters/notesMaster1.xml" Id="Rd33cc79f6d8f4b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b6c02b15d04d44" /><Relationship Type="http://schemas.openxmlformats.org/officeDocument/2006/relationships/notesMaster" Target="/ppt/notesMasters/notesMaster1.xml" Id="R9726f10c791944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b258a1eaa7441c" /><Relationship Type="http://schemas.openxmlformats.org/officeDocument/2006/relationships/notesMaster" Target="/ppt/notesMasters/notesMaster1.xml" Id="Rf02ea2d47dd145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5353737ff64864" /><Relationship Type="http://schemas.openxmlformats.org/officeDocument/2006/relationships/notesMaster" Target="/ppt/notesMasters/notesMaster1.xml" Id="Rd5fb922a090e47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3d790186b54630" /><Relationship Type="http://schemas.openxmlformats.org/officeDocument/2006/relationships/notesMaster" Target="/ppt/notesMasters/notesMaster1.xml" Id="R8f8fa5493fec47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648c208ccf45f7" /><Relationship Type="http://schemas.openxmlformats.org/officeDocument/2006/relationships/notesMaster" Target="/ppt/notesMasters/notesMaster1.xml" Id="Rd16b63a14cad44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96d992c26947e6" /><Relationship Type="http://schemas.openxmlformats.org/officeDocument/2006/relationships/notesMaster" Target="/ppt/notesMasters/notesMaster1.xml" Id="R4106a915ebad46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5fedf1cc1554a0b" /><Relationship Type="http://schemas.openxmlformats.org/officeDocument/2006/relationships/notesMaster" Target="/ppt/notesMasters/notesMaster1.xml" Id="R581a79f36a0d46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e69032c60794754" /><Relationship Type="http://schemas.openxmlformats.org/officeDocument/2006/relationships/notesMaster" Target="/ppt/notesMasters/notesMaster1.xml" Id="R3829d38e6beb4db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07ef6edb3534fcc" /><Relationship Type="http://schemas.openxmlformats.org/officeDocument/2006/relationships/notesMaster" Target="/ppt/notesMasters/notesMaster1.xml" Id="R583258b8379b4e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77037b2c814dd7" /><Relationship Type="http://schemas.openxmlformats.org/officeDocument/2006/relationships/notesMaster" Target="/ppt/notesMasters/notesMaster1.xml" Id="R5b25906bb187426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cc95ef607d49a6" /><Relationship Type="http://schemas.openxmlformats.org/officeDocument/2006/relationships/notesMaster" Target="/ppt/notesMasters/notesMaster1.xml" Id="R3efc5055f94641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dc78b90ed264bd7" /><Relationship Type="http://schemas.openxmlformats.org/officeDocument/2006/relationships/notesMaster" Target="/ppt/notesMasters/notesMaster1.xml" Id="Re97216be388646d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1763b4e4e634760" /><Relationship Type="http://schemas.openxmlformats.org/officeDocument/2006/relationships/notesMaster" Target="/ppt/notesMasters/notesMaster1.xml" Id="R2f0f186b0432450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7b4ef2f9a0e4af0" /><Relationship Type="http://schemas.openxmlformats.org/officeDocument/2006/relationships/notesMaster" Target="/ppt/notesMasters/notesMaster1.xml" Id="R759d212f04014fb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a9b0b8ae5f54fff" /><Relationship Type="http://schemas.openxmlformats.org/officeDocument/2006/relationships/notesMaster" Target="/ppt/notesMasters/notesMaster1.xml" Id="R8c6286b019f4446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e548f4dce334b6d" /><Relationship Type="http://schemas.openxmlformats.org/officeDocument/2006/relationships/notesMaster" Target="/ppt/notesMasters/notesMaster1.xml" Id="Raf0735c716da46a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d91f261de7f46f5" /><Relationship Type="http://schemas.openxmlformats.org/officeDocument/2006/relationships/notesMaster" Target="/ppt/notesMasters/notesMaster1.xml" Id="R092204ad94e6462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553bf34b0274620" /><Relationship Type="http://schemas.openxmlformats.org/officeDocument/2006/relationships/notesMaster" Target="/ppt/notesMasters/notesMaster1.xml" Id="R74fb81c23388474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1456669fe1b4ee7" /><Relationship Type="http://schemas.openxmlformats.org/officeDocument/2006/relationships/notesMaster" Target="/ppt/notesMasters/notesMaster1.xml" Id="Ra440d1915d494e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에탄올1 mol은46 g이고 완전 연소할 때1367 kJ를 방출합니다. 따라서1 g당 약29.7 kJ입니다. 수소는 제시된 식의 계수가2이므로571.6 kJ를 먼저2로 나누어1 mol당285.8 kJ를 구합니다. 수소1 mol의 질량은2 g이므로 다시2로 나누면142.9 kJ/g입니다. 수소 계산에서 두 번의 나눗셈은 역할이 다릅니다. 첫 번째는 반응식 계수, 두 번째는 몰질량에 따른 환산이라는 점을 학생에게 설명하게 합니다.</a:t>
            </a:r>
          </a:p>
          <a:p xmlns:a="http://schemas.openxmlformats.org/drawingml/2006/main">
            <a:r>
              <a:t>화면에서 가리킬 순서: 에탄올 식과 상태l→수소 계수2→아래 두 계산</a:t>
            </a:r>
          </a:p>
          <a:p xmlns:a="http://schemas.openxmlformats.org/drawingml/2006/main">
            <a:r>
              <a:t>오개념 점검: 두 번의÷2를 같은 근거라고 설명하지 않는다.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H₂→2H→+436→상승하는 엔탈피</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2H→H₂→−436→하강하는 엔탈피</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7fdc6253b842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3ab53426944b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9301a14c1d41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099a0c56694a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7a5c52fece45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90bd28d40b4e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8CEC32-87D5-4F64-B16C-1467BEF58B9B}"/>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1918F2-6737-400E-9A3E-47C0EB89907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19344D-32D4-4CC2-9D70-473A692982F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BA681E-3B1C-437C-A6DC-98E9910F4DF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12A87EB-80AF-445E-85A1-ED427C158F5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56F57EC-8464-49F7-973F-00EB887C7B8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E5620E-EB81-4DFF-BA5B-5B7E266FA93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B080F4-2C5A-470F-A145-E6779398F5F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D5E29D-FAD4-4759-B465-3F56F3E2E1E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C234FB-44B6-458D-8B08-5E794CF1863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16b81f69254a52" /><Relationship Type="http://schemas.openxmlformats.org/officeDocument/2006/relationships/slideLayout" Target="/ppt/slideLayouts/slideLayout1.xml" Id="R9c645fb35c9a43db" /><Relationship Type="http://schemas.openxmlformats.org/officeDocument/2006/relationships/slideLayout" Target="/ppt/slideLayouts/slideLayout2.xml" Id="Rc24cacc213c246f5" /><Relationship Type="http://schemas.openxmlformats.org/officeDocument/2006/relationships/slideLayout" Target="/ppt/slideLayouts/slideLayout3.xml" Id="Rb0d77db5a05d4da2" /><Relationship Type="http://schemas.openxmlformats.org/officeDocument/2006/relationships/slideLayout" Target="/ppt/slideLayouts/slideLayout4.xml" Id="R8ba007357361496c" /><Relationship Type="http://schemas.openxmlformats.org/officeDocument/2006/relationships/slideLayout" Target="/ppt/slideLayouts/slideLayout5.xml" Id="R76c0556621be4c8a" /><Relationship Type="http://schemas.openxmlformats.org/officeDocument/2006/relationships/slideLayout" Target="/ppt/slideLayouts/slideLayout6.xml" Id="Rd58c8f1616b649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645fb35c9a43db"/>
    <p:sldLayoutId xmlns:r="http://schemas.openxmlformats.org/officeDocument/2006/relationships" id="2147483650" r:id="Rc24cacc213c246f5"/>
    <p:sldLayoutId xmlns:r="http://schemas.openxmlformats.org/officeDocument/2006/relationships" id="2147483651" r:id="Rb0d77db5a05d4da2"/>
    <p:sldLayoutId xmlns:r="http://schemas.openxmlformats.org/officeDocument/2006/relationships" id="2147483652" r:id="R8ba007357361496c"/>
    <p:sldLayoutId xmlns:r="http://schemas.openxmlformats.org/officeDocument/2006/relationships" id="2147483653" r:id="R76c0556621be4c8a"/>
    <p:sldLayoutId xmlns:r="http://schemas.openxmlformats.org/officeDocument/2006/relationships" id="2147483654" r:id="Rd58c8f1616b649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9ef5dfe34b4fbd" /><Relationship Type="http://schemas.openxmlformats.org/officeDocument/2006/relationships/image" Target="/ppt/media/image.png" Id="R57a667e7c8e64fc7" /><Relationship Type="http://schemas.openxmlformats.org/officeDocument/2006/relationships/image" Target="/ppt/media/image2.png" Id="R3d8c388e41aa49f5" /><Relationship Type="http://schemas.openxmlformats.org/officeDocument/2006/relationships/image" Target="/ppt/media/image3.png" Id="R91936f73bdd14bac" /><Relationship Type="http://schemas.openxmlformats.org/officeDocument/2006/relationships/image" Target="/ppt/media/image4.png" Id="R66a3e661ea3c4d30" /><Relationship Type="http://schemas.openxmlformats.org/officeDocument/2006/relationships/notesSlide" Target="/ppt/notesSlides/notesSlide1.xml" Id="Rfafdbafd6d3b44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be222361b24e37" /><Relationship Type="http://schemas.openxmlformats.org/officeDocument/2006/relationships/image" Target="/ppt/media/image5.png" Id="R19029e5c33394a35" /><Relationship Type="http://schemas.openxmlformats.org/officeDocument/2006/relationships/image" Target="/ppt/media/image6.png" Id="Rfd5647abe50b42e7" /><Relationship Type="http://schemas.openxmlformats.org/officeDocument/2006/relationships/image" Target="/ppt/media/image7.png" Id="Rb5525501b7084340" /><Relationship Type="http://schemas.openxmlformats.org/officeDocument/2006/relationships/image" Target="/ppt/media/image8.png" Id="Rd3998a5ef8684302" /><Relationship Type="http://schemas.openxmlformats.org/officeDocument/2006/relationships/image" Target="/ppt/media/image9.png" Id="R0ecd10724daa42a1" /><Relationship Type="http://schemas.openxmlformats.org/officeDocument/2006/relationships/image" Target="/ppt/media/image10.png" Id="Rfbcecc6e77bb444f" /><Relationship Type="http://schemas.openxmlformats.org/officeDocument/2006/relationships/image" Target="/ppt/media/image11.png" Id="R659cd1b94b6d462d" /><Relationship Type="http://schemas.openxmlformats.org/officeDocument/2006/relationships/image" Target="/ppt/media/image12.png" Id="Rd8a1de8fa0134019" /><Relationship Type="http://schemas.openxmlformats.org/officeDocument/2006/relationships/image" Target="/ppt/media/image13.png" Id="Rb789eac354864803" /><Relationship Type="http://schemas.openxmlformats.org/officeDocument/2006/relationships/notesSlide" Target="/ppt/notesSlides/notesSlide2.xml" Id="Rf635fb3ea89c42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50ae5e1ed784ab3" /><Relationship Type="http://schemas.openxmlformats.org/officeDocument/2006/relationships/image" Target="/ppt/media/image14.png" Id="Rd259266a655141e9" /><Relationship Type="http://schemas.openxmlformats.org/officeDocument/2006/relationships/image" Target="/ppt/media/image15.png" Id="Rd28e24449d83468d" /><Relationship Type="http://schemas.openxmlformats.org/officeDocument/2006/relationships/image" Target="/ppt/media/image16.png" Id="R07e8c3e9def74d14" /><Relationship Type="http://schemas.openxmlformats.org/officeDocument/2006/relationships/notesSlide" Target="/ppt/notesSlides/notesSlide3.xml" Id="R4d5781ebcbb446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bf00c017034772" /><Relationship Type="http://schemas.openxmlformats.org/officeDocument/2006/relationships/image" Target="/ppt/media/image17.png" Id="Ra16e38764c174197" /><Relationship Type="http://schemas.openxmlformats.org/officeDocument/2006/relationships/image" Target="/ppt/media/image18.png" Id="R652020757b954ff1" /><Relationship Type="http://schemas.openxmlformats.org/officeDocument/2006/relationships/notesSlide" Target="/ppt/notesSlides/notesSlide4.xml" Id="R8e5860e7e20946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f330f2972c4a2f" /><Relationship Type="http://schemas.openxmlformats.org/officeDocument/2006/relationships/image" Target="/ppt/media/image19.png" Id="R3879aa3e71b541c6" /><Relationship Type="http://schemas.openxmlformats.org/officeDocument/2006/relationships/image" Target="/ppt/media/image20.png" Id="R7aa9eadaf5204e99" /><Relationship Type="http://schemas.openxmlformats.org/officeDocument/2006/relationships/notesSlide" Target="/ppt/notesSlides/notesSlide5.xml" Id="R40c1e6aea0724a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fa5776a37244e7" /><Relationship Type="http://schemas.openxmlformats.org/officeDocument/2006/relationships/image" Target="/ppt/media/image21.png" Id="R764a4bb0a58646ee" /><Relationship Type="http://schemas.openxmlformats.org/officeDocument/2006/relationships/image" Target="/ppt/media/image22.png" Id="R3ecf180d40cd48f2" /><Relationship Type="http://schemas.openxmlformats.org/officeDocument/2006/relationships/image" Target="/ppt/media/image23.png" Id="R7555500e14214191" /><Relationship Type="http://schemas.openxmlformats.org/officeDocument/2006/relationships/notesSlide" Target="/ppt/notesSlides/notesSlide6.xml" Id="Rc20be56cc92c4a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e48b5153744339" /><Relationship Type="http://schemas.openxmlformats.org/officeDocument/2006/relationships/image" Target="/ppt/media/image24.png" Id="Ra7931b4c93f44e8b" /><Relationship Type="http://schemas.openxmlformats.org/officeDocument/2006/relationships/image" Target="/ppt/media/image25.png" Id="R08909a5ba9164fe0" /><Relationship Type="http://schemas.openxmlformats.org/officeDocument/2006/relationships/image" Target="/ppt/media/image26.png" Id="R9d691c719ccf4188" /><Relationship Type="http://schemas.openxmlformats.org/officeDocument/2006/relationships/notesSlide" Target="/ppt/notesSlides/notesSlide7.xml" Id="R3a41ee73621146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153fd0128f461e" /><Relationship Type="http://schemas.openxmlformats.org/officeDocument/2006/relationships/image" Target="/ppt/media/image27.png" Id="Ra3c5f47139ad4fc2" /><Relationship Type="http://schemas.openxmlformats.org/officeDocument/2006/relationships/image" Target="/ppt/media/image28.png" Id="R59758560ba0f4848" /><Relationship Type="http://schemas.openxmlformats.org/officeDocument/2006/relationships/notesSlide" Target="/ppt/notesSlides/notesSlide8.xml" Id="R67961f15116442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8a5e3b7fbc4278" /><Relationship Type="http://schemas.openxmlformats.org/officeDocument/2006/relationships/image" Target="/ppt/media/image29.png" Id="Rb206bd7853fd43dc" /><Relationship Type="http://schemas.openxmlformats.org/officeDocument/2006/relationships/image" Target="/ppt/media/image30.png" Id="R3458a1017ed64cef" /><Relationship Type="http://schemas.openxmlformats.org/officeDocument/2006/relationships/notesSlide" Target="/ppt/notesSlides/notesSlide9.xml" Id="R0a8f81a252a14e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2819783d544fc9" /><Relationship Type="http://schemas.openxmlformats.org/officeDocument/2006/relationships/image" Target="/ppt/media/image31.png" Id="R29a3538815aa4b2e" /><Relationship Type="http://schemas.openxmlformats.org/officeDocument/2006/relationships/image" Target="/ppt/media/image32.png" Id="Re759eba4fa5447c8" /><Relationship Type="http://schemas.openxmlformats.org/officeDocument/2006/relationships/image" Target="/ppt/media/image33.png" Id="R442e085ec1ff4a06" /><Relationship Type="http://schemas.openxmlformats.org/officeDocument/2006/relationships/notesSlide" Target="/ppt/notesSlides/notesSlide10.xml" Id="Rd3aa0b4f4b024a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4ab09ce4c14aeb" /><Relationship Type="http://schemas.openxmlformats.org/officeDocument/2006/relationships/image" Target="/ppt/media/image34.png" Id="R1b031f00dbe647d7" /><Relationship Type="http://schemas.openxmlformats.org/officeDocument/2006/relationships/image" Target="/ppt/media/image35.png" Id="R4757ea9315c44f57" /><Relationship Type="http://schemas.openxmlformats.org/officeDocument/2006/relationships/notesSlide" Target="/ppt/notesSlides/notesSlide11.xml" Id="Raf823879c4ff4e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dfedfea82f64815" /><Relationship Type="http://schemas.openxmlformats.org/officeDocument/2006/relationships/image" Target="/ppt/media/image36.png" Id="R37263f0d2e634631" /><Relationship Type="http://schemas.openxmlformats.org/officeDocument/2006/relationships/image" Target="/ppt/media/image37.png" Id="Rb1451f3033264741" /><Relationship Type="http://schemas.openxmlformats.org/officeDocument/2006/relationships/image" Target="/ppt/media/image38.png" Id="R5892111be28846de" /><Relationship Type="http://schemas.openxmlformats.org/officeDocument/2006/relationships/notesSlide" Target="/ppt/notesSlides/notesSlide12.xml" Id="R3828b274a01147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e3f59d43fb43bd" /><Relationship Type="http://schemas.openxmlformats.org/officeDocument/2006/relationships/image" Target="/ppt/media/image39.png" Id="Rde026778184847f9" /><Relationship Type="http://schemas.openxmlformats.org/officeDocument/2006/relationships/image" Target="/ppt/media/image40.png" Id="Rc5fca523bbfd4f31" /><Relationship Type="http://schemas.openxmlformats.org/officeDocument/2006/relationships/notesSlide" Target="/ppt/notesSlides/notesSlide13.xml" Id="R6464b52ecf2142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89e6d3233a04a3d" /><Relationship Type="http://schemas.openxmlformats.org/officeDocument/2006/relationships/image" Target="/ppt/media/image41.png" Id="R544b817573c54289" /><Relationship Type="http://schemas.openxmlformats.org/officeDocument/2006/relationships/image" Target="/ppt/media/image42.png" Id="R3bcac7acaf204962" /><Relationship Type="http://schemas.openxmlformats.org/officeDocument/2006/relationships/notesSlide" Target="/ppt/notesSlides/notesSlide14.xml" Id="R83f12dcf77b74c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a8bb1ec0d68426a" /><Relationship Type="http://schemas.openxmlformats.org/officeDocument/2006/relationships/image" Target="/ppt/media/image43.png" Id="R969f2651a5d8483c" /><Relationship Type="http://schemas.openxmlformats.org/officeDocument/2006/relationships/image" Target="/ppt/media/image44.png" Id="R1d8568190ff14c02" /><Relationship Type="http://schemas.openxmlformats.org/officeDocument/2006/relationships/image" Target="/ppt/media/image45.png" Id="R1ee0418e19bb4ff8" /><Relationship Type="http://schemas.openxmlformats.org/officeDocument/2006/relationships/notesSlide" Target="/ppt/notesSlides/notesSlide15.xml" Id="R0fce44c62e2941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51cc5a8f18344c8" /><Relationship Type="http://schemas.openxmlformats.org/officeDocument/2006/relationships/image" Target="/ppt/media/image46.png" Id="R6ae874d9536a4e0e" /><Relationship Type="http://schemas.openxmlformats.org/officeDocument/2006/relationships/image" Target="/ppt/media/image47.png" Id="R7e232462a92c489a" /><Relationship Type="http://schemas.openxmlformats.org/officeDocument/2006/relationships/image" Target="/ppt/media/image48.png" Id="R839c7f6932414fe5" /><Relationship Type="http://schemas.openxmlformats.org/officeDocument/2006/relationships/notesSlide" Target="/ppt/notesSlides/notesSlide16.xml" Id="Rf7c059d4633e420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bfa376463c41c4" /><Relationship Type="http://schemas.openxmlformats.org/officeDocument/2006/relationships/image" Target="/ppt/media/image49.png" Id="R9d8c9af277ec4ebc" /><Relationship Type="http://schemas.openxmlformats.org/officeDocument/2006/relationships/notesSlide" Target="/ppt/notesSlides/notesSlide17.xml" Id="R7ef2203c550740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8115f3b4a0744f1" /><Relationship Type="http://schemas.openxmlformats.org/officeDocument/2006/relationships/image" Target="/ppt/media/image50.png" Id="R6514472e17a842e0" /><Relationship Type="http://schemas.openxmlformats.org/officeDocument/2006/relationships/image" Target="/ppt/media/image51.png" Id="R7ee81994cf5b4efb" /><Relationship Type="http://schemas.openxmlformats.org/officeDocument/2006/relationships/image" Target="/ppt/media/image52.png" Id="R9ffa6caf6ece4cab" /><Relationship Type="http://schemas.openxmlformats.org/officeDocument/2006/relationships/image" Target="/ppt/media/image53.png" Id="R6fcbee99a9554c5b" /><Relationship Type="http://schemas.openxmlformats.org/officeDocument/2006/relationships/notesSlide" Target="/ppt/notesSlides/notesSlide18.xml" Id="R4b4310c70ac84fa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ee2070bfeff464f" /><Relationship Type="http://schemas.openxmlformats.org/officeDocument/2006/relationships/image" Target="/ppt/media/image54.png" Id="Rcb94c5706f0f429a" /><Relationship Type="http://schemas.openxmlformats.org/officeDocument/2006/relationships/image" Target="/ppt/media/image55.png" Id="Rb0669711a93c4fd4" /><Relationship Type="http://schemas.openxmlformats.org/officeDocument/2006/relationships/notesSlide" Target="/ppt/notesSlides/notesSlide19.xml" Id="R6125a818a2aa4f1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f2283fd328749d2" /><Relationship Type="http://schemas.openxmlformats.org/officeDocument/2006/relationships/image" Target="/ppt/media/image56.png" Id="Rd2cbe778f9b54ff1" /><Relationship Type="http://schemas.openxmlformats.org/officeDocument/2006/relationships/image" Target="/ppt/media/image57.png" Id="Re5d06ec5d5d54e0f" /><Relationship Type="http://schemas.openxmlformats.org/officeDocument/2006/relationships/notesSlide" Target="/ppt/notesSlides/notesSlide20.xml" Id="R2550352712354e4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fdeb67027834b96" /><Relationship Type="http://schemas.openxmlformats.org/officeDocument/2006/relationships/image" Target="/ppt/media/image58.png" Id="Raa7b392976b448f0" /><Relationship Type="http://schemas.openxmlformats.org/officeDocument/2006/relationships/image" Target="/ppt/media/image59.png" Id="R75da5d9177cb407b" /><Relationship Type="http://schemas.openxmlformats.org/officeDocument/2006/relationships/notesSlide" Target="/ppt/notesSlides/notesSlide21.xml" Id="R2991798991144f4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072fef5534a4c0d" /><Relationship Type="http://schemas.openxmlformats.org/officeDocument/2006/relationships/image" Target="/ppt/media/image60.png" Id="R2cd91821287141ee" /><Relationship Type="http://schemas.openxmlformats.org/officeDocument/2006/relationships/image" Target="/ppt/media/image61.png" Id="R68ea0c8bcd954450" /><Relationship Type="http://schemas.openxmlformats.org/officeDocument/2006/relationships/notesSlide" Target="/ppt/notesSlides/notesSlide22.xml" Id="R9065be9ebc2e46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474015d03864a58" /><Relationship Type="http://schemas.openxmlformats.org/officeDocument/2006/relationships/image" Target="/ppt/media/image62.png" Id="R79ae8a8bf8bf4565" /><Relationship Type="http://schemas.openxmlformats.org/officeDocument/2006/relationships/image" Target="/ppt/media/image63.png" Id="Recbde88a05cf425c" /><Relationship Type="http://schemas.openxmlformats.org/officeDocument/2006/relationships/image" Target="/ppt/media/image64.png" Id="R83b505b7b8af4411" /><Relationship Type="http://schemas.openxmlformats.org/officeDocument/2006/relationships/notesSlide" Target="/ppt/notesSlides/notesSlide23.xml" Id="R604271fd91254d4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8e5a7e3cdd84d43" /><Relationship Type="http://schemas.openxmlformats.org/officeDocument/2006/relationships/image" Target="/ppt/media/image65.png" Id="Ra0760faccbc9490a" /><Relationship Type="http://schemas.openxmlformats.org/officeDocument/2006/relationships/image" Target="/ppt/media/image66.png" Id="R66723e885e8444b9" /><Relationship Type="http://schemas.openxmlformats.org/officeDocument/2006/relationships/notesSlide" Target="/ppt/notesSlides/notesSlide24.xml" Id="R6040a9dc5365480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2e1fff60c7349eb" /><Relationship Type="http://schemas.openxmlformats.org/officeDocument/2006/relationships/image" Target="/ppt/media/image67.png" Id="R2fc39d590b7545b4" /><Relationship Type="http://schemas.openxmlformats.org/officeDocument/2006/relationships/image" Target="/ppt/media/image68.png" Id="Rd9f1658db6584391" /><Relationship Type="http://schemas.openxmlformats.org/officeDocument/2006/relationships/notesSlide" Target="/ppt/notesSlides/notesSlide25.xml" Id="R890296c4b246430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e3c483f434c49fb" /><Relationship Type="http://schemas.openxmlformats.org/officeDocument/2006/relationships/image" Target="/ppt/media/image69.png" Id="R76ea187287b14a10" /><Relationship Type="http://schemas.openxmlformats.org/officeDocument/2006/relationships/image" Target="/ppt/media/image70.png" Id="Rc59e22131e89445b" /><Relationship Type="http://schemas.openxmlformats.org/officeDocument/2006/relationships/image" Target="/ppt/media/image71.png" Id="R97a051dee6f346b6" /><Relationship Type="http://schemas.openxmlformats.org/officeDocument/2006/relationships/notesSlide" Target="/ppt/notesSlides/notesSlide26.xml" Id="Re4045884edad42c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86715271d8042d0" /><Relationship Type="http://schemas.openxmlformats.org/officeDocument/2006/relationships/image" Target="/ppt/media/image72.png" Id="R90e377ed3d3d47aa" /><Relationship Type="http://schemas.openxmlformats.org/officeDocument/2006/relationships/notesSlide" Target="/ppt/notesSlides/notesSlide27.xml" Id="Rdb729cb1e6c5423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27eb2ad24e64235" /><Relationship Type="http://schemas.openxmlformats.org/officeDocument/2006/relationships/image" Target="/ppt/media/image73.png" Id="R973324ce909b4255" /><Relationship Type="http://schemas.openxmlformats.org/officeDocument/2006/relationships/image" Target="/ppt/media/image74.png" Id="R1a75b902d9ec426b" /><Relationship Type="http://schemas.openxmlformats.org/officeDocument/2006/relationships/notesSlide" Target="/ppt/notesSlides/notesSlide28.xml" Id="R0fac20c9e3cd42d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7c6ee4d364a405b" /><Relationship Type="http://schemas.openxmlformats.org/officeDocument/2006/relationships/image" Target="/ppt/media/image75.png" Id="R159b4a3312f54480" /><Relationship Type="http://schemas.openxmlformats.org/officeDocument/2006/relationships/image" Target="/ppt/media/image76.png" Id="Rc5900f0eee82415a" /><Relationship Type="http://schemas.openxmlformats.org/officeDocument/2006/relationships/notesSlide" Target="/ppt/notesSlides/notesSlide29.xml" Id="R69b2e1d590cd4fe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e36e29e0e354de7" /><Relationship Type="http://schemas.openxmlformats.org/officeDocument/2006/relationships/image" Target="/ppt/media/image77.png" Id="R3d6b0450e8ca4898" /><Relationship Type="http://schemas.openxmlformats.org/officeDocument/2006/relationships/notesSlide" Target="/ppt/notesSlides/notesSlide30.xml" Id="Rce0016ff43ac412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db3b1d4037d4ebc" /><Relationship Type="http://schemas.openxmlformats.org/officeDocument/2006/relationships/image" Target="/ppt/media/image78.png" Id="Ra599110c386d472a" /><Relationship Type="http://schemas.openxmlformats.org/officeDocument/2006/relationships/image" Target="/ppt/media/image79.png" Id="Ref07f6117e11476e" /><Relationship Type="http://schemas.openxmlformats.org/officeDocument/2006/relationships/notesSlide" Target="/ppt/notesSlides/notesSlide31.xml" Id="Ref3ef2969cb34970"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750402F3-6299-48BC-B0D2-3F3DCB04C4E5}"/>
              </a:ext>
            </a:extLst>
          </p:cNvPr>
          <p:cNvPicPr>
            <a:picLocks noChangeAspect="1"/>
          </p:cNvPicPr>
          <p:nvPr/>
        </p:nvPicPr>
        <p:blipFill>
          <a:blip ns3:embed="R57a667e7c8e64fc7"/>
          <a:stretch/>
        </p:blipFill>
        <p:spPr>
          <a:xfrm>
            <a:off x="4859" y="0"/>
            <a:ext cx="18278283" cy="10287000"/>
          </a:xfrm>
          <a:prstGeom prst="rect">
            <a:avLst/>
          </a:prstGeom>
        </p:spPr>
      </p:pic>
      <p:sp>
        <p:nvSpPr>
          <p:cNvPr id="2" name="reference_green_fade">
            <a:extLst>
              <a:ext uri="{FF2B5EF4-FFF2-40B4-BE49-F238E27FC236}">
                <ns2:creationId id="{31D98E11-1FC4-4D0E-8B31-E1F15412A6E5}"/>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EE1018E5-155C-4FF0-A52A-4AFCA5CD8762}"/>
              </a:ext>
            </a:extLst>
          </p:cNvPr>
          <p:cNvPicPr>
            <a:picLocks noChangeAspect="1"/>
          </p:cNvPicPr>
          <p:nvPr/>
        </p:nvPicPr>
        <p:blipFill>
          <a:blip ns3:embed="R3d8c388e41aa49f5"/>
          <a:stretch/>
        </p:blipFill>
        <p:spPr>
          <a:xfrm>
            <a:off x="16941800" y="382588"/>
            <a:ext cx="1028700" cy="733425"/>
          </a:xfrm>
          <a:prstGeom prst="rect">
            <a:avLst/>
          </a:prstGeom>
        </p:spPr>
      </p:pic>
      <p:sp>
        <p:nvSpPr>
          <p:cNvPr id="4" name="copyright">
            <a:extLst>
              <a:ext uri="{FF2B5EF4-FFF2-40B4-BE49-F238E27FC236}">
                <ns2:creationId id="{020B93CD-DBC9-4F23-A7FF-A3063A50D2D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9FFC751C-8D56-48DA-ACA5-B6031D24436D}"/>
              </a:ext>
            </a:extLst>
          </p:cNvPr>
          <p:cNvPicPr>
            <a:picLocks noChangeAspect="1"/>
          </p:cNvPicPr>
          <p:nvPr/>
        </p:nvPicPr>
        <p:blipFill>
          <a:blip ns3:embed="R91936f73bdd14bac"/>
          <a:stretch/>
        </p:blipFill>
        <p:spPr>
          <a:xfrm>
            <a:off x="1320800" y="5207000"/>
            <a:ext cx="1447800" cy="609600"/>
          </a:xfrm>
          <a:prstGeom prst="rect">
            <a:avLst/>
          </a:prstGeom>
        </p:spPr>
      </p:pic>
      <p:pic>
        <p:nvPicPr>
          <p:cNvPr id="6" name="">
            <a:extLst>
              <a:ext uri="{FF2B5EF4-FFF2-40B4-BE49-F238E27FC236}">
                <ns2:creationId id="{04450A33-B8E1-4B63-A5F6-832B25FF0A14}"/>
              </a:ext>
            </a:extLst>
          </p:cNvPr>
          <p:cNvPicPr>
            <a:picLocks noChangeAspect="1"/>
          </p:cNvPicPr>
          <p:nvPr/>
        </p:nvPicPr>
        <p:blipFill>
          <a:blip ns3:embed="R66a3e661ea3c4d30"/>
          <a:stretch/>
        </p:blipFill>
        <p:spPr>
          <a:xfrm>
            <a:off x="15252700" y="410251"/>
            <a:ext cx="1473200" cy="627298"/>
          </a:xfrm>
          <a:prstGeom prst="rect">
            <a:avLst/>
          </a:prstGeom>
        </p:spPr>
      </p:pic>
      <p:sp>
        <p:nvSpPr>
          <p:cNvPr id="7" name="title-line0">
            <a:extLst>
              <a:ext uri="{FF2B5EF4-FFF2-40B4-BE49-F238E27FC236}">
                <ns2:creationId id="{52D8982B-3402-4D65-B702-EBBCC7716BE1}"/>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0F35F613-1EE7-4ADF-981E-10E917BC03A5}"/>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45AB9849-0821-478E-BA00-577C103E24DE}"/>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402793038"/>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C04B0F55-4512-43E4-A7E4-968EC4E0FD31}"/>
              </a:ext>
            </a:extLst>
          </p:cNvPr>
          <p:cNvPicPr>
            <a:picLocks noChangeAspect="1"/>
          </p:cNvPicPr>
          <p:nvPr/>
        </p:nvPicPr>
        <p:blipFill>
          <a:blip ns3:embed="R19029e5c33394a35"/>
          <a:stretch/>
        </p:blipFill>
        <p:spPr>
          <a:xfrm>
            <a:off x="1981200" y="4205950"/>
            <a:ext cx="13017500" cy="3792800"/>
          </a:xfrm>
          <a:prstGeom prst="rect">
            <a:avLst/>
          </a:prstGeom>
        </p:spPr>
      </p:pic>
      <p:pic>
        <p:nvPicPr>
          <p:cNvPr id="2" name="">
            <a:extLst>
              <a:ext uri="{FF2B5EF4-FFF2-40B4-BE49-F238E27FC236}">
                <ns2:creationId id="{251704E2-4C12-45AF-ADD1-1932CB1D087E}"/>
              </a:ext>
            </a:extLst>
          </p:cNvPr>
          <p:cNvPicPr>
            <a:picLocks noChangeAspect="1"/>
          </p:cNvPicPr>
          <p:nvPr/>
        </p:nvPicPr>
        <p:blipFill>
          <a:blip ns3:embed="Rfd5647abe50b42e7"/>
          <a:stretch/>
        </p:blipFill>
        <p:spPr>
          <a:xfrm>
            <a:off x="4321175" y="4800600"/>
            <a:ext cx="2419350" cy="1981200"/>
          </a:xfrm>
          <a:prstGeom prst="rect">
            <a:avLst/>
          </a:prstGeom>
        </p:spPr>
      </p:pic>
      <p:pic>
        <p:nvPicPr>
          <p:cNvPr id="3" name="">
            <a:extLst>
              <a:ext uri="{FF2B5EF4-FFF2-40B4-BE49-F238E27FC236}">
                <ns2:creationId id="{BC902532-CB3E-452F-B68B-747BFD614B9A}"/>
              </a:ext>
            </a:extLst>
          </p:cNvPr>
          <p:cNvPicPr>
            <a:picLocks noChangeAspect="1"/>
          </p:cNvPicPr>
          <p:nvPr/>
        </p:nvPicPr>
        <p:blipFill>
          <a:blip ns3:embed="Rb5525501b7084340"/>
          <a:stretch/>
        </p:blipFill>
        <p:spPr>
          <a:xfrm>
            <a:off x="8004175" y="4800600"/>
            <a:ext cx="2419350" cy="1981200"/>
          </a:xfrm>
          <a:prstGeom prst="rect">
            <a:avLst/>
          </a:prstGeom>
        </p:spPr>
      </p:pic>
      <p:pic>
        <p:nvPicPr>
          <p:cNvPr id="4" name="">
            <a:extLst>
              <a:ext uri="{FF2B5EF4-FFF2-40B4-BE49-F238E27FC236}">
                <ns2:creationId id="{7BE6F787-2B4D-4D6C-8A96-67A83C210ACA}"/>
              </a:ext>
            </a:extLst>
          </p:cNvPr>
          <p:cNvPicPr>
            <a:picLocks noChangeAspect="1"/>
          </p:cNvPicPr>
          <p:nvPr/>
        </p:nvPicPr>
        <p:blipFill>
          <a:blip ns3:embed="Rd3998a5ef8684302"/>
          <a:stretch/>
        </p:blipFill>
        <p:spPr>
          <a:xfrm>
            <a:off x="11696700" y="4788250"/>
            <a:ext cx="2425700" cy="2158300"/>
          </a:xfrm>
          <a:prstGeom prst="rect">
            <a:avLst/>
          </a:prstGeom>
        </p:spPr>
      </p:pic>
      <p:pic>
        <p:nvPicPr>
          <p:cNvPr id="5" name="">
            <a:extLst>
              <a:ext uri="{FF2B5EF4-FFF2-40B4-BE49-F238E27FC236}">
                <ns2:creationId id="{037E8B94-2962-4977-996F-3EA3CC03E75D}"/>
              </a:ext>
            </a:extLst>
          </p:cNvPr>
          <p:cNvPicPr>
            <a:picLocks noChangeAspect="1"/>
          </p:cNvPicPr>
          <p:nvPr/>
        </p:nvPicPr>
        <p:blipFill>
          <a:blip ns3:embed="R0ecd10724daa42a1"/>
          <a:stretch/>
        </p:blipFill>
        <p:spPr>
          <a:xfrm>
            <a:off x="14834480" y="4203700"/>
            <a:ext cx="353840" cy="1587500"/>
          </a:xfrm>
          <a:prstGeom prst="rect">
            <a:avLst/>
          </a:prstGeom>
        </p:spPr>
      </p:pic>
      <p:pic>
        <p:nvPicPr>
          <p:cNvPr id="6" name="">
            <a:extLst>
              <a:ext uri="{FF2B5EF4-FFF2-40B4-BE49-F238E27FC236}">
                <ns2:creationId id="{108C234D-3A95-4677-927D-37A7C387971C}"/>
              </a:ext>
            </a:extLst>
          </p:cNvPr>
          <p:cNvPicPr>
            <a:picLocks noChangeAspect="1"/>
          </p:cNvPicPr>
          <p:nvPr/>
        </p:nvPicPr>
        <p:blipFill>
          <a:blip ns3:embed="Rfbcecc6e77bb444f"/>
          <a:stretch/>
        </p:blipFill>
        <p:spPr>
          <a:xfrm>
            <a:off x="14644856" y="4330700"/>
            <a:ext cx="402887" cy="901700"/>
          </a:xfrm>
          <a:prstGeom prst="rect">
            <a:avLst/>
          </a:prstGeom>
        </p:spPr>
      </p:pic>
      <p:pic>
        <p:nvPicPr>
          <p:cNvPr id="7" name="">
            <a:extLst>
              <a:ext uri="{FF2B5EF4-FFF2-40B4-BE49-F238E27FC236}">
                <ns2:creationId id="{C37949BA-7E0C-4B04-9020-96C29632E8A2}"/>
              </a:ext>
            </a:extLst>
          </p:cNvPr>
          <p:cNvPicPr>
            <a:picLocks noChangeAspect="1"/>
          </p:cNvPicPr>
          <p:nvPr/>
        </p:nvPicPr>
        <p:blipFill>
          <a:blip ns3:embed="R659cd1b94b6d462d"/>
          <a:stretch/>
        </p:blipFill>
        <p:spPr>
          <a:xfrm>
            <a:off x="14644856" y="7099300"/>
            <a:ext cx="402887" cy="901700"/>
          </a:xfrm>
          <a:prstGeom prst="rect">
            <a:avLst/>
          </a:prstGeom>
        </p:spPr>
      </p:pic>
      <p:pic>
        <p:nvPicPr>
          <p:cNvPr id="8" name="">
            <a:extLst>
              <a:ext uri="{FF2B5EF4-FFF2-40B4-BE49-F238E27FC236}">
                <ns2:creationId id="{A8D57FFE-1A93-4F74-91ED-5DD38E178FC3}"/>
              </a:ext>
            </a:extLst>
          </p:cNvPr>
          <p:cNvPicPr>
            <a:picLocks noChangeAspect="1"/>
          </p:cNvPicPr>
          <p:nvPr/>
        </p:nvPicPr>
        <p:blipFill>
          <a:blip ns3:embed="Rd8a1de8fa0134019"/>
          <a:stretch/>
        </p:blipFill>
        <p:spPr>
          <a:xfrm>
            <a:off x="14784556" y="6667500"/>
            <a:ext cx="402887" cy="901700"/>
          </a:xfrm>
          <a:prstGeom prst="rect">
            <a:avLst/>
          </a:prstGeom>
        </p:spPr>
      </p:pic>
      <p:pic>
        <p:nvPicPr>
          <p:cNvPr id="9" name="">
            <a:extLst>
              <a:ext uri="{FF2B5EF4-FFF2-40B4-BE49-F238E27FC236}">
                <ns2:creationId id="{573D7610-EBAF-4886-A9C6-C59E02791EB7}"/>
              </a:ext>
            </a:extLst>
          </p:cNvPr>
          <p:cNvPicPr>
            <a:picLocks noChangeAspect="1"/>
          </p:cNvPicPr>
          <p:nvPr/>
        </p:nvPicPr>
        <p:blipFill>
          <a:blip ns3:embed="Rb789eac354864803"/>
          <a:stretch/>
        </p:blipFill>
        <p:spPr>
          <a:xfrm>
            <a:off x="16941800" y="382588"/>
            <a:ext cx="1028700" cy="733425"/>
          </a:xfrm>
          <a:prstGeom prst="rect">
            <a:avLst/>
          </a:prstGeom>
        </p:spPr>
      </p:pic>
      <p:sp>
        <p:nvSpPr>
          <p:cNvPr id="10" name="copyright">
            <a:extLst>
              <a:ext uri="{FF2B5EF4-FFF2-40B4-BE49-F238E27FC236}">
                <ns2:creationId id="{C8B2A592-51B0-4EA4-B6E1-6CA113DCAA4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5E1F9854-D498-4547-B59F-DEF66B898B0C}"/>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E78F8B9B-019A-4CC9-8762-F90764407A50}"/>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1798F361-22AF-4BB0-AEB0-C240C5076B2D}"/>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D4D527CD-0E51-409E-923D-06FD4174CF0E}"/>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F30DD683-4C77-4A77-8693-2B21DF0C9B17}"/>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CE06A778-E911-46AB-B186-8A54C207A07B}"/>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33089EE8-38D7-46B8-B6C7-4ECBE3F2A089}"/>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73BA6BD8-7D12-4929-968B-207A6A640CDA}"/>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B95EF1F0-515B-4619-99FE-07C23A9A49BA}"/>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9BD4E574-A34A-4009-B549-6FD9244456BC}"/>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1010160768"/>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0B79ADF0-C4D7-4291-99A6-050D7E3F7845}"/>
              </a:ext>
            </a:extLst>
          </p:cNvPr>
          <p:cNvPicPr>
            <a:picLocks noChangeAspect="1"/>
          </p:cNvPicPr>
          <p:nvPr/>
        </p:nvPicPr>
        <p:blipFill>
          <a:blip ns3:embed="Rd259266a655141e9"/>
          <a:stretch/>
        </p:blipFill>
        <p:spPr>
          <a:xfrm>
            <a:off x="1482979" y="4038600"/>
            <a:ext cx="15322041" cy="3683000"/>
          </a:xfrm>
          <a:prstGeom prst="rect">
            <a:avLst/>
          </a:prstGeom>
        </p:spPr>
      </p:pic>
      <p:pic>
        <p:nvPicPr>
          <p:cNvPr id="2" name="">
            <a:extLst>
              <a:ext uri="{FF2B5EF4-FFF2-40B4-BE49-F238E27FC236}">
                <ns2:creationId id="{CAE50D8E-7960-4AF5-9906-7905A63B3CEF}"/>
              </a:ext>
            </a:extLst>
          </p:cNvPr>
          <p:cNvPicPr>
            <a:picLocks noChangeAspect="1"/>
          </p:cNvPicPr>
          <p:nvPr/>
        </p:nvPicPr>
        <p:blipFill>
          <a:blip ns3:embed="Rd28e24449d83468d"/>
          <a:stretch/>
        </p:blipFill>
        <p:spPr>
          <a:xfrm>
            <a:off x="15914688" y="5372100"/>
            <a:ext cx="2066925" cy="4381500"/>
          </a:xfrm>
          <a:prstGeom prst="rect">
            <a:avLst/>
          </a:prstGeom>
        </p:spPr>
      </p:pic>
      <p:pic>
        <p:nvPicPr>
          <p:cNvPr id="3" name="">
            <a:extLst>
              <a:ext uri="{FF2B5EF4-FFF2-40B4-BE49-F238E27FC236}">
                <ns2:creationId id="{CBBDA888-3CA4-4970-9582-A575C9E9488A}"/>
              </a:ext>
            </a:extLst>
          </p:cNvPr>
          <p:cNvPicPr>
            <a:picLocks noChangeAspect="1"/>
          </p:cNvPicPr>
          <p:nvPr/>
        </p:nvPicPr>
        <p:blipFill>
          <a:blip ns3:embed="R07e8c3e9def74d14"/>
          <a:stretch/>
        </p:blipFill>
        <p:spPr>
          <a:xfrm>
            <a:off x="16941800" y="382588"/>
            <a:ext cx="1028700" cy="733425"/>
          </a:xfrm>
          <a:prstGeom prst="rect">
            <a:avLst/>
          </a:prstGeom>
        </p:spPr>
      </p:pic>
      <p:sp>
        <p:nvSpPr>
          <p:cNvPr id="4" name="copyright">
            <a:extLst>
              <a:ext uri="{FF2B5EF4-FFF2-40B4-BE49-F238E27FC236}">
                <ns2:creationId id="{C88F9351-2304-47B5-B7EB-C82AD8D7C649}"/>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762C7164-A627-4E6C-BF08-00B28AC4C106}"/>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B32495C6-26AF-4F03-93C2-8C7FE6A69138}"/>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8D0B3A0C-2509-4794-A3A6-CB5115E3C347}"/>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76B84393-FE0B-43CB-B6B7-F19D232AC0EF}"/>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B09B07BD-FCAA-4352-B9C6-2843C52626F7}"/>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E88683D9-08E7-4C61-8631-E4A52DB7212C}"/>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37BE0BD3-CF70-4904-9B05-3FFBB98968A0}"/>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94F3058F-2B1E-4207-A203-79D648C20D73}"/>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B8B1E6FB-2998-4917-9636-6466FF060BC5}"/>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8F6F454B-AC8D-48F1-A8D2-BEF2E50E6BA8}"/>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1951611191"/>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022C660E-3EF7-4ADD-99E7-46A8C7958B65}"/>
              </a:ext>
            </a:extLst>
          </p:cNvPr>
          <p:cNvPicPr>
            <a:picLocks noChangeAspect="1"/>
          </p:cNvPicPr>
          <p:nvPr/>
        </p:nvPicPr>
        <p:blipFill>
          <a:blip ns3:embed="Ra16e38764c174197"/>
          <a:stretch/>
        </p:blipFill>
        <p:spPr>
          <a:xfrm>
            <a:off x="16941800" y="382588"/>
            <a:ext cx="1028700" cy="733425"/>
          </a:xfrm>
          <a:prstGeom prst="rect">
            <a:avLst/>
          </a:prstGeom>
        </p:spPr>
      </p:pic>
      <p:sp>
        <p:nvSpPr>
          <p:cNvPr id="2" name="copyright">
            <a:extLst>
              <a:ext uri="{FF2B5EF4-FFF2-40B4-BE49-F238E27FC236}">
                <ns2:creationId id="{C1D7C0ED-BC39-4EA5-ABE8-E8146528952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6D11097B-99AB-4FD0-B183-1052C4AF48EC}"/>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94443A7B-D6E6-4C48-A15B-E9140CD10B8B}"/>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1E963EFC-CE85-43F2-88A7-52A810BC7D95}"/>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F49630A1-0753-42CB-872A-A6881EF85609}"/>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4BEC5EC8-BEC1-4446-AEE8-29CC01C439DF}"/>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206C2849-2DBA-4271-A3DD-2FE97093B799}"/>
              </a:ext>
            </a:extLst>
          </p:cNvPr>
          <p:cNvPicPr>
            <a:picLocks noChangeAspect="1"/>
          </p:cNvPicPr>
          <p:nvPr/>
        </p:nvPicPr>
        <p:blipFill>
          <a:blip ns3:embed="R652020757b954ff1"/>
          <a:stretch/>
        </p:blipFill>
        <p:spPr>
          <a:xfrm>
            <a:off x="5715000" y="4722634"/>
            <a:ext cx="6858000" cy="5151794"/>
          </a:xfrm>
          <a:prstGeom prst="rect">
            <a:avLst/>
          </a:prstGeom>
        </p:spPr>
      </p:pic>
    </p:spTree>
    <p:extLst>
      <p:ext uri="{BB962C8B-B14F-4D97-AF65-F5344CB8AC3E}">
        <ns4:creationId val="245325709"/>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D30673DC-61FC-4809-9838-F8C9BB674BFE}"/>
              </a:ext>
            </a:extLst>
          </p:cNvPr>
          <p:cNvPicPr>
            <a:picLocks noChangeAspect="1"/>
          </p:cNvPicPr>
          <p:nvPr/>
        </p:nvPicPr>
        <p:blipFill>
          <a:blip ns3:embed="R3879aa3e71b541c6"/>
          <a:stretch/>
        </p:blipFill>
        <p:spPr>
          <a:xfrm>
            <a:off x="4859" y="0"/>
            <a:ext cx="18278283" cy="10287000"/>
          </a:xfrm>
          <a:prstGeom prst="rect">
            <a:avLst/>
          </a:prstGeom>
        </p:spPr>
      </p:pic>
      <p:sp>
        <p:nvSpPr>
          <p:cNvPr id="2" name="reference_green_fade">
            <a:extLst>
              <a:ext uri="{FF2B5EF4-FFF2-40B4-BE49-F238E27FC236}">
                <ns2:creationId id="{AECA5FAC-F5C8-45DF-8869-0CFBAC2EBF55}"/>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CB5812BB-2AF8-45BA-8E8B-751D07E9334D}"/>
              </a:ext>
            </a:extLst>
          </p:cNvPr>
          <p:cNvPicPr>
            <a:picLocks noChangeAspect="1"/>
          </p:cNvPicPr>
          <p:nvPr/>
        </p:nvPicPr>
        <p:blipFill>
          <a:blip ns3:embed="R7aa9eadaf5204e99"/>
          <a:stretch/>
        </p:blipFill>
        <p:spPr>
          <a:xfrm>
            <a:off x="16916400" y="332392"/>
            <a:ext cx="1079500" cy="668717"/>
          </a:xfrm>
          <a:prstGeom prst="rect">
            <a:avLst/>
          </a:prstGeom>
        </p:spPr>
      </p:pic>
      <p:sp>
        <p:nvSpPr>
          <p:cNvPr id="4" name="copyright">
            <a:extLst>
              <a:ext uri="{FF2B5EF4-FFF2-40B4-BE49-F238E27FC236}">
                <ns2:creationId id="{4FC76557-F3AF-40A9-BB7E-C77CAB2BE0C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869AC857-C3E4-4FC9-9017-BC06409F92CD}"/>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112A3FE6-71C2-41A0-9F1A-17FE8A1219A8}"/>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FCBD0E45-9AD7-4AD4-809E-14904F8165D2}"/>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132417530"/>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EAB41F40-80B7-4365-97EA-BC780F9D6E76}"/>
              </a:ext>
            </a:extLst>
          </p:cNvPr>
          <p:cNvPicPr>
            <a:picLocks noChangeAspect="1"/>
          </p:cNvPicPr>
          <p:nvPr/>
        </p:nvPicPr>
        <p:blipFill>
          <a:blip ns3:embed="R764a4bb0a58646ee"/>
          <a:stretch/>
        </p:blipFill>
        <p:spPr>
          <a:xfrm>
            <a:off x="16941800" y="382588"/>
            <a:ext cx="1028700" cy="733425"/>
          </a:xfrm>
          <a:prstGeom prst="rect">
            <a:avLst/>
          </a:prstGeom>
        </p:spPr>
      </p:pic>
      <p:sp>
        <p:nvSpPr>
          <p:cNvPr id="2" name="part_heading">
            <a:extLst>
              <a:ext uri="{FF2B5EF4-FFF2-40B4-BE49-F238E27FC236}">
                <ns2:creationId id="{B696E7E2-B044-47E9-946E-FCD40DD8C80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2E2DFBE5-C7BE-44E5-9A7C-7D5CCAE9B30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F855F096-954E-4FD3-A19B-CF5A3C02C0F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716947F2-45EE-4162-93D4-3AF65D328F8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ΔH의 부호를 읽는다</a:t>
            </a:r>
          </a:p>
        </p:txBody>
      </p:sp>
      <p:sp>
        <p:nvSpPr>
          <p:cNvPr id="6" name="explanation">
            <a:extLst>
              <a:ext uri="{FF2B5EF4-FFF2-40B4-BE49-F238E27FC236}">
                <ns2:creationId id="{C28253D1-7FE2-41EA-9E2C-F09876251B1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9D7289DA-2F6B-4CF7-BF37-5B3E86CADAA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F7E8480-A328-4B2A-A02D-F44AC31D7A9D}"/>
              </a:ext>
            </a:extLst>
          </p:cNvPr>
          <p:cNvPicPr>
            <a:picLocks noChangeAspect="1"/>
          </p:cNvPicPr>
          <p:nvPr/>
        </p:nvPicPr>
        <p:blipFill>
          <a:blip ns3:embed="R3ecf180d40cd48f2"/>
          <a:stretch/>
        </p:blipFill>
        <p:spPr>
          <a:xfrm>
            <a:off x="2884112" y="4762500"/>
            <a:ext cx="5280776" cy="4857750"/>
          </a:xfrm>
          <a:prstGeom prst="rect">
            <a:avLst/>
          </a:prstGeom>
        </p:spPr>
      </p:pic>
      <p:pic>
        <p:nvPicPr>
          <p:cNvPr id="9" name="">
            <a:extLst>
              <a:ext uri="{FF2B5EF4-FFF2-40B4-BE49-F238E27FC236}">
                <ns2:creationId id="{F0684029-B1B6-4E13-9B43-A1EDEDBCA661}"/>
              </a:ext>
            </a:extLst>
          </p:cNvPr>
          <p:cNvPicPr>
            <a:picLocks noChangeAspect="1"/>
          </p:cNvPicPr>
          <p:nvPr/>
        </p:nvPicPr>
        <p:blipFill>
          <a:blip ns3:embed="R7555500e14214191"/>
          <a:stretch/>
        </p:blipFill>
        <p:spPr>
          <a:xfrm>
            <a:off x="10116062" y="4762500"/>
            <a:ext cx="5294877" cy="4857750"/>
          </a:xfrm>
          <a:prstGeom prst="rect">
            <a:avLst/>
          </a:prstGeom>
        </p:spPr>
      </p:pic>
    </p:spTree>
    <p:extLst>
      <p:ext uri="{BB962C8B-B14F-4D97-AF65-F5344CB8AC3E}">
        <ns4:creationId val="1346029947"/>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B4D6EF35-E77D-455E-B0EE-790516EAFD33}"/>
              </a:ext>
            </a:extLst>
          </p:cNvPr>
          <p:cNvPicPr>
            <a:picLocks noChangeAspect="1"/>
          </p:cNvPicPr>
          <p:nvPr/>
        </p:nvPicPr>
        <p:blipFill>
          <a:blip ns3:embed="Ra7931b4c93f44e8b"/>
          <a:stretch/>
        </p:blipFill>
        <p:spPr>
          <a:xfrm>
            <a:off x="16941800" y="382588"/>
            <a:ext cx="1028700" cy="733425"/>
          </a:xfrm>
          <a:prstGeom prst="rect">
            <a:avLst/>
          </a:prstGeom>
        </p:spPr>
      </p:pic>
      <p:sp>
        <p:nvSpPr>
          <p:cNvPr id="2" name="part_heading">
            <a:extLst>
              <a:ext uri="{FF2B5EF4-FFF2-40B4-BE49-F238E27FC236}">
                <ns2:creationId id="{E5346FFE-060C-4091-AA9B-EE54E00A7C9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A5033B7-3A87-434B-A949-C437451CA77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BD41AB0-376B-4EF8-88A5-54659EA98CD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4EE30BF6-3E60-4C34-BA1D-05C73207E98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1024C31C-46CD-4B85-BDBA-A6995D7937B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FE745BA7-87AC-4ED3-A162-25395A27B82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A703C6E-DAE4-4FDD-850C-BACD43A94050}"/>
              </a:ext>
            </a:extLst>
          </p:cNvPr>
          <p:cNvPicPr>
            <a:picLocks noChangeAspect="1"/>
          </p:cNvPicPr>
          <p:nvPr/>
        </p:nvPicPr>
        <p:blipFill>
          <a:blip ns3:embed="R08909a5ba9164fe0"/>
          <a:stretch/>
        </p:blipFill>
        <p:spPr>
          <a:xfrm>
            <a:off x="1838727" y="4762500"/>
            <a:ext cx="14610545" cy="723900"/>
          </a:xfrm>
          <a:prstGeom prst="rect">
            <a:avLst/>
          </a:prstGeom>
        </p:spPr>
      </p:pic>
      <p:pic>
        <p:nvPicPr>
          <p:cNvPr id="9" name="">
            <a:extLst>
              <a:ext uri="{FF2B5EF4-FFF2-40B4-BE49-F238E27FC236}">
                <ns2:creationId id="{7B4D5574-89C2-4C6D-AEC5-DD98B866EA38}"/>
              </a:ext>
            </a:extLst>
          </p:cNvPr>
          <p:cNvPicPr>
            <a:picLocks noChangeAspect="1"/>
          </p:cNvPicPr>
          <p:nvPr/>
        </p:nvPicPr>
        <p:blipFill>
          <a:blip ns3:embed="R9d691c719ccf4188"/>
          <a:stretch/>
        </p:blipFill>
        <p:spPr>
          <a:xfrm>
            <a:off x="3050349" y="5810250"/>
            <a:ext cx="12187303" cy="723900"/>
          </a:xfrm>
          <a:prstGeom prst="rect">
            <a:avLst/>
          </a:prstGeom>
        </p:spPr>
      </p:pic>
      <p:sp>
        <p:nvSpPr>
          <p:cNvPr id="10" name="interpretation-panel">
            <a:extLst>
              <a:ext uri="{FF2B5EF4-FFF2-40B4-BE49-F238E27FC236}">
                <ns2:creationId id="{2D7C8DBB-1AD4-4AE5-A92B-6103A66650D8}"/>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8B937E0F-155A-4486-A19A-2B607B7A20DE}"/>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E4239BD1-7E61-4A58-AF77-67C9130F5DBC}"/>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448721710"/>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C0E85140-50C7-4F29-B634-E3639DEF7203}"/>
              </a:ext>
            </a:extLst>
          </p:cNvPr>
          <p:cNvPicPr>
            <a:picLocks noChangeAspect="1"/>
          </p:cNvPicPr>
          <p:nvPr/>
        </p:nvPicPr>
        <p:blipFill>
          <a:blip ns3:embed="Ra3c5f47139ad4fc2"/>
          <a:stretch/>
        </p:blipFill>
        <p:spPr>
          <a:xfrm>
            <a:off x="16941800" y="382588"/>
            <a:ext cx="1028700" cy="733425"/>
          </a:xfrm>
          <a:prstGeom prst="rect">
            <a:avLst/>
          </a:prstGeom>
        </p:spPr>
      </p:pic>
      <p:sp>
        <p:nvSpPr>
          <p:cNvPr id="2" name="part_heading">
            <a:extLst>
              <a:ext uri="{FF2B5EF4-FFF2-40B4-BE49-F238E27FC236}">
                <ns2:creationId id="{F9EB2E07-2D2E-45AC-8AC1-93F8ADF7692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6A1F7D86-F37C-48B5-9F47-AF30F7B09DB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EC300BE-7D1F-42F7-A4E9-A4F3AB64C37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DFCBDE3-17BF-4031-8375-EDD2326D657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ΔH도 두 배가 된다</a:t>
            </a:r>
          </a:p>
        </p:txBody>
      </p:sp>
      <p:sp>
        <p:nvSpPr>
          <p:cNvPr id="6" name="explanation">
            <a:extLst>
              <a:ext uri="{FF2B5EF4-FFF2-40B4-BE49-F238E27FC236}">
                <ns2:creationId id="{AEFEB22C-C3D9-48E3-978B-06DC980B3B5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67D0CC0A-35F9-4365-9402-765BA66E687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BE8F249-BA7D-4BB9-BA78-8B325A1DB891}"/>
              </a:ext>
            </a:extLst>
          </p:cNvPr>
          <p:cNvPicPr>
            <a:picLocks noChangeAspect="1"/>
          </p:cNvPicPr>
          <p:nvPr/>
        </p:nvPicPr>
        <p:blipFill>
          <a:blip ns3:embed="R59758560ba0f4848"/>
          <a:stretch/>
        </p:blipFill>
        <p:spPr>
          <a:xfrm>
            <a:off x="5003602" y="4524375"/>
            <a:ext cx="8280797" cy="4762500"/>
          </a:xfrm>
          <a:prstGeom prst="rect">
            <a:avLst/>
          </a:prstGeom>
        </p:spPr>
      </p:pic>
    </p:spTree>
    <p:extLst>
      <p:ext uri="{BB962C8B-B14F-4D97-AF65-F5344CB8AC3E}">
        <ns4:creationId val="422439079"/>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BA47E04A-A05C-48D0-ABDF-3EC997A160DA}"/>
              </a:ext>
            </a:extLst>
          </p:cNvPr>
          <p:cNvPicPr>
            <a:picLocks noChangeAspect="1"/>
          </p:cNvPicPr>
          <p:nvPr/>
        </p:nvPicPr>
        <p:blipFill>
          <a:blip ns3:embed="Rb206bd7853fd43dc"/>
          <a:stretch/>
        </p:blipFill>
        <p:spPr>
          <a:xfrm>
            <a:off x="16941800" y="382588"/>
            <a:ext cx="1028700" cy="733425"/>
          </a:xfrm>
          <a:prstGeom prst="rect">
            <a:avLst/>
          </a:prstGeom>
        </p:spPr>
      </p:pic>
      <p:sp>
        <p:nvSpPr>
          <p:cNvPr id="2" name="part_heading">
            <a:extLst>
              <a:ext uri="{FF2B5EF4-FFF2-40B4-BE49-F238E27FC236}">
                <ns2:creationId id="{788FB6FF-7821-4DA6-B552-E5D29024594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161BB23-DB96-4AC5-9051-5CF7C79EE45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CE5C129-4D95-4599-8D35-93AB2A2851A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617EE001-DE54-4ACD-AEBB-D1776620246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00FD527B-1EF6-435A-87D8-D4FF424717B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16B64F67-5D4A-4D1D-929B-6D02291D00C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B800105-B39E-4878-B020-14491B297D88}"/>
              </a:ext>
            </a:extLst>
          </p:cNvPr>
          <p:cNvPicPr>
            <a:picLocks noChangeAspect="1"/>
          </p:cNvPicPr>
          <p:nvPr/>
        </p:nvPicPr>
        <p:blipFill>
          <a:blip ns3:embed="R3458a1017ed64cef"/>
          <a:stretch/>
        </p:blipFill>
        <p:spPr>
          <a:xfrm>
            <a:off x="4000500" y="5017064"/>
            <a:ext cx="10287000" cy="2062622"/>
          </a:xfrm>
          <a:prstGeom prst="rect">
            <a:avLst/>
          </a:prstGeom>
        </p:spPr>
      </p:pic>
      <p:sp>
        <p:nvSpPr>
          <p:cNvPr id="9" name="takeaway-box">
            <a:extLst>
              <a:ext uri="{FF2B5EF4-FFF2-40B4-BE49-F238E27FC236}">
                <ns2:creationId id="{37CDDAE2-89B5-4C3E-945A-C9A65E02F7A1}"/>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EA9E3E01-4C4F-49D5-90AD-CA285B4B606C}"/>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2086696958"/>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183DF46C-5141-436B-80BB-A606125FC3ED}"/>
              </a:ext>
            </a:extLst>
          </p:cNvPr>
          <p:cNvPicPr>
            <a:picLocks noChangeAspect="1"/>
          </p:cNvPicPr>
          <p:nvPr/>
        </p:nvPicPr>
        <p:blipFill>
          <a:blip ns3:embed="R29a3538815aa4b2e"/>
          <a:stretch/>
        </p:blipFill>
        <p:spPr>
          <a:xfrm>
            <a:off x="16941800" y="382588"/>
            <a:ext cx="1028700" cy="733425"/>
          </a:xfrm>
          <a:prstGeom prst="rect">
            <a:avLst/>
          </a:prstGeom>
        </p:spPr>
      </p:pic>
      <p:sp>
        <p:nvSpPr>
          <p:cNvPr id="2" name="part_heading">
            <a:extLst>
              <a:ext uri="{FF2B5EF4-FFF2-40B4-BE49-F238E27FC236}">
                <ns2:creationId id="{219F5A99-CF44-4A2D-BA02-BFF3CF3AC96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AC038EB6-3763-45FA-968D-AFD5A0FE01B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6CC1738-1DEE-47EC-BCEB-46EFDE6E720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1EE0CE85-6569-46D4-927D-B4C40355B11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B08C4914-4C39-4230-AEB4-D8A4608F850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BCF2BEE9-C532-4175-B7D3-BF15A040627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CEBF48A-0DB4-475F-91C4-0480075F49F4}"/>
              </a:ext>
            </a:extLst>
          </p:cNvPr>
          <p:cNvPicPr>
            <a:picLocks noChangeAspect="1"/>
          </p:cNvPicPr>
          <p:nvPr/>
        </p:nvPicPr>
        <p:blipFill>
          <a:blip ns3:embed="Re759eba4fa5447c8"/>
          <a:stretch/>
        </p:blipFill>
        <p:spPr>
          <a:xfrm>
            <a:off x="2000250" y="4675188"/>
            <a:ext cx="14287500" cy="793750"/>
          </a:xfrm>
          <a:prstGeom prst="rect">
            <a:avLst/>
          </a:prstGeom>
        </p:spPr>
      </p:pic>
      <p:pic>
        <p:nvPicPr>
          <p:cNvPr id="9" name="">
            <a:extLst>
              <a:ext uri="{FF2B5EF4-FFF2-40B4-BE49-F238E27FC236}">
                <ns2:creationId id="{54E26655-7361-4829-B48E-344CFBA33CA3}"/>
              </a:ext>
            </a:extLst>
          </p:cNvPr>
          <p:cNvPicPr>
            <a:picLocks noChangeAspect="1"/>
          </p:cNvPicPr>
          <p:nvPr/>
        </p:nvPicPr>
        <p:blipFill>
          <a:blip ns3:embed="R442e085ec1ff4a06"/>
          <a:stretch/>
        </p:blipFill>
        <p:spPr>
          <a:xfrm>
            <a:off x="7098994" y="5810250"/>
            <a:ext cx="4090013" cy="3762375"/>
          </a:xfrm>
          <a:prstGeom prst="rect">
            <a:avLst/>
          </a:prstGeom>
        </p:spPr>
      </p:pic>
    </p:spTree>
    <p:extLst>
      <p:ext uri="{BB962C8B-B14F-4D97-AF65-F5344CB8AC3E}">
        <ns4:creationId val="1120657742"/>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27437783-50D1-4425-8CC8-2F45FCF611ED}"/>
              </a:ext>
            </a:extLst>
          </p:cNvPr>
          <p:cNvPicPr>
            <a:picLocks noChangeAspect="1"/>
          </p:cNvPicPr>
          <p:nvPr/>
        </p:nvPicPr>
        <p:blipFill>
          <a:blip ns3:embed="R1b031f00dbe647d7"/>
          <a:stretch/>
        </p:blipFill>
        <p:spPr>
          <a:xfrm>
            <a:off x="16941800" y="382588"/>
            <a:ext cx="1028700" cy="733425"/>
          </a:xfrm>
          <a:prstGeom prst="rect">
            <a:avLst/>
          </a:prstGeom>
        </p:spPr>
      </p:pic>
      <p:sp>
        <p:nvSpPr>
          <p:cNvPr id="2" name="part_heading">
            <a:extLst>
              <a:ext uri="{FF2B5EF4-FFF2-40B4-BE49-F238E27FC236}">
                <ns2:creationId id="{B98C8468-03F4-4453-B68B-65605347C6D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B4F7A36F-DD45-4928-AB5B-6D0E7C4368F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342704E-7356-4AD8-AC50-731F225E496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F25E7E2-DD72-4DF8-BB48-CE5F094FE59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0C3F70B8-0095-48FA-A3B4-7E03F7CEBAD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34997948-DF07-4F1C-B124-91ABE7AE52F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ECE7026-AEF1-49C2-A81F-D87E0D31EA23}"/>
              </a:ext>
            </a:extLst>
          </p:cNvPr>
          <p:cNvPicPr>
            <a:picLocks noChangeAspect="1"/>
          </p:cNvPicPr>
          <p:nvPr/>
        </p:nvPicPr>
        <p:blipFill>
          <a:blip ns3:embed="R4757ea9315c44f57"/>
          <a:stretch/>
        </p:blipFill>
        <p:spPr>
          <a:xfrm>
            <a:off x="2000250" y="4622107"/>
            <a:ext cx="14287500" cy="4681336"/>
          </a:xfrm>
          <a:prstGeom prst="rect">
            <a:avLst/>
          </a:prstGeom>
        </p:spPr>
      </p:pic>
    </p:spTree>
    <p:extLst>
      <p:ext uri="{BB962C8B-B14F-4D97-AF65-F5344CB8AC3E}">
        <ns4:creationId val="1756342699"/>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D41C9867-E8A7-4431-ACF3-FD3C9EE56B03}"/>
              </a:ext>
            </a:extLst>
          </p:cNvPr>
          <p:cNvPicPr>
            <a:picLocks noChangeAspect="1"/>
          </p:cNvPicPr>
          <p:nvPr/>
        </p:nvPicPr>
        <p:blipFill>
          <a:blip ns3:embed="R37263f0d2e634631"/>
          <a:stretch/>
        </p:blipFill>
        <p:spPr>
          <a:xfrm>
            <a:off x="16941800" y="382588"/>
            <a:ext cx="1028700" cy="733425"/>
          </a:xfrm>
          <a:prstGeom prst="rect">
            <a:avLst/>
          </a:prstGeom>
        </p:spPr>
      </p:pic>
      <p:sp>
        <p:nvSpPr>
          <p:cNvPr id="2" name="part_heading">
            <a:extLst>
              <a:ext uri="{FF2B5EF4-FFF2-40B4-BE49-F238E27FC236}">
                <ns2:creationId id="{B0810B8A-9EB0-494E-BA36-43C52CE435F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DB73CF3-66BB-4A70-A5DD-6B7EACD4227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EDB6F68-BB58-4E89-B099-C5D68AD8D4C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A28A9034-CD50-45D5-AC6B-3985F512277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53EA43F7-0A61-43B0-A93B-6C697D7D4358}"/>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F567A3C7-6F87-4AAD-B123-576B923E2B10}"/>
              </a:ext>
            </a:extLst>
          </p:cNvPr>
          <p:cNvPicPr>
            <a:picLocks noChangeAspect="1"/>
          </p:cNvPicPr>
          <p:nvPr/>
        </p:nvPicPr>
        <p:blipFill>
          <a:blip ns3:embed="Rb1451f3033264741"/>
          <a:stretch/>
        </p:blipFill>
        <p:spPr>
          <a:xfrm>
            <a:off x="11283641" y="4095750"/>
            <a:ext cx="5340968" cy="5286375"/>
          </a:xfrm>
          <a:prstGeom prst="rect">
            <a:avLst/>
          </a:prstGeom>
        </p:spPr>
      </p:pic>
      <p:pic>
        <p:nvPicPr>
          <p:cNvPr id="8" name="">
            <a:extLst>
              <a:ext uri="{FF2B5EF4-FFF2-40B4-BE49-F238E27FC236}">
                <ns2:creationId id="{A386C725-E41B-4BA2-AA51-073C028763FB}"/>
              </a:ext>
            </a:extLst>
          </p:cNvPr>
          <p:cNvPicPr>
            <a:picLocks noChangeAspect="1"/>
          </p:cNvPicPr>
          <p:nvPr/>
        </p:nvPicPr>
        <p:blipFill>
          <a:blip ns3:embed="R5892111be28846de"/>
          <a:stretch/>
        </p:blipFill>
        <p:spPr>
          <a:xfrm>
            <a:off x="2778125" y="5619750"/>
            <a:ext cx="5207000" cy="1190625"/>
          </a:xfrm>
          <a:prstGeom prst="rect">
            <a:avLst/>
          </a:prstGeom>
        </p:spPr>
      </p:pic>
      <p:sp>
        <p:nvSpPr>
          <p:cNvPr id="9" name="symbols">
            <a:extLst>
              <a:ext uri="{FF2B5EF4-FFF2-40B4-BE49-F238E27FC236}">
                <ns2:creationId id="{C2260212-6B00-4432-A5E0-F3265A111CB0}"/>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1324308168"/>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F0CC6DE0-2715-463E-B19E-A457348D31D3}"/>
              </a:ext>
            </a:extLst>
          </p:cNvPr>
          <p:cNvPicPr>
            <a:picLocks noChangeAspect="1"/>
          </p:cNvPicPr>
          <p:nvPr/>
        </p:nvPicPr>
        <p:blipFill>
          <a:blip ns3:embed="Rde026778184847f9"/>
          <a:stretch/>
        </p:blipFill>
        <p:spPr>
          <a:xfrm>
            <a:off x="16941800" y="382588"/>
            <a:ext cx="1028700" cy="733425"/>
          </a:xfrm>
          <a:prstGeom prst="rect">
            <a:avLst/>
          </a:prstGeom>
        </p:spPr>
      </p:pic>
      <p:sp>
        <p:nvSpPr>
          <p:cNvPr id="2" name="part_heading">
            <a:extLst>
              <a:ext uri="{FF2B5EF4-FFF2-40B4-BE49-F238E27FC236}">
                <ns2:creationId id="{0F83EFB8-8262-48FA-9F30-95374A842A7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716C0886-7773-4194-AF5A-5ECE1AE4CB6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9F9FB8B-DB04-430C-8721-81AA1819CE3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E2E2564-FADD-4445-8023-EF235B4172D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1EEF38D5-08F3-42F5-A3B5-3D4A8756AA9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C3185921-1BA3-4312-A316-E811F67CC51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3FF1672-B03D-4ED9-87A1-5E332E5C0751}"/>
              </a:ext>
            </a:extLst>
          </p:cNvPr>
          <p:cNvPicPr>
            <a:picLocks noChangeAspect="1"/>
          </p:cNvPicPr>
          <p:nvPr/>
        </p:nvPicPr>
        <p:blipFill>
          <a:blip ns3:embed="Rc5fca523bbfd4f31"/>
          <a:stretch/>
        </p:blipFill>
        <p:spPr>
          <a:xfrm>
            <a:off x="3587303" y="4667250"/>
            <a:ext cx="11113394" cy="723900"/>
          </a:xfrm>
          <a:prstGeom prst="rect">
            <a:avLst/>
          </a:prstGeom>
        </p:spPr>
      </p:pic>
      <p:sp>
        <p:nvSpPr>
          <p:cNvPr id="9" name="q1">
            <a:extLst>
              <a:ext uri="{FF2B5EF4-FFF2-40B4-BE49-F238E27FC236}">
                <ns2:creationId id="{8B17442E-479A-40F4-81ED-BA602618F190}"/>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0F7E9FD4-2E18-4457-BCED-2AE35CE78169}"/>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4363DAA7-CB10-4180-A98A-1ECE0FB00BC4}"/>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2775" b="1">
                <a:solidFill>
                  <a:srgbClr val="555555"/>
                </a:solidFill>
                <a:latin typeface="Pretendard"/>
                <a:ea typeface="Pretendard"/>
                <a:cs typeface="Pretendard"/>
              </a:defRPr>
            </a:defPPr>
            <a:lvl1pPr algn="ctr">
              <a:defRPr sz="2775" b="1">
                <a:solidFill>
                  <a:srgbClr val="555555"/>
                </a:solidFill>
                <a:latin typeface="Pretendard"/>
                <a:ea typeface="Pretendard"/>
                <a:cs typeface="Pretendard"/>
              </a:defRPr>
            </a:lvl1pPr>
            <a:lvl2pPr algn="ctr">
              <a:defRPr sz="2775" b="1">
                <a:solidFill>
                  <a:srgbClr val="555555"/>
                </a:solidFill>
                <a:latin typeface="Pretendard"/>
                <a:ea typeface="Pretendard"/>
                <a:cs typeface="Pretendard"/>
              </a:defRPr>
            </a:lvl2pPr>
            <a:lvl3pPr algn="ctr">
              <a:defRPr sz="2775" b="1">
                <a:solidFill>
                  <a:srgbClr val="555555"/>
                </a:solidFill>
                <a:latin typeface="Pretendard"/>
                <a:ea typeface="Pretendard"/>
                <a:cs typeface="Pretendard"/>
              </a:defRPr>
            </a:lvl3pPr>
            <a:lvl4pPr algn="ctr">
              <a:defRPr sz="2775" b="1">
                <a:solidFill>
                  <a:srgbClr val="555555"/>
                </a:solidFill>
                <a:latin typeface="Pretendard"/>
                <a:ea typeface="Pretendard"/>
                <a:cs typeface="Pretendard"/>
              </a:defRPr>
            </a:lvl4pPr>
            <a:lvl5pPr algn="ctr">
              <a:defRPr sz="2775" b="1">
                <a:solidFill>
                  <a:srgbClr val="555555"/>
                </a:solidFill>
                <a:latin typeface="Pretendard"/>
                <a:ea typeface="Pretendard"/>
                <a:cs typeface="Pretendard"/>
              </a:defRPr>
            </a:lvl5pPr>
            <a:lvl6pPr algn="ctr">
              <a:defRPr sz="2775" b="1">
                <a:solidFill>
                  <a:srgbClr val="555555"/>
                </a:solidFill>
                <a:latin typeface="Pretendard"/>
                <a:ea typeface="Pretendard"/>
                <a:cs typeface="Pretendard"/>
              </a:defRPr>
            </a:lvl6pPr>
            <a:lvl7pPr algn="ctr">
              <a:defRPr sz="2775" b="1">
                <a:solidFill>
                  <a:srgbClr val="555555"/>
                </a:solidFill>
                <a:latin typeface="Pretendard"/>
                <a:ea typeface="Pretendard"/>
                <a:cs typeface="Pretendard"/>
              </a:defRPr>
            </a:lvl7pPr>
            <a:lvl8pPr algn="ctr">
              <a:defRPr sz="2775" b="1">
                <a:solidFill>
                  <a:srgbClr val="555555"/>
                </a:solidFill>
                <a:latin typeface="Pretendard"/>
                <a:ea typeface="Pretendard"/>
                <a:cs typeface="Pretendard"/>
              </a:defRPr>
            </a:lvl8pPr>
            <a:lvl9pPr algn="ctr">
              <a:defRPr sz="2775" b="1">
                <a:solidFill>
                  <a:srgbClr val="555555"/>
                </a:solidFill>
                <a:latin typeface="Pretendard"/>
                <a:ea typeface="Pretendard"/>
                <a:cs typeface="Pretendard"/>
              </a:defRPr>
            </a:lvl9pPr>
          </a:lstStyle>
          <a:p>
            <a:pPr algn="ctr">
              <a:defRPr sz="2775" b="1">
                <a:solidFill>
                  <a:srgbClr val="555555"/>
                </a:solidFill>
                <a:latin typeface="Pretendard"/>
                <a:ea typeface="Pretendard"/>
                <a:cs typeface="Pretendard"/>
              </a:defRPr>
            </a:pPr>
            <a:r>
              <a:rPr sz="2775" b="1">
                <a:solidFill>
                  <a:srgbClr val="555555"/>
                </a:solidFill>
                <a:latin typeface="Pretendard"/>
                <a:ea typeface="Pretendard"/>
                <a:cs typeface="Pretendard"/>
              </a:rPr>
              <a:t>NH₃(</a:t>
            </a:r>
            <a:r>
              <a:rPr sz="2775" b="1" i="1">
                <a:solidFill>
                  <a:srgbClr val="555555"/>
                </a:solidFill>
                <a:latin typeface="Pretendard"/>
                <a:ea typeface="Pretendard"/>
                <a:cs typeface="Pretendard"/>
              </a:rPr>
              <a:t>g</a:t>
            </a:r>
            <a:r>
              <a:rPr sz="2775" b="1">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0EF1F913-8E09-4F93-9FB4-7FB03B0245FB}"/>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N₂(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+ 3H₂(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2NH₃(</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ΔH = −91.8 kJ</a:t>
            </a:r>
          </a:p>
        </p:txBody>
      </p:sp>
    </p:spTree>
    <p:extLst>
      <p:ext uri="{BB962C8B-B14F-4D97-AF65-F5344CB8AC3E}">
        <ns4:creationId val="177091802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89AC8696-F8EF-4449-A122-F2E9B9DA7BA3}"/>
              </a:ext>
            </a:extLst>
          </p:cNvPr>
          <p:cNvPicPr>
            <a:picLocks noChangeAspect="1"/>
          </p:cNvPicPr>
          <p:nvPr/>
        </p:nvPicPr>
        <p:blipFill>
          <a:blip ns3:embed="R544b817573c54289"/>
          <a:stretch/>
        </p:blipFill>
        <p:spPr>
          <a:xfrm>
            <a:off x="4859" y="0"/>
            <a:ext cx="18278283" cy="10287000"/>
          </a:xfrm>
          <a:prstGeom prst="rect">
            <a:avLst/>
          </a:prstGeom>
        </p:spPr>
      </p:pic>
      <p:sp>
        <p:nvSpPr>
          <p:cNvPr id="2" name="reference_green_fade">
            <a:extLst>
              <a:ext uri="{FF2B5EF4-FFF2-40B4-BE49-F238E27FC236}">
                <ns2:creationId id="{60B1640F-A43B-47C4-93B0-4D4E6FF3539A}"/>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0367C7A5-B9DF-4CF1-857E-BEC7151E4E7F}"/>
              </a:ext>
            </a:extLst>
          </p:cNvPr>
          <p:cNvPicPr>
            <a:picLocks noChangeAspect="1"/>
          </p:cNvPicPr>
          <p:nvPr/>
        </p:nvPicPr>
        <p:blipFill>
          <a:blip ns3:embed="R3bcac7acaf204962"/>
          <a:stretch/>
        </p:blipFill>
        <p:spPr>
          <a:xfrm>
            <a:off x="16916400" y="332392"/>
            <a:ext cx="1079500" cy="668717"/>
          </a:xfrm>
          <a:prstGeom prst="rect">
            <a:avLst/>
          </a:prstGeom>
        </p:spPr>
      </p:pic>
      <p:sp>
        <p:nvSpPr>
          <p:cNvPr id="4" name="copyright">
            <a:extLst>
              <a:ext uri="{FF2B5EF4-FFF2-40B4-BE49-F238E27FC236}">
                <ns2:creationId id="{1C62E668-1EB4-4278-99D7-134F7BF1831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4B449ACF-29C1-4272-BDC5-2C9C1DFDAF54}"/>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002B2D8A-EC7B-43B3-A618-819A5D0F394D}"/>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EC55D494-5F54-431F-893C-6C819BAFB461}"/>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1291668865"/>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2486E7D6-CB62-4729-B434-9EC11B63CDE2}"/>
              </a:ext>
            </a:extLst>
          </p:cNvPr>
          <p:cNvPicPr>
            <a:picLocks noChangeAspect="1"/>
          </p:cNvPicPr>
          <p:nvPr/>
        </p:nvPicPr>
        <p:blipFill>
          <a:blip ns3:embed="R969f2651a5d8483c"/>
          <a:stretch/>
        </p:blipFill>
        <p:spPr>
          <a:xfrm>
            <a:off x="16941800" y="382588"/>
            <a:ext cx="1028700" cy="733425"/>
          </a:xfrm>
          <a:prstGeom prst="rect">
            <a:avLst/>
          </a:prstGeom>
        </p:spPr>
      </p:pic>
      <p:sp>
        <p:nvSpPr>
          <p:cNvPr id="2" name="part_heading">
            <a:extLst>
              <a:ext uri="{FF2B5EF4-FFF2-40B4-BE49-F238E27FC236}">
                <ns2:creationId id="{8655AC88-3890-40B0-9CF1-E4009715F6C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783F7188-AE4D-46FC-BFCB-27876D585AC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4C571F8-F541-4240-A5D8-6F24DD42EC3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D060ED1F-4A92-423D-810A-C77A6E3D425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1FFFDA9D-4B66-4D4C-B358-12B7256B8AB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6E3458EF-D536-41D9-8086-F0A4AEFFD8E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DD0F645C-8E34-4CC2-BA01-7B24C5C31C5E}"/>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DA2AECAA-E377-4714-BF68-62D96CCA819A}"/>
              </a:ext>
            </a:extLst>
          </p:cNvPr>
          <p:cNvPicPr>
            <a:picLocks noChangeAspect="1"/>
          </p:cNvPicPr>
          <p:nvPr/>
        </p:nvPicPr>
        <p:blipFill>
          <a:blip ns3:embed="R1d8568190ff14c02"/>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4173EE74-9357-4FB9-903B-3281AE9B5C9D}"/>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E5F0E412-619A-4008-B3B2-327FE70CEE93}"/>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F5F9A7E7-19D0-479F-8E6C-B86CFA4FCCB6}"/>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8121764F-FCA4-4D8C-9F9E-BC3B280BCDB8}"/>
              </a:ext>
            </a:extLst>
          </p:cNvPr>
          <p:cNvPicPr>
            <a:picLocks noChangeAspect="1"/>
          </p:cNvPicPr>
          <p:nvPr/>
        </p:nvPicPr>
        <p:blipFill>
          <a:blip ns3:embed="R1ee0418e19bb4ff8"/>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857E0702-97DF-4406-8FC5-55B73C1CB15F}"/>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DD319D9C-786F-4EF5-AE23-141FC0AAB9AC}"/>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2110559464"/>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96B8E59A-4BC8-4C1F-96DF-B514E9A6279E}"/>
              </a:ext>
            </a:extLst>
          </p:cNvPr>
          <p:cNvPicPr>
            <a:picLocks noChangeAspect="1"/>
          </p:cNvPicPr>
          <p:nvPr/>
        </p:nvPicPr>
        <p:blipFill>
          <a:blip ns3:embed="R6ae874d9536a4e0e"/>
          <a:stretch/>
        </p:blipFill>
        <p:spPr>
          <a:xfrm>
            <a:off x="16941800" y="382588"/>
            <a:ext cx="1028700" cy="733425"/>
          </a:xfrm>
          <a:prstGeom prst="rect">
            <a:avLst/>
          </a:prstGeom>
        </p:spPr>
      </p:pic>
      <p:sp>
        <p:nvSpPr>
          <p:cNvPr id="2" name="part_heading">
            <a:extLst>
              <a:ext uri="{FF2B5EF4-FFF2-40B4-BE49-F238E27FC236}">
                <ns2:creationId id="{521B7D92-CB84-46E5-A3CB-51D4F02D25F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9A7FDAE4-BEA6-4014-8C17-B05EFD5B8A7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D4FDF03-61D2-4020-A4F6-507A7CB34B0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08348B95-1FCE-409C-A7CE-97338AD3B2F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BFDD5E33-B04E-457D-AA4E-CAF6644811A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ΔH의 음수와 방출열 크기의 양수를 구별한다</a:t>
            </a:r>
          </a:p>
        </p:txBody>
      </p:sp>
      <p:sp>
        <p:nvSpPr>
          <p:cNvPr id="7" name="copyright">
            <a:extLst>
              <a:ext uri="{FF2B5EF4-FFF2-40B4-BE49-F238E27FC236}">
                <ns2:creationId id="{F30F49AC-8BEB-4B13-A6C7-83BCFEA85BF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54FE914-7C25-4F2A-A037-56F8E0DA7CAB}"/>
              </a:ext>
            </a:extLst>
          </p:cNvPr>
          <p:cNvPicPr>
            <a:picLocks noChangeAspect="1"/>
          </p:cNvPicPr>
          <p:nvPr/>
        </p:nvPicPr>
        <p:blipFill>
          <a:blip ns3:embed="R7e232462a92c489a"/>
          <a:stretch/>
        </p:blipFill>
        <p:spPr>
          <a:xfrm>
            <a:off x="1961408" y="4667250"/>
            <a:ext cx="14365184" cy="723900"/>
          </a:xfrm>
          <a:prstGeom prst="rect">
            <a:avLst/>
          </a:prstGeom>
        </p:spPr>
      </p:pic>
      <p:pic>
        <p:nvPicPr>
          <p:cNvPr id="9" name="">
            <a:extLst>
              <a:ext uri="{FF2B5EF4-FFF2-40B4-BE49-F238E27FC236}">
                <ns2:creationId id="{FBF10164-6685-4EF8-BAF5-21B33987A2BA}"/>
              </a:ext>
            </a:extLst>
          </p:cNvPr>
          <p:cNvPicPr>
            <a:picLocks noChangeAspect="1"/>
          </p:cNvPicPr>
          <p:nvPr/>
        </p:nvPicPr>
        <p:blipFill>
          <a:blip ns3:embed="R839c7f6932414fe5"/>
          <a:stretch/>
        </p:blipFill>
        <p:spPr>
          <a:xfrm>
            <a:off x="1869688" y="5619750"/>
            <a:ext cx="14548624" cy="723900"/>
          </a:xfrm>
          <a:prstGeom prst="rect">
            <a:avLst/>
          </a:prstGeom>
        </p:spPr>
      </p:pic>
      <p:sp>
        <p:nvSpPr>
          <p:cNvPr id="10" name="strip-1">
            <a:extLst>
              <a:ext uri="{FF2B5EF4-FFF2-40B4-BE49-F238E27FC236}">
                <ns2:creationId id="{E3F45798-C457-4AAE-9E39-502E1CBA3D52}"/>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F00CF089-AC2A-4A32-ACFE-C92A24DA8184}"/>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6655241D-C41F-417E-8344-8AC263BBA20D}"/>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C291E3A5-2FE0-4CF1-BEBF-DD2A053E9C9C}"/>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0A6CD858-41B4-445A-8486-19C03F0BBA55}"/>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A72446FF-B548-4867-BC6A-9692F2EAA31A}"/>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C7F4C636-B60F-4E52-85F7-C84DF6F2C4F0}"/>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AF2C1658-16A8-4D64-AF17-5B1842327668}"/>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07486841-D1E9-43BF-A6F4-DF6CCDAEC671}"/>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18B8DBD0-D328-4E57-9486-F2DEBD140DB4}"/>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1637468041"/>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F3C0C1BA-7B3F-4FC1-835C-D0C0C9D21AD1}"/>
              </a:ext>
            </a:extLst>
          </p:cNvPr>
          <p:cNvPicPr>
            <a:picLocks noChangeAspect="1"/>
          </p:cNvPicPr>
          <p:nvPr/>
        </p:nvPicPr>
        <p:blipFill>
          <a:blip ns3:embed="R9d8c9af277ec4ebc"/>
          <a:stretch/>
        </p:blipFill>
        <p:spPr>
          <a:xfrm>
            <a:off x="16941800" y="382588"/>
            <a:ext cx="1028700" cy="733425"/>
          </a:xfrm>
          <a:prstGeom prst="rect">
            <a:avLst/>
          </a:prstGeom>
        </p:spPr>
      </p:pic>
      <p:sp>
        <p:nvSpPr>
          <p:cNvPr id="2" name="part_heading">
            <a:extLst>
              <a:ext uri="{FF2B5EF4-FFF2-40B4-BE49-F238E27FC236}">
                <ns2:creationId id="{2961E2C3-976B-43B9-8012-D1EE46AD534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71D898FD-898B-44D2-A805-9838A5893D4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884B1E7-4CF3-47A0-B8AE-1208447D55B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72E2F1A7-1E70-4E76-861A-0FF2A5C0FB6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525001B2-9B32-4CB5-8D44-BEC597154E4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7FF3BCE6-B9DB-4C3C-B281-2673EAB3E65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F1F5B36E-E611-478D-93DF-3AC2DFFE47D3}"/>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98FC5581-653F-4CFF-A4E7-9B94FD5BBFEF}"/>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B81EEE38-A061-4FF5-A54B-2B7A374D0E6E}"/>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2CE799C1-5724-4C8A-AD33-6D23D00BE731}"/>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244E9FA7-3B77-4E70-9684-37A53029BC0D}"/>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2050EECF-F422-41CE-8399-BE27FAC78A97}"/>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06B61EC5-4A1C-4854-84B8-85784553F5AC}"/>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27D5F55D-2926-4536-933D-4574DFE1CB43}"/>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ABFAB0FD-6B69-46BE-84C0-BEF7D0A57663}"/>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B579F012-DD7D-4BAB-A139-5A2C209BB89B}"/>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34586AA5-CCF9-425A-B818-8727F0468B76}"/>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15385438-B59D-4EB3-B4A5-DFCC98BCC2D8}"/>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332537539"/>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7127A28D-0056-46A3-83AD-477117B3D1E5}"/>
              </a:ext>
            </a:extLst>
          </p:cNvPr>
          <p:cNvPicPr>
            <a:picLocks noChangeAspect="1"/>
          </p:cNvPicPr>
          <p:nvPr/>
        </p:nvPicPr>
        <p:blipFill>
          <a:blip ns3:embed="R6514472e17a842e0"/>
          <a:stretch/>
        </p:blipFill>
        <p:spPr>
          <a:xfrm>
            <a:off x="16941800" y="382588"/>
            <a:ext cx="1028700" cy="733425"/>
          </a:xfrm>
          <a:prstGeom prst="rect">
            <a:avLst/>
          </a:prstGeom>
        </p:spPr>
      </p:pic>
      <p:sp>
        <p:nvSpPr>
          <p:cNvPr id="2" name="part_heading">
            <a:extLst>
              <a:ext uri="{FF2B5EF4-FFF2-40B4-BE49-F238E27FC236}">
                <ns2:creationId id="{2892B64A-8B08-40CF-B49E-6C79A6114DA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757E7338-483A-4C1C-BD32-41592296467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EAB4D1C-B1EB-4E6F-8A83-DC7FA653247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723BA0B4-84C5-42A7-AB9F-7CE0F4A9137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대체 연료도 같은 기준으로 환산한다</a:t>
            </a:r>
          </a:p>
        </p:txBody>
      </p:sp>
      <p:sp>
        <p:nvSpPr>
          <p:cNvPr id="6" name="explanation">
            <a:extLst>
              <a:ext uri="{FF2B5EF4-FFF2-40B4-BE49-F238E27FC236}">
                <ns2:creationId id="{16ECDE5C-9E16-4A06-A411-245602AE16C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수소의 연소식은 2 mol 기준이다</a:t>
            </a:r>
          </a:p>
        </p:txBody>
      </p:sp>
      <p:sp>
        <p:nvSpPr>
          <p:cNvPr id="7" name="copyright">
            <a:extLst>
              <a:ext uri="{FF2B5EF4-FFF2-40B4-BE49-F238E27FC236}">
                <ns2:creationId id="{6EBE2423-7759-4FEA-A5EC-6FD832A9DA5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8D792BE-B5E9-4300-B68B-628FB833099F}"/>
              </a:ext>
            </a:extLst>
          </p:cNvPr>
          <p:cNvPicPr>
            <a:picLocks noChangeAspect="1"/>
          </p:cNvPicPr>
          <p:nvPr/>
        </p:nvPicPr>
        <p:blipFill>
          <a:blip ns3:embed="R7ee81994cf5b4efb"/>
          <a:stretch/>
        </p:blipFill>
        <p:spPr>
          <a:xfrm>
            <a:off x="1809750" y="4642597"/>
            <a:ext cx="14668500" cy="677956"/>
          </a:xfrm>
          <a:prstGeom prst="rect">
            <a:avLst/>
          </a:prstGeom>
        </p:spPr>
      </p:pic>
      <p:pic>
        <p:nvPicPr>
          <p:cNvPr id="9" name="">
            <a:extLst>
              <a:ext uri="{FF2B5EF4-FFF2-40B4-BE49-F238E27FC236}">
                <ns2:creationId id="{B1877EEF-77D3-479C-9840-C732C149CDC7}"/>
              </a:ext>
            </a:extLst>
          </p:cNvPr>
          <p:cNvPicPr>
            <a:picLocks noChangeAspect="1"/>
          </p:cNvPicPr>
          <p:nvPr/>
        </p:nvPicPr>
        <p:blipFill>
          <a:blip ns3:embed="R9ffa6caf6ece4cab"/>
          <a:stretch/>
        </p:blipFill>
        <p:spPr>
          <a:xfrm>
            <a:off x="1895084" y="5476875"/>
            <a:ext cx="14497833" cy="723900"/>
          </a:xfrm>
          <a:prstGeom prst="rect">
            <a:avLst/>
          </a:prstGeom>
        </p:spPr>
      </p:pic>
      <p:pic>
        <p:nvPicPr>
          <p:cNvPr id="10" name="">
            <a:extLst>
              <a:ext uri="{FF2B5EF4-FFF2-40B4-BE49-F238E27FC236}">
                <ns2:creationId id="{CA527573-00E0-4088-92B7-711F0A43F7BA}"/>
              </a:ext>
            </a:extLst>
          </p:cNvPr>
          <p:cNvPicPr>
            <a:picLocks noChangeAspect="1"/>
          </p:cNvPicPr>
          <p:nvPr/>
        </p:nvPicPr>
        <p:blipFill>
          <a:blip ns3:embed="R6fcbee99a9554c5b"/>
          <a:stretch/>
        </p:blipFill>
        <p:spPr>
          <a:xfrm>
            <a:off x="5073162" y="6381750"/>
            <a:ext cx="8141677" cy="1714500"/>
          </a:xfrm>
          <a:prstGeom prst="rect">
            <a:avLst/>
          </a:prstGeom>
        </p:spPr>
      </p:pic>
      <p:sp>
        <p:nvSpPr>
          <p:cNvPr id="11" name="ethanol">
            <a:extLst>
              <a:ext uri="{FF2B5EF4-FFF2-40B4-BE49-F238E27FC236}">
                <ns2:creationId id="{D4608919-FDD1-463D-8FB2-9CE93CA0EDEE}"/>
              </a:ext>
            </a:extLst>
          </p:cNvPr>
          <p:cNvSpPr>
            <a:spLocks noGrp="1"/>
          </p:cNvSpPr>
          <p:nvPr/>
        </p:nvSpPr>
        <p:spPr>
          <a:xfrm>
            <a:off x="1619250" y="8248650"/>
            <a:ext cx="15049500" cy="571500"/>
          </a:xfrm>
          <a:prstGeom prst="rect">
            <a:avLst/>
          </a:prstGeom>
          <a:noFill/>
          <a:ln w="0">
            <a:noFill/>
          </a:ln>
        </p:spPr>
        <p:txBody>
          <a:bodyPr wrap="none" lIns="0" tIns="0" rIns="0" bIns="0" anchor="t">
            <a:noAutofit/>
          </a:bodyPr>
          <a:lstStyle>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에탄올   1367 ÷ 46 ≈ 29.7 kJ/g</a:t>
            </a:r>
          </a:p>
        </p:txBody>
      </p:sp>
      <p:sp>
        <p:nvSpPr>
          <p:cNvPr id="12" name="hydrogen">
            <a:extLst>
              <a:ext uri="{FF2B5EF4-FFF2-40B4-BE49-F238E27FC236}">
                <ns2:creationId id="{8E429E71-1DB7-4CDD-ACD0-EFBF857A5F38}"/>
              </a:ext>
            </a:extLst>
          </p:cNvPr>
          <p:cNvSpPr>
            <a:spLocks noGrp="1"/>
          </p:cNvSpPr>
          <p:nvPr/>
        </p:nvSpPr>
        <p:spPr>
          <a:xfrm>
            <a:off x="1619250" y="8915400"/>
            <a:ext cx="15049500" cy="571500"/>
          </a:xfrm>
          <a:prstGeom prst="rect">
            <a:avLst/>
          </a:prstGeom>
          <a:noFill/>
          <a:ln w="0">
            <a:noFill/>
          </a:ln>
        </p:spPr>
        <p:txBody>
          <a:bodyPr wrap="none" lIns="0" tIns="0" rIns="0" bIns="0" anchor="t">
            <a:noAutofit/>
          </a:bodyPr>
          <a:lstStyle>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수소   (571.6 ÷ 2) ÷ 2 = 142.9 kJ/g</a:t>
            </a:r>
          </a:p>
        </p:txBody>
      </p:sp>
    </p:spTree>
    <p:extLst>
      <p:ext uri="{BB962C8B-B14F-4D97-AF65-F5344CB8AC3E}">
        <ns4:creationId val="107892817"/>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17796A17-B74E-474E-A65C-05908B1AE8A1}"/>
              </a:ext>
            </a:extLst>
          </p:cNvPr>
          <p:cNvPicPr>
            <a:picLocks noChangeAspect="1"/>
          </p:cNvPicPr>
          <p:nvPr/>
        </p:nvPicPr>
        <p:blipFill>
          <a:blip ns3:embed="Rcb94c5706f0f429a"/>
          <a:stretch/>
        </p:blipFill>
        <p:spPr>
          <a:xfrm>
            <a:off x="16941800" y="382588"/>
            <a:ext cx="1028700" cy="733425"/>
          </a:xfrm>
          <a:prstGeom prst="rect">
            <a:avLst/>
          </a:prstGeom>
        </p:spPr>
      </p:pic>
      <p:sp>
        <p:nvSpPr>
          <p:cNvPr id="2" name="part_heading">
            <a:extLst>
              <a:ext uri="{FF2B5EF4-FFF2-40B4-BE49-F238E27FC236}">
                <ns2:creationId id="{2556E16A-91E7-4941-832C-1F391EF025B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49F45FF0-B02F-491D-8435-F927DB40A7D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1672086-5393-42CA-9F33-C2323FEF473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93CF5B59-974B-4CCF-9272-65A5AED52F2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2A2B7341-1F3A-475D-B26C-C9FD4BF5686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51D62DF8-0827-4D19-AA11-B9B2338231D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0FBE750-4A47-42FA-A7AD-7DCF4546DB13}"/>
              </a:ext>
            </a:extLst>
          </p:cNvPr>
          <p:cNvPicPr>
            <a:picLocks noChangeAspect="1"/>
          </p:cNvPicPr>
          <p:nvPr/>
        </p:nvPicPr>
        <p:blipFill>
          <a:blip ns3:embed="Rb0669711a93c4fd4"/>
          <a:stretch/>
        </p:blipFill>
        <p:spPr>
          <a:xfrm>
            <a:off x="2190750" y="4766442"/>
            <a:ext cx="13906500" cy="3706865"/>
          </a:xfrm>
          <a:prstGeom prst="rect">
            <a:avLst/>
          </a:prstGeom>
        </p:spPr>
      </p:pic>
      <p:sp>
        <p:nvSpPr>
          <p:cNvPr id="9" name="takeaway-box">
            <a:extLst>
              <a:ext uri="{FF2B5EF4-FFF2-40B4-BE49-F238E27FC236}">
                <ns2:creationId id="{FBDB1FAC-8D71-41CA-83B9-E0B425E6CA88}"/>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7953CA2A-FA43-4893-A106-EC37842B3B9B}"/>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1902915439"/>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1599A55C-AFC2-4A66-B318-9EAD403642BC}"/>
              </a:ext>
            </a:extLst>
          </p:cNvPr>
          <p:cNvPicPr>
            <a:picLocks noChangeAspect="1"/>
          </p:cNvPicPr>
          <p:nvPr/>
        </p:nvPicPr>
        <p:blipFill>
          <a:blip ns3:embed="Rd2cbe778f9b54ff1"/>
          <a:stretch/>
        </p:blipFill>
        <p:spPr>
          <a:xfrm>
            <a:off x="16941800" y="382588"/>
            <a:ext cx="1028700" cy="733425"/>
          </a:xfrm>
          <a:prstGeom prst="rect">
            <a:avLst/>
          </a:prstGeom>
        </p:spPr>
      </p:pic>
      <p:sp>
        <p:nvSpPr>
          <p:cNvPr id="2" name="part_heading">
            <a:extLst>
              <a:ext uri="{FF2B5EF4-FFF2-40B4-BE49-F238E27FC236}">
                <ns2:creationId id="{268F8433-069D-497C-B365-6191C821213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8EE07AF1-A019-4616-8E80-5AC397AB51E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942E6C2-6712-4457-A486-DBB6B2F944E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9EA7FF3A-29C7-4DB3-90F6-2FDF8E74A2C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A9959463-99F6-4293-9DA4-6B00383F6A91}"/>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567A0247-628C-45A2-B701-A6AD78FF052A}"/>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BCB72E39-8606-4D30-9AAB-3F3F7F950DDD}"/>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0AD1AADB-F800-4FCA-B111-1BAA51B034CE}"/>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954B1006-6090-4E84-BAE1-C0583147D42A}"/>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E107331C-A8CB-4062-90BC-3F34E4B7352B}"/>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CF73F1EE-5BAA-4357-BDE4-9106F1358858}"/>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A1846586-ABB6-42C0-9026-5CFF98F8CDF1}"/>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B01D6BF5-5FBD-4D21-8591-BD169DCDC6FE}"/>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68ABB8DA-8152-45B7-B56C-09A39C3F9DB8}"/>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52598A9B-D796-41A5-BDAF-BC8CD29216DE}"/>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41E25E16-259E-44E1-A1B3-182FE89EA25B}"/>
              </a:ext>
            </a:extLst>
          </p:cNvPr>
          <p:cNvPicPr>
            <a:picLocks noChangeAspect="1"/>
          </p:cNvPicPr>
          <p:nvPr/>
        </p:nvPicPr>
        <p:blipFill>
          <a:blip ns3:embed="Re5d06ec5d5d54e0f"/>
          <a:stretch/>
        </p:blipFill>
        <p:spPr>
          <a:xfrm>
            <a:off x="12858750" y="6199780"/>
            <a:ext cx="3905250" cy="2935689"/>
          </a:xfrm>
          <a:prstGeom prst="rect">
            <a:avLst/>
          </a:prstGeom>
        </p:spPr>
      </p:pic>
    </p:spTree>
    <p:extLst>
      <p:ext uri="{BB962C8B-B14F-4D97-AF65-F5344CB8AC3E}">
        <ns4:creationId val="1146615142"/>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524F5F52-5846-44BA-BEF3-C7CF95A15E64}"/>
              </a:ext>
            </a:extLst>
          </p:cNvPr>
          <p:cNvPicPr>
            <a:picLocks noChangeAspect="1"/>
          </p:cNvPicPr>
          <p:nvPr/>
        </p:nvPicPr>
        <p:blipFill>
          <a:blip ns3:embed="Raa7b392976b448f0"/>
          <a:stretch/>
        </p:blipFill>
        <p:spPr>
          <a:xfrm>
            <a:off x="16941800" y="382588"/>
            <a:ext cx="1028700" cy="733425"/>
          </a:xfrm>
          <a:prstGeom prst="rect">
            <a:avLst/>
          </a:prstGeom>
        </p:spPr>
      </p:pic>
      <p:sp>
        <p:nvSpPr>
          <p:cNvPr id="2" name="part_heading">
            <a:extLst>
              <a:ext uri="{FF2B5EF4-FFF2-40B4-BE49-F238E27FC236}">
                <ns2:creationId id="{4F238BDF-45D8-4742-A094-F6499848574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B4603451-E06D-4E80-8830-4C072D7189B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4ACFDBC-0B37-476B-9FC2-A5493F65F01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6AC0D206-F516-4E76-ADF0-AB7FB2EB4D4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9CFDF495-D44E-4DF0-B0BD-C97AC1A72DA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E12296FF-6E75-41CD-9B55-2BB8E415306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DD4A502-C145-4443-BDB8-21488DCA512C}"/>
              </a:ext>
            </a:extLst>
          </p:cNvPr>
          <p:cNvPicPr>
            <a:picLocks noChangeAspect="1"/>
          </p:cNvPicPr>
          <p:nvPr/>
        </p:nvPicPr>
        <p:blipFill>
          <a:blip ns3:embed="R75da5d9177cb407b"/>
          <a:stretch/>
        </p:blipFill>
        <p:spPr>
          <a:xfrm>
            <a:off x="1524000" y="4954549"/>
            <a:ext cx="10191750" cy="2949652"/>
          </a:xfrm>
          <a:prstGeom prst="rect">
            <a:avLst/>
          </a:prstGeom>
        </p:spPr>
      </p:pic>
      <p:sp>
        <p:nvSpPr>
          <p:cNvPr id="9" name="question">
            <a:extLst>
              <a:ext uri="{FF2B5EF4-FFF2-40B4-BE49-F238E27FC236}">
                <ns2:creationId id="{2BE8758F-1F66-4EA7-BBAD-C4FFCA6C798F}"/>
              </a:ext>
            </a:extLst>
          </p:cNvPr>
          <p:cNvSpPr>
            <a:spLocks noGrp="1"/>
          </p:cNvSpPr>
          <p:nvPr/>
        </p:nvSpPr>
        <p:spPr>
          <a:xfrm>
            <a:off x="12573000" y="4953000"/>
            <a:ext cx="4762500" cy="1333500"/>
          </a:xfrm>
          <a:prstGeom prst="rect">
            <a:avLst/>
          </a:prstGeom>
          <a:noFill/>
          <a:ln w="0">
            <a:noFill/>
          </a:ln>
        </p:spPr>
        <p:txBody>
          <a:bodyPr wrap="none" lIns="0" tIns="0" rIns="0" bIns="0" anchor="t">
            <a:noAutofit/>
          </a:bodyPr>
          <a:lstStyle>
            <a:defPPr algn="l">
              <a:defRPr sz="3450" b="1">
                <a:solidFill>
                  <a:srgbClr val="111111"/>
                </a:solidFill>
                <a:latin typeface="Pretendard"/>
                <a:ea typeface="Pretendard"/>
                <a:cs typeface="Pretendard"/>
              </a:defRPr>
            </a:defPPr>
            <a:lvl1pPr algn="l">
              <a:defRPr sz="3450" b="1">
                <a:solidFill>
                  <a:srgbClr val="111111"/>
                </a:solidFill>
                <a:latin typeface="Pretendard"/>
                <a:ea typeface="Pretendard"/>
                <a:cs typeface="Pretendard"/>
              </a:defRPr>
            </a:lvl1pPr>
            <a:lvl2pPr algn="l">
              <a:defRPr sz="3450" b="1">
                <a:solidFill>
                  <a:srgbClr val="111111"/>
                </a:solidFill>
                <a:latin typeface="Pretendard"/>
                <a:ea typeface="Pretendard"/>
                <a:cs typeface="Pretendard"/>
              </a:defRPr>
            </a:lvl2pPr>
            <a:lvl3pPr algn="l">
              <a:defRPr sz="3450" b="1">
                <a:solidFill>
                  <a:srgbClr val="111111"/>
                </a:solidFill>
                <a:latin typeface="Pretendard"/>
                <a:ea typeface="Pretendard"/>
                <a:cs typeface="Pretendard"/>
              </a:defRPr>
            </a:lvl3pPr>
            <a:lvl4pPr algn="l">
              <a:defRPr sz="3450" b="1">
                <a:solidFill>
                  <a:srgbClr val="111111"/>
                </a:solidFill>
                <a:latin typeface="Pretendard"/>
                <a:ea typeface="Pretendard"/>
                <a:cs typeface="Pretendard"/>
              </a:defRPr>
            </a:lvl4pPr>
            <a:lvl5pPr algn="l">
              <a:defRPr sz="3450" b="1">
                <a:solidFill>
                  <a:srgbClr val="111111"/>
                </a:solidFill>
                <a:latin typeface="Pretendard"/>
                <a:ea typeface="Pretendard"/>
                <a:cs typeface="Pretendard"/>
              </a:defRPr>
            </a:lvl5pPr>
            <a:lvl6pPr algn="l">
              <a:defRPr sz="3450" b="1">
                <a:solidFill>
                  <a:srgbClr val="111111"/>
                </a:solidFill>
                <a:latin typeface="Pretendard"/>
                <a:ea typeface="Pretendard"/>
                <a:cs typeface="Pretendard"/>
              </a:defRPr>
            </a:lvl6pPr>
            <a:lvl7pPr algn="l">
              <a:defRPr sz="3450" b="1">
                <a:solidFill>
                  <a:srgbClr val="111111"/>
                </a:solidFill>
                <a:latin typeface="Pretendard"/>
                <a:ea typeface="Pretendard"/>
                <a:cs typeface="Pretendard"/>
              </a:defRPr>
            </a:lvl7pPr>
            <a:lvl8pPr algn="l">
              <a:defRPr sz="3450" b="1">
                <a:solidFill>
                  <a:srgbClr val="111111"/>
                </a:solidFill>
                <a:latin typeface="Pretendard"/>
                <a:ea typeface="Pretendard"/>
                <a:cs typeface="Pretendard"/>
              </a:defRPr>
            </a:lvl8pPr>
            <a:lvl9pPr algn="l">
              <a:defRPr sz="3450" b="1">
                <a:solidFill>
                  <a:srgbClr val="111111"/>
                </a:solidFill>
                <a:latin typeface="Pretendard"/>
                <a:ea typeface="Pretendard"/>
                <a:cs typeface="Pretendard"/>
              </a:defRPr>
            </a:lvl9pPr>
          </a:lstStyle>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같은 질량일 때</a:t>
            </a:r>
          </a:p>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방출열이 큰 순서는?</a:t>
            </a:r>
          </a:p>
        </p:txBody>
      </p:sp>
      <p:sp>
        <p:nvSpPr>
          <p:cNvPr id="10" name="answer-1">
            <a:extLst>
              <a:ext uri="{FF2B5EF4-FFF2-40B4-BE49-F238E27FC236}">
                <ns2:creationId id="{683DF6A5-FB15-4A21-9EF0-DB4D791C2A53}"/>
              </a:ext>
            </a:extLst>
          </p:cNvPr>
          <p:cNvSpPr>
            <a:spLocks noGrp="1"/>
          </p:cNvSpPr>
          <p:nvPr/>
        </p:nvSpPr>
        <p:spPr>
          <a:xfrm>
            <a:off x="2238375" y="8572500"/>
            <a:ext cx="13811250" cy="590550"/>
          </a:xfrm>
          <a:prstGeom prst="rect">
            <a:avLst/>
          </a:prstGeom>
          <a:noFill/>
          <a:ln w="0">
            <a:noFill/>
          </a:ln>
        </p:spPr>
        <p:txBody>
          <a:bodyPr wrap="none" lIns="0" tIns="0" rIns="0" bIns="0" anchor="t">
            <a:noAutofit/>
          </a:bodyPr>
          <a:lstStyle>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뷰테인 49.6 · 수소 142.9 kJ/g</a:t>
            </a:r>
          </a:p>
        </p:txBody>
      </p:sp>
      <p:sp>
        <p:nvSpPr>
          <p:cNvPr id="11" name="answer-2">
            <a:extLst>
              <a:ext uri="{FF2B5EF4-FFF2-40B4-BE49-F238E27FC236}">
                <ns2:creationId id="{C6573C27-EB16-4CA4-9126-8E6AC7E6B821}"/>
              </a:ext>
            </a:extLst>
          </p:cNvPr>
          <p:cNvSpPr>
            <a:spLocks noGrp="1"/>
          </p:cNvSpPr>
          <p:nvPr/>
        </p:nvSpPr>
        <p:spPr>
          <a:xfrm>
            <a:off x="2238375" y="9239250"/>
            <a:ext cx="1381125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수소 &gt; 메테인 &gt; 뷰테인 &gt; 에탄올</a:t>
            </a:r>
          </a:p>
        </p:txBody>
      </p:sp>
    </p:spTree>
    <p:extLst>
      <p:ext uri="{BB962C8B-B14F-4D97-AF65-F5344CB8AC3E}">
        <ns4:creationId val="56922781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D8E1588B-67F7-4C94-BA06-5C70754C4282}"/>
              </a:ext>
            </a:extLst>
          </p:cNvPr>
          <p:cNvPicPr>
            <a:picLocks noChangeAspect="1"/>
          </p:cNvPicPr>
          <p:nvPr/>
        </p:nvPicPr>
        <p:blipFill>
          <a:blip ns3:embed="R2cd91821287141ee"/>
          <a:stretch/>
        </p:blipFill>
        <p:spPr>
          <a:xfrm>
            <a:off x="4859" y="0"/>
            <a:ext cx="18278283" cy="10287000"/>
          </a:xfrm>
          <a:prstGeom prst="rect">
            <a:avLst/>
          </a:prstGeom>
        </p:spPr>
      </p:pic>
      <p:sp>
        <p:nvSpPr>
          <p:cNvPr id="2" name="reference_green_fade">
            <a:extLst>
              <a:ext uri="{FF2B5EF4-FFF2-40B4-BE49-F238E27FC236}">
                <ns2:creationId id="{1D01ED72-ADB4-468C-90F4-A8663B050A80}"/>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2C832DB9-B948-4D35-88D8-C0915444D5A9}"/>
              </a:ext>
            </a:extLst>
          </p:cNvPr>
          <p:cNvPicPr>
            <a:picLocks noChangeAspect="1"/>
          </p:cNvPicPr>
          <p:nvPr/>
        </p:nvPicPr>
        <p:blipFill>
          <a:blip ns3:embed="R68ea0c8bcd954450"/>
          <a:stretch/>
        </p:blipFill>
        <p:spPr>
          <a:xfrm>
            <a:off x="16916400" y="332392"/>
            <a:ext cx="1079500" cy="668717"/>
          </a:xfrm>
          <a:prstGeom prst="rect">
            <a:avLst/>
          </a:prstGeom>
        </p:spPr>
      </p:pic>
      <p:sp>
        <p:nvSpPr>
          <p:cNvPr id="4" name="copyright">
            <a:extLst>
              <a:ext uri="{FF2B5EF4-FFF2-40B4-BE49-F238E27FC236}">
                <ns2:creationId id="{BF3C2AEC-381B-4871-A830-3194BF39EDE5}"/>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8F7B1290-49BD-41B6-A0A1-62FF3C0DB7AB}"/>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DA2A9FBF-A823-4740-A85E-2DD235264E8A}"/>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4B764E98-63D3-4E4B-81C0-71859906A100}"/>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1993107237"/>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B1FED18B-EF2E-43D6-8876-749E9CBD36BC}"/>
              </a:ext>
            </a:extLst>
          </p:cNvPr>
          <p:cNvPicPr>
            <a:picLocks noChangeAspect="1"/>
          </p:cNvPicPr>
          <p:nvPr/>
        </p:nvPicPr>
        <p:blipFill>
          <a:blip ns3:embed="R79ae8a8bf8bf4565"/>
          <a:stretch/>
        </p:blipFill>
        <p:spPr>
          <a:xfrm>
            <a:off x="16941800" y="382588"/>
            <a:ext cx="1028700" cy="733425"/>
          </a:xfrm>
          <a:prstGeom prst="rect">
            <a:avLst/>
          </a:prstGeom>
        </p:spPr>
      </p:pic>
      <p:sp>
        <p:nvSpPr>
          <p:cNvPr id="2" name="part_heading">
            <a:extLst>
              <a:ext uri="{FF2B5EF4-FFF2-40B4-BE49-F238E27FC236}">
                <ns2:creationId id="{E57A9A71-959F-4200-B831-BBA765E464D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516C4D41-570B-4605-8921-A3B7B62938A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42188FF5-8675-46DF-8F9B-E72E13D1382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copyright">
            <a:extLst>
              <a:ext uri="{FF2B5EF4-FFF2-40B4-BE49-F238E27FC236}">
                <ns2:creationId id="{988ACB23-A209-4607-94E3-E255D78AAD2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ACCCDA2C-A528-43A2-A964-51307E8DCB90}"/>
              </a:ext>
            </a:extLst>
          </p:cNvPr>
          <p:cNvSpPr>
            <a:spLocks noGrp="1"/>
          </p:cNvSpPr>
          <p:nvPr/>
        </p:nvSpPr>
        <p:spPr>
          <a:xfrm>
            <a:off x="1381125" y="3048000"/>
            <a:ext cx="90487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에너지를 흡수한다</a:t>
            </a:r>
          </a:p>
        </p:txBody>
      </p:sp>
      <p:pic>
        <p:nvPicPr>
          <p:cNvPr id="7" name="">
            <a:extLst>
              <a:ext uri="{FF2B5EF4-FFF2-40B4-BE49-F238E27FC236}">
                <ns2:creationId id="{1817E3E6-C2F7-448E-98D0-6EAF9BFE59B0}"/>
              </a:ext>
            </a:extLst>
          </p:cNvPr>
          <p:cNvPicPr>
            <a:picLocks noChangeAspect="1"/>
          </p:cNvPicPr>
          <p:nvPr/>
        </p:nvPicPr>
        <p:blipFill>
          <a:blip ns3:embed="Recbde88a05cf425c"/>
          <a:stretch/>
        </p:blipFill>
        <p:spPr>
          <a:xfrm>
            <a:off x="10572750" y="3633348"/>
            <a:ext cx="6572250" cy="4925303"/>
          </a:xfrm>
          <a:prstGeom prst="rect">
            <a:avLst/>
          </a:prstGeom>
        </p:spPr>
      </p:pic>
      <p:pic>
        <p:nvPicPr>
          <p:cNvPr id="8" name="">
            <a:extLst>
              <a:ext uri="{FF2B5EF4-FFF2-40B4-BE49-F238E27FC236}">
                <ns2:creationId id="{373EB7CD-BF60-4139-B222-5CF421488BB8}"/>
              </a:ext>
            </a:extLst>
          </p:cNvPr>
          <p:cNvPicPr>
            <a:picLocks noChangeAspect="1"/>
          </p:cNvPicPr>
          <p:nvPr/>
        </p:nvPicPr>
        <p:blipFill>
          <a:blip ns3:embed="R83b505b7b8af4411"/>
          <a:stretch/>
        </p:blipFill>
        <p:spPr>
          <a:xfrm>
            <a:off x="1428750" y="5860978"/>
            <a:ext cx="8286750" cy="755795"/>
          </a:xfrm>
          <a:prstGeom prst="rect">
            <a:avLst/>
          </a:prstGeom>
        </p:spPr>
      </p:pic>
      <p:sp>
        <p:nvSpPr>
          <p:cNvPr id="9" name="bond-count">
            <a:extLst>
              <a:ext uri="{FF2B5EF4-FFF2-40B4-BE49-F238E27FC236}">
                <ns2:creationId id="{D9FB8359-730B-4AC8-9220-9BDF219D3039}"/>
              </a:ext>
            </a:extLst>
          </p:cNvPr>
          <p:cNvSpPr>
            <a:spLocks noGrp="1"/>
          </p:cNvSpPr>
          <p:nvPr/>
        </p:nvSpPr>
        <p:spPr>
          <a:xfrm>
            <a:off x="1619250" y="7334250"/>
            <a:ext cx="8572500" cy="1762125"/>
          </a:xfrm>
          <a:prstGeom prst="rect">
            <a:avLst/>
          </a:prstGeom>
          <a:noFill/>
          <a:ln w="0">
            <a:noFill/>
          </a:ln>
        </p:spPr>
        <p:txBody>
          <a:bodyPr wrap="none" lIns="0" tIns="0" rIns="0" bIns="0" anchor="t">
            <a:noAutofit/>
          </a:bodyPr>
          <a:lstStyle>
            <a:defPPr algn="l">
              <a:defRPr sz="2925" b="0">
                <a:solidFill>
                  <a:srgbClr val="111111"/>
                </a:solidFill>
                <a:latin typeface="Pretendard"/>
                <a:ea typeface="Pretendard"/>
                <a:cs typeface="Pretendard"/>
              </a:defRPr>
            </a:defPPr>
            <a:lvl1pPr algn="l">
              <a:defRPr sz="2925" b="0">
                <a:solidFill>
                  <a:srgbClr val="111111"/>
                </a:solidFill>
                <a:latin typeface="Pretendard"/>
                <a:ea typeface="Pretendard"/>
                <a:cs typeface="Pretendard"/>
              </a:defRPr>
            </a:lvl1pPr>
            <a:lvl2pPr algn="l">
              <a:defRPr sz="2925" b="0">
                <a:solidFill>
                  <a:srgbClr val="111111"/>
                </a:solidFill>
                <a:latin typeface="Pretendard"/>
                <a:ea typeface="Pretendard"/>
                <a:cs typeface="Pretendard"/>
              </a:defRPr>
            </a:lvl2pPr>
            <a:lvl3pPr algn="l">
              <a:defRPr sz="2925" b="0">
                <a:solidFill>
                  <a:srgbClr val="111111"/>
                </a:solidFill>
                <a:latin typeface="Pretendard"/>
                <a:ea typeface="Pretendard"/>
                <a:cs typeface="Pretendard"/>
              </a:defRPr>
            </a:lvl3pPr>
            <a:lvl4pPr algn="l">
              <a:defRPr sz="2925" b="0">
                <a:solidFill>
                  <a:srgbClr val="111111"/>
                </a:solidFill>
                <a:latin typeface="Pretendard"/>
                <a:ea typeface="Pretendard"/>
                <a:cs typeface="Pretendard"/>
              </a:defRPr>
            </a:lvl4pPr>
            <a:lvl5pPr algn="l">
              <a:defRPr sz="2925" b="0">
                <a:solidFill>
                  <a:srgbClr val="111111"/>
                </a:solidFill>
                <a:latin typeface="Pretendard"/>
                <a:ea typeface="Pretendard"/>
                <a:cs typeface="Pretendard"/>
              </a:defRPr>
            </a:lvl5pPr>
            <a:lvl6pPr algn="l">
              <a:defRPr sz="2925" b="0">
                <a:solidFill>
                  <a:srgbClr val="111111"/>
                </a:solidFill>
                <a:latin typeface="Pretendard"/>
                <a:ea typeface="Pretendard"/>
                <a:cs typeface="Pretendard"/>
              </a:defRPr>
            </a:lvl6pPr>
            <a:lvl7pPr algn="l">
              <a:defRPr sz="2925" b="0">
                <a:solidFill>
                  <a:srgbClr val="111111"/>
                </a:solidFill>
                <a:latin typeface="Pretendard"/>
                <a:ea typeface="Pretendard"/>
                <a:cs typeface="Pretendard"/>
              </a:defRPr>
            </a:lvl7pPr>
            <a:lvl8pPr algn="l">
              <a:defRPr sz="2925" b="0">
                <a:solidFill>
                  <a:srgbClr val="111111"/>
                </a:solidFill>
                <a:latin typeface="Pretendard"/>
                <a:ea typeface="Pretendard"/>
                <a:cs typeface="Pretendard"/>
              </a:defRPr>
            </a:lvl8pPr>
            <a:lvl9pPr algn="l">
              <a:defRPr sz="2925" b="0">
                <a:solidFill>
                  <a:srgbClr val="111111"/>
                </a:solidFill>
                <a:latin typeface="Pretendard"/>
                <a:ea typeface="Pretendard"/>
                <a:cs typeface="Pretendard"/>
              </a:defRPr>
            </a:lvl9pPr>
          </a:lstStyle>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① 기체 상태의 H–H 결합 1 mol 해리</a:t>
            </a:r>
          </a:p>
          <a:p>
            <a:r>
              <a:t/>
            </a:r>
          </a:p>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② 436 kJ 흡수, ΔH &gt; 0</a:t>
            </a:r>
          </a:p>
        </p:txBody>
      </p:sp>
    </p:spTree>
    <p:extLst>
      <p:ext uri="{BB962C8B-B14F-4D97-AF65-F5344CB8AC3E}">
        <ns4:creationId val="580442859"/>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1A6C9085-B970-4F14-9A35-141BCC3AD9B2}"/>
              </a:ext>
            </a:extLst>
          </p:cNvPr>
          <p:cNvPicPr>
            <a:picLocks noChangeAspect="1"/>
          </p:cNvPicPr>
          <p:nvPr/>
        </p:nvPicPr>
        <p:blipFill>
          <a:blip ns3:embed="Ra0760faccbc9490a"/>
          <a:stretch/>
        </p:blipFill>
        <p:spPr>
          <a:xfrm>
            <a:off x="16941800" y="382588"/>
            <a:ext cx="1028700" cy="733425"/>
          </a:xfrm>
          <a:prstGeom prst="rect">
            <a:avLst/>
          </a:prstGeom>
        </p:spPr>
      </p:pic>
      <p:sp>
        <p:nvSpPr>
          <p:cNvPr id="2" name="part_heading">
            <a:extLst>
              <a:ext uri="{FF2B5EF4-FFF2-40B4-BE49-F238E27FC236}">
                <ns2:creationId id="{948C1AD1-E154-4186-ADD8-A2F10A34F80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88DBB6DF-B849-48AB-B7B2-4552CCD9D6F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5978D85-E7AC-4E19-9352-5C28FB6FB2D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copyright">
            <a:extLst>
              <a:ext uri="{FF2B5EF4-FFF2-40B4-BE49-F238E27FC236}">
                <ns2:creationId id="{91874D35-EDEC-4D77-B398-B0A29216BFE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70D88D02-6487-46DA-A462-3E39A77361F6}"/>
              </a:ext>
            </a:extLst>
          </p:cNvPr>
          <p:cNvSpPr>
            <a:spLocks noGrp="1"/>
          </p:cNvSpPr>
          <p:nvPr/>
        </p:nvSpPr>
        <p:spPr>
          <a:xfrm>
            <a:off x="1381125" y="3048000"/>
            <a:ext cx="90487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에너지를 방출한다</a:t>
            </a:r>
          </a:p>
        </p:txBody>
      </p:sp>
      <p:pic>
        <p:nvPicPr>
          <p:cNvPr id="7" name="">
            <a:extLst>
              <a:ext uri="{FF2B5EF4-FFF2-40B4-BE49-F238E27FC236}">
                <ns2:creationId id="{41F0CF80-8759-47FA-973B-A7B4AD71CDC8}"/>
              </a:ext>
            </a:extLst>
          </p:cNvPr>
          <p:cNvPicPr>
            <a:picLocks noChangeAspect="1"/>
          </p:cNvPicPr>
          <p:nvPr/>
        </p:nvPicPr>
        <p:blipFill>
          <a:blip ns3:embed="R66723e885e8444b9"/>
          <a:stretch/>
        </p:blipFill>
        <p:spPr>
          <a:xfrm>
            <a:off x="10572750" y="3636256"/>
            <a:ext cx="6572250" cy="4919488"/>
          </a:xfrm>
          <a:prstGeom prst="rect">
            <a:avLst/>
          </a:prstGeom>
        </p:spPr>
      </p:pic>
      <p:sp>
        <p:nvSpPr>
          <p:cNvPr id="8" name="formation-equation">
            <a:extLst>
              <a:ext uri="{FF2B5EF4-FFF2-40B4-BE49-F238E27FC236}">
                <ns2:creationId id="{0D5B8167-B112-4F4C-B1F5-AF62BC3D9FAA}"/>
              </a:ext>
            </a:extLst>
          </p:cNvPr>
          <p:cNvSpPr>
            <a:spLocks noGrp="1"/>
          </p:cNvSpPr>
          <p:nvPr/>
        </p:nvSpPr>
        <p:spPr>
          <a:xfrm>
            <a:off x="1428750" y="5905500"/>
            <a:ext cx="8858250" cy="762000"/>
          </a:xfrm>
          <a:prstGeom prst="rect">
            <a:avLst/>
          </a:prstGeom>
          <a:noFill/>
          <a:ln w="0">
            <a:noFill/>
          </a:ln>
        </p:spPr>
        <p:txBody>
          <a:bodyPr wrap="none" lIns="0" tIns="0" rIns="0" bIns="0" anchor="t">
            <a:noAutofit/>
          </a:bodyPr>
          <a:lstStyle>
            <a:defPPr algn="l">
              <a:defRPr sz="3225" b="0">
                <a:solidFill>
                  <a:srgbClr val="111111"/>
                </a:solidFill>
                <a:latin typeface="Pretendard"/>
                <a:ea typeface="Pretendard"/>
                <a:cs typeface="Pretendard"/>
              </a:defRPr>
            </a:defPPr>
            <a:lvl1pPr algn="l">
              <a:defRPr sz="3225" b="0">
                <a:solidFill>
                  <a:srgbClr val="111111"/>
                </a:solidFill>
                <a:latin typeface="Pretendard"/>
                <a:ea typeface="Pretendard"/>
                <a:cs typeface="Pretendard"/>
              </a:defRPr>
            </a:lvl1pPr>
            <a:lvl2pPr algn="l">
              <a:defRPr sz="3225" b="0">
                <a:solidFill>
                  <a:srgbClr val="111111"/>
                </a:solidFill>
                <a:latin typeface="Pretendard"/>
                <a:ea typeface="Pretendard"/>
                <a:cs typeface="Pretendard"/>
              </a:defRPr>
            </a:lvl2pPr>
            <a:lvl3pPr algn="l">
              <a:defRPr sz="3225" b="0">
                <a:solidFill>
                  <a:srgbClr val="111111"/>
                </a:solidFill>
                <a:latin typeface="Pretendard"/>
                <a:ea typeface="Pretendard"/>
                <a:cs typeface="Pretendard"/>
              </a:defRPr>
            </a:lvl3pPr>
            <a:lvl4pPr algn="l">
              <a:defRPr sz="3225" b="0">
                <a:solidFill>
                  <a:srgbClr val="111111"/>
                </a:solidFill>
                <a:latin typeface="Pretendard"/>
                <a:ea typeface="Pretendard"/>
                <a:cs typeface="Pretendard"/>
              </a:defRPr>
            </a:lvl4pPr>
            <a:lvl5pPr algn="l">
              <a:defRPr sz="3225" b="0">
                <a:solidFill>
                  <a:srgbClr val="111111"/>
                </a:solidFill>
                <a:latin typeface="Pretendard"/>
                <a:ea typeface="Pretendard"/>
                <a:cs typeface="Pretendard"/>
              </a:defRPr>
            </a:lvl5pPr>
            <a:lvl6pPr algn="l">
              <a:defRPr sz="3225" b="0">
                <a:solidFill>
                  <a:srgbClr val="111111"/>
                </a:solidFill>
                <a:latin typeface="Pretendard"/>
                <a:ea typeface="Pretendard"/>
                <a:cs typeface="Pretendard"/>
              </a:defRPr>
            </a:lvl6pPr>
            <a:lvl7pPr algn="l">
              <a:defRPr sz="3225" b="0">
                <a:solidFill>
                  <a:srgbClr val="111111"/>
                </a:solidFill>
                <a:latin typeface="Pretendard"/>
                <a:ea typeface="Pretendard"/>
                <a:cs typeface="Pretendard"/>
              </a:defRPr>
            </a:lvl7pPr>
            <a:lvl8pPr algn="l">
              <a:defRPr sz="3225" b="0">
                <a:solidFill>
                  <a:srgbClr val="111111"/>
                </a:solidFill>
                <a:latin typeface="Pretendard"/>
                <a:ea typeface="Pretendard"/>
                <a:cs typeface="Pretendard"/>
              </a:defRPr>
            </a:lvl8pPr>
            <a:lvl9pPr algn="l">
              <a:defRPr sz="3225" b="0">
                <a:solidFill>
                  <a:srgbClr val="111111"/>
                </a:solidFill>
                <a:latin typeface="Pretendard"/>
                <a:ea typeface="Pretendard"/>
                <a:cs typeface="Pretendard"/>
              </a:defRPr>
            </a:lvl9pPr>
          </a:lstStyle>
          <a:p>
            <a:pPr algn="l">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2H(</a:t>
            </a:r>
            <a:r>
              <a:rPr sz="3225" b="0" i="1">
                <a:solidFill>
                  <a:srgbClr val="111111"/>
                </a:solidFill>
                <a:latin typeface="Pretendard"/>
                <a:ea typeface="Pretendard"/>
                <a:cs typeface="Pretendard"/>
              </a:rPr>
              <a:t>g</a:t>
            </a:r>
            <a:r>
              <a:rPr sz="3225" b="0">
                <a:solidFill>
                  <a:srgbClr val="111111"/>
                </a:solidFill>
                <a:latin typeface="Pretendard"/>
                <a:ea typeface="Pretendard"/>
                <a:cs typeface="Pretendard"/>
              </a:rPr>
              <a:t>) → H₂(</a:t>
            </a:r>
            <a:r>
              <a:rPr sz="3225" b="0" i="1">
                <a:solidFill>
                  <a:srgbClr val="111111"/>
                </a:solidFill>
                <a:latin typeface="Pretendard"/>
                <a:ea typeface="Pretendard"/>
                <a:cs typeface="Pretendard"/>
              </a:rPr>
              <a:t>g</a:t>
            </a:r>
            <a:r>
              <a:rPr sz="3225" b="0">
                <a:solidFill>
                  <a:srgbClr val="111111"/>
                </a:solidFill>
                <a:latin typeface="Pretendard"/>
                <a:ea typeface="Pretendard"/>
                <a:cs typeface="Pretendard"/>
              </a:rPr>
              <a:t>)     ΔH = −436 kJ</a:t>
            </a:r>
          </a:p>
        </p:txBody>
      </p:sp>
      <p:sp>
        <p:nvSpPr>
          <p:cNvPr id="9" name="bond-count">
            <a:extLst>
              <a:ext uri="{FF2B5EF4-FFF2-40B4-BE49-F238E27FC236}">
                <ns2:creationId id="{61CD3D60-1D18-4FCD-829C-ACE4FCE813DE}"/>
              </a:ext>
            </a:extLst>
          </p:cNvPr>
          <p:cNvSpPr>
            <a:spLocks noGrp="1"/>
          </p:cNvSpPr>
          <p:nvPr/>
        </p:nvSpPr>
        <p:spPr>
          <a:xfrm>
            <a:off x="1619250" y="7334250"/>
            <a:ext cx="8572500" cy="1762125"/>
          </a:xfrm>
          <a:prstGeom prst="rect">
            <a:avLst/>
          </a:prstGeom>
          <a:noFill/>
          <a:ln w="0">
            <a:noFill/>
          </a:ln>
        </p:spPr>
        <p:txBody>
          <a:bodyPr wrap="none" lIns="0" tIns="0" rIns="0" bIns="0" anchor="t">
            <a:noAutofit/>
          </a:bodyPr>
          <a:lstStyle>
            <a:defPPr algn="l">
              <a:defRPr sz="2925" b="0">
                <a:solidFill>
                  <a:srgbClr val="111111"/>
                </a:solidFill>
                <a:latin typeface="Pretendard"/>
                <a:ea typeface="Pretendard"/>
                <a:cs typeface="Pretendard"/>
              </a:defRPr>
            </a:defPPr>
            <a:lvl1pPr algn="l">
              <a:defRPr sz="2925" b="0">
                <a:solidFill>
                  <a:srgbClr val="111111"/>
                </a:solidFill>
                <a:latin typeface="Pretendard"/>
                <a:ea typeface="Pretendard"/>
                <a:cs typeface="Pretendard"/>
              </a:defRPr>
            </a:lvl1pPr>
            <a:lvl2pPr algn="l">
              <a:defRPr sz="2925" b="0">
                <a:solidFill>
                  <a:srgbClr val="111111"/>
                </a:solidFill>
                <a:latin typeface="Pretendard"/>
                <a:ea typeface="Pretendard"/>
                <a:cs typeface="Pretendard"/>
              </a:defRPr>
            </a:lvl2pPr>
            <a:lvl3pPr algn="l">
              <a:defRPr sz="2925" b="0">
                <a:solidFill>
                  <a:srgbClr val="111111"/>
                </a:solidFill>
                <a:latin typeface="Pretendard"/>
                <a:ea typeface="Pretendard"/>
                <a:cs typeface="Pretendard"/>
              </a:defRPr>
            </a:lvl3pPr>
            <a:lvl4pPr algn="l">
              <a:defRPr sz="2925" b="0">
                <a:solidFill>
                  <a:srgbClr val="111111"/>
                </a:solidFill>
                <a:latin typeface="Pretendard"/>
                <a:ea typeface="Pretendard"/>
                <a:cs typeface="Pretendard"/>
              </a:defRPr>
            </a:lvl4pPr>
            <a:lvl5pPr algn="l">
              <a:defRPr sz="2925" b="0">
                <a:solidFill>
                  <a:srgbClr val="111111"/>
                </a:solidFill>
                <a:latin typeface="Pretendard"/>
                <a:ea typeface="Pretendard"/>
                <a:cs typeface="Pretendard"/>
              </a:defRPr>
            </a:lvl5pPr>
            <a:lvl6pPr algn="l">
              <a:defRPr sz="2925" b="0">
                <a:solidFill>
                  <a:srgbClr val="111111"/>
                </a:solidFill>
                <a:latin typeface="Pretendard"/>
                <a:ea typeface="Pretendard"/>
                <a:cs typeface="Pretendard"/>
              </a:defRPr>
            </a:lvl6pPr>
            <a:lvl7pPr algn="l">
              <a:defRPr sz="2925" b="0">
                <a:solidFill>
                  <a:srgbClr val="111111"/>
                </a:solidFill>
                <a:latin typeface="Pretendard"/>
                <a:ea typeface="Pretendard"/>
                <a:cs typeface="Pretendard"/>
              </a:defRPr>
            </a:lvl7pPr>
            <a:lvl8pPr algn="l">
              <a:defRPr sz="2925" b="0">
                <a:solidFill>
                  <a:srgbClr val="111111"/>
                </a:solidFill>
                <a:latin typeface="Pretendard"/>
                <a:ea typeface="Pretendard"/>
                <a:cs typeface="Pretendard"/>
              </a:defRPr>
            </a:lvl8pPr>
            <a:lvl9pPr algn="l">
              <a:defRPr sz="2925" b="0">
                <a:solidFill>
                  <a:srgbClr val="111111"/>
                </a:solidFill>
                <a:latin typeface="Pretendard"/>
                <a:ea typeface="Pretendard"/>
                <a:cs typeface="Pretendard"/>
              </a:defRPr>
            </a:lvl9pPr>
          </a:lstStyle>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① H–H 결합 1 mol 형성</a:t>
            </a:r>
          </a:p>
          <a:p>
            <a:r>
              <a:t/>
            </a:r>
          </a:p>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② 해리와 크기는 같고 부호는 반대</a:t>
            </a:r>
          </a:p>
        </p:txBody>
      </p:sp>
    </p:spTree>
    <p:extLst>
      <p:ext uri="{BB962C8B-B14F-4D97-AF65-F5344CB8AC3E}">
        <ns4:creationId val="163938747"/>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A3BCA2F0-27A6-4CA8-B891-5C48570AF845}"/>
              </a:ext>
            </a:extLst>
          </p:cNvPr>
          <p:cNvPicPr>
            <a:picLocks noChangeAspect="1"/>
          </p:cNvPicPr>
          <p:nvPr/>
        </p:nvPicPr>
        <p:blipFill>
          <a:blip ns3:embed="R2fc39d590b7545b4"/>
          <a:stretch/>
        </p:blipFill>
        <p:spPr>
          <a:xfrm>
            <a:off x="16941800" y="382588"/>
            <a:ext cx="1028700" cy="733425"/>
          </a:xfrm>
          <a:prstGeom prst="rect">
            <a:avLst/>
          </a:prstGeom>
        </p:spPr>
      </p:pic>
      <p:sp>
        <p:nvSpPr>
          <p:cNvPr id="2" name="part_heading">
            <a:extLst>
              <a:ext uri="{FF2B5EF4-FFF2-40B4-BE49-F238E27FC236}">
                <ns2:creationId id="{F19E233F-9851-4983-84FC-FC8AD398721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3FB2523F-A3F2-4479-A778-D19E3B46ECF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0DA79DB-5018-4944-B618-40833BA2F46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06978F0A-F74D-4CE3-8536-F84AEB8E285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E3ED8034-F77C-40FE-A024-4E44F0214F1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4973C5E4-3590-44D0-8B04-B316BD43E4C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48F74D7-2DBB-489C-83BD-CEE85E1EFDAA}"/>
              </a:ext>
            </a:extLst>
          </p:cNvPr>
          <p:cNvPicPr>
            <a:picLocks noChangeAspect="1"/>
          </p:cNvPicPr>
          <p:nvPr/>
        </p:nvPicPr>
        <p:blipFill>
          <a:blip ns3:embed="Rd9f1658db6584391"/>
          <a:stretch/>
        </p:blipFill>
        <p:spPr>
          <a:xfrm>
            <a:off x="1578835" y="4476750"/>
            <a:ext cx="9986830" cy="5334000"/>
          </a:xfrm>
          <a:prstGeom prst="rect">
            <a:avLst/>
          </a:prstGeom>
        </p:spPr>
      </p:pic>
      <p:sp>
        <p:nvSpPr>
          <p:cNvPr id="9" name="reading-card-1">
            <a:extLst>
              <a:ext uri="{FF2B5EF4-FFF2-40B4-BE49-F238E27FC236}">
                <ns2:creationId id="{32F60ED2-74FE-40AF-A303-FADBFFE08E19}"/>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28D47168-F040-421B-80D5-929001945B13}"/>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F17FDC2C-54A5-4399-82F3-953C106E3F26}"/>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2DF509F8-64A5-4DAD-A85C-C69F2B376CC7}"/>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56CF5E74-1D08-4C74-9D0E-00ABDA69F9E8}"/>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3135DC96-3B5F-49F9-8E34-C9EE4DF4B195}"/>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826946B4-4AC2-4A60-BB39-B9485059580F}"/>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A72E0EF9-3499-43EE-B51C-34F149AED87A}"/>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807B21EE-2A19-47BA-9B37-72587B86F58D}"/>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FA37775F-084D-40BF-8735-CE4AB50F0381}"/>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E615F44A-9FD5-4447-A9A6-3263FEDDCD30}"/>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79230D96-F6C3-4135-AC3E-BA751D419138}"/>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E51E1AC7-0F69-4F2D-812E-4E905A08CED8}"/>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DAC84EF0-222D-4C46-BD06-67E3F2A6F81E}"/>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D0EC3913-EF29-400C-B254-185D13F4E0FF}"/>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1089780694"/>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67C868BB-CD4C-4B91-9638-903807316494}"/>
              </a:ext>
            </a:extLst>
          </p:cNvPr>
          <p:cNvPicPr>
            <a:picLocks noChangeAspect="1"/>
          </p:cNvPicPr>
          <p:nvPr/>
        </p:nvPicPr>
        <p:blipFill>
          <a:blip ns3:embed="R76ea187287b14a10"/>
          <a:stretch/>
        </p:blipFill>
        <p:spPr>
          <a:xfrm>
            <a:off x="16941800" y="382588"/>
            <a:ext cx="1028700" cy="733425"/>
          </a:xfrm>
          <a:prstGeom prst="rect">
            <a:avLst/>
          </a:prstGeom>
        </p:spPr>
      </p:pic>
      <p:sp>
        <p:nvSpPr>
          <p:cNvPr id="2" name="part_heading">
            <a:extLst>
              <a:ext uri="{FF2B5EF4-FFF2-40B4-BE49-F238E27FC236}">
                <ns2:creationId id="{5D63042C-593B-44F7-A0C7-6BC28399C5F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3D34286-0C45-4B92-B062-47C8185A1C9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8F9AEF1-650D-47B2-BD46-BABC070C729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D210F478-E718-4769-9C98-D4125231BF4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3F55F372-8ABA-4C3B-BC62-B5FDECF1C3D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8E8DC75E-9A42-4C0F-8530-4ECDA66D1B6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F920C4F-52C7-4D03-8961-D4D8C5A6DFE2}"/>
              </a:ext>
            </a:extLst>
          </p:cNvPr>
          <p:cNvPicPr>
            <a:picLocks noChangeAspect="1"/>
          </p:cNvPicPr>
          <p:nvPr/>
        </p:nvPicPr>
        <p:blipFill>
          <a:blip ns3:embed="Rc59e22131e89445b"/>
          <a:stretch/>
        </p:blipFill>
        <p:spPr>
          <a:xfrm>
            <a:off x="5869781" y="4191000"/>
            <a:ext cx="6548438" cy="714375"/>
          </a:xfrm>
          <a:prstGeom prst="rect">
            <a:avLst/>
          </a:prstGeom>
        </p:spPr>
      </p:pic>
      <p:pic>
        <p:nvPicPr>
          <p:cNvPr id="9" name="">
            <a:extLst>
              <a:ext uri="{FF2B5EF4-FFF2-40B4-BE49-F238E27FC236}">
                <ns2:creationId id="{9293998F-8D8F-4CE2-9ECE-90D9AC92BC35}"/>
              </a:ext>
            </a:extLst>
          </p:cNvPr>
          <p:cNvPicPr>
            <a:picLocks noChangeAspect="1"/>
          </p:cNvPicPr>
          <p:nvPr/>
        </p:nvPicPr>
        <p:blipFill>
          <a:blip ns3:embed="R97a051dee6f346b6"/>
          <a:stretch/>
        </p:blipFill>
        <p:spPr>
          <a:xfrm>
            <a:off x="3437359" y="5143500"/>
            <a:ext cx="11413282" cy="3190875"/>
          </a:xfrm>
          <a:prstGeom prst="rect">
            <a:avLst/>
          </a:prstGeom>
        </p:spPr>
      </p:pic>
      <p:sp>
        <p:nvSpPr>
          <p:cNvPr id="10" name="conclusion-box">
            <a:extLst>
              <a:ext uri="{FF2B5EF4-FFF2-40B4-BE49-F238E27FC236}">
                <ns2:creationId id="{6271D4D8-CAC7-4DA7-9167-34109C57A1B7}"/>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9289FF87-C904-4B91-B00F-8B4ED0C109E2}"/>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812691092"/>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571B7F71-0D10-448C-B493-43E1F0630D1B}"/>
              </a:ext>
            </a:extLst>
          </p:cNvPr>
          <p:cNvPicPr>
            <a:picLocks noChangeAspect="1"/>
          </p:cNvPicPr>
          <p:nvPr/>
        </p:nvPicPr>
        <p:blipFill>
          <a:blip ns3:embed="R90e377ed3d3d47aa"/>
          <a:stretch/>
        </p:blipFill>
        <p:spPr>
          <a:xfrm>
            <a:off x="16941800" y="382588"/>
            <a:ext cx="1028700" cy="733425"/>
          </a:xfrm>
          <a:prstGeom prst="rect">
            <a:avLst/>
          </a:prstGeom>
        </p:spPr>
      </p:pic>
      <p:sp>
        <p:nvSpPr>
          <p:cNvPr id="2" name="part_heading">
            <a:extLst>
              <a:ext uri="{FF2B5EF4-FFF2-40B4-BE49-F238E27FC236}">
                <ns2:creationId id="{8E8A1B1A-9E23-4EDF-A453-426C2226241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83F518F6-67A3-414D-B65B-9F4BAF79C41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1193FEA-CDD2-4B36-AAE1-B558991FE3A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5C00ACC7-7CC1-4709-A633-E1017997987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AC178A02-4464-4695-BB73-6C4B33B8E53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copyright">
            <a:extLst>
              <a:ext uri="{FF2B5EF4-FFF2-40B4-BE49-F238E27FC236}">
                <ns2:creationId id="{23A98212-B5D0-4D26-BE38-9AE2217C8FB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D0617F67-3536-4DBF-A418-F51D91B7414E}"/>
              </a:ext>
            </a:extLst>
          </p:cNvPr>
          <p:cNvSpPr>
            <a:spLocks noGrp="1"/>
          </p:cNvSpPr>
          <p:nvPr/>
        </p:nvSpPr>
        <p:spPr>
          <a:xfrm>
            <a:off x="2286000" y="4857750"/>
            <a:ext cx="13716000" cy="3333750"/>
          </a:xfrm>
          <a:prstGeom prst="roundRect">
            <a:avLst>
              <a:gd name="adj" fmla="val 6286"/>
            </a:avLst>
          </a:prstGeom>
          <a:solidFill>
            <a:srgbClr val="252525"/>
          </a:solidFill>
          <a:ln w="0">
            <a:noFill/>
          </a:ln>
        </p:spPr>
      </p:sp>
      <p:graphicFrame>
        <p:nvGraphicFramePr>
          <p:cNvPr id="9" name="">
            <a:extLst>
              <a:ext uri="{FF2B5EF4-FFF2-40B4-BE49-F238E27FC236}">
                <ns2:creationId id="{AD6C9425-8948-4088-B9A8-33DD49EFF160}"/>
              </a:ext>
            </a:extLst>
          </p:cNvPr>
          <p:cNvGraphicFramePr/>
          <p:nvPr/>
        </p:nvGraphicFramePr>
        <p:xfrm>
          <a:off x="2628900" y="5086350"/>
          <a:ext cx="13030200" cy="2876550"/>
        </p:xfrm>
        <a:graphic>
          <a:graphicData uri="http://schemas.openxmlformats.org/drawingml/2006/table">
            <a:tbl>
              <a:tblPr/>
              <a:tblGrid>
                <a:gridCol w="3167063"/>
                <a:gridCol w="4071938"/>
                <a:gridCol w="5791200"/>
              </a:tblGrid>
              <a:tr h="719138">
                <a:tc>
                  <a:txBody>
                    <a:bodyPr lIns="114300" tIns="114300" rIns="114300" bIns="114300"/>
                    <a:lstStyle/>
                    <a:p>
                      <a:pPr algn="l"/>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5EFD441B-FA47-4A7F-80C3-671CC15C7BA2}"/>
              </a:ext>
            </a:extLst>
          </p:cNvPr>
          <p:cNvSpPr>
            <a:spLocks noGrp="1"/>
          </p:cNvSpPr>
          <p:nvPr/>
        </p:nvSpPr>
        <p:spPr>
          <a:xfrm>
            <a:off x="2628900" y="5805488"/>
            <a:ext cx="13030200" cy="14288"/>
          </a:xfrm>
          <a:prstGeom prst="rect">
            <a:avLst/>
          </a:prstGeom>
          <a:solidFill>
            <a:srgbClr val="777777"/>
          </a:solidFill>
          <a:ln w="0">
            <a:noFill/>
          </a:ln>
        </p:spPr>
      </p:sp>
      <p:sp>
        <p:nvSpPr>
          <p:cNvPr id="11" name="table-row-rule-2">
            <a:extLst>
              <a:ext uri="{FF2B5EF4-FFF2-40B4-BE49-F238E27FC236}">
                <ns2:creationId id="{3540C7E9-3A53-4D57-BC9B-D69518F4CFA1}"/>
              </a:ext>
            </a:extLst>
          </p:cNvPr>
          <p:cNvSpPr>
            <a:spLocks noGrp="1"/>
          </p:cNvSpPr>
          <p:nvPr/>
        </p:nvSpPr>
        <p:spPr>
          <a:xfrm>
            <a:off x="2628900" y="6524625"/>
            <a:ext cx="13030200" cy="14288"/>
          </a:xfrm>
          <a:prstGeom prst="rect">
            <a:avLst/>
          </a:prstGeom>
          <a:solidFill>
            <a:srgbClr val="777777"/>
          </a:solidFill>
          <a:ln w="0">
            <a:noFill/>
          </a:ln>
        </p:spPr>
      </p:sp>
      <p:sp>
        <p:nvSpPr>
          <p:cNvPr id="12" name="table-row-rule-3">
            <a:extLst>
              <a:ext uri="{FF2B5EF4-FFF2-40B4-BE49-F238E27FC236}">
                <ns2:creationId id="{37034B46-3485-4E19-8F1A-C864D8BEB601}"/>
              </a:ext>
            </a:extLst>
          </p:cNvPr>
          <p:cNvSpPr>
            <a:spLocks noGrp="1"/>
          </p:cNvSpPr>
          <p:nvPr/>
        </p:nvSpPr>
        <p:spPr>
          <a:xfrm>
            <a:off x="2628900" y="7243763"/>
            <a:ext cx="13030200" cy="14288"/>
          </a:xfrm>
          <a:prstGeom prst="rect">
            <a:avLst/>
          </a:prstGeom>
          <a:solidFill>
            <a:srgbClr val="777777"/>
          </a:solidFill>
          <a:ln w="0">
            <a:noFill/>
          </a:ln>
        </p:spPr>
      </p:sp>
      <p:sp>
        <p:nvSpPr>
          <p:cNvPr id="13" name="takeaway-box">
            <a:extLst>
              <a:ext uri="{FF2B5EF4-FFF2-40B4-BE49-F238E27FC236}">
                <ns2:creationId id="{33D79586-7D1C-48F6-9DA5-3E2C15A1ACDC}"/>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A908CA55-5955-4126-8CD5-5113AA555EB2}"/>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563393489"/>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F149905E-67BF-4768-9352-4F088B4EB7A4}"/>
              </a:ext>
            </a:extLst>
          </p:cNvPr>
          <p:cNvPicPr>
            <a:picLocks noChangeAspect="1"/>
          </p:cNvPicPr>
          <p:nvPr/>
        </p:nvPicPr>
        <p:blipFill>
          <a:blip ns3:embed="R973324ce909b4255"/>
          <a:stretch/>
        </p:blipFill>
        <p:spPr>
          <a:xfrm>
            <a:off x="16941800" y="382588"/>
            <a:ext cx="1028700" cy="733425"/>
          </a:xfrm>
          <a:prstGeom prst="rect">
            <a:avLst/>
          </a:prstGeom>
        </p:spPr>
      </p:pic>
      <p:sp>
        <p:nvSpPr>
          <p:cNvPr id="2" name="part_heading">
            <a:extLst>
              <a:ext uri="{FF2B5EF4-FFF2-40B4-BE49-F238E27FC236}">
                <ns2:creationId id="{D6D5DEF3-987F-4785-836B-BCCE0AB268A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BCD4FED2-396D-448E-8967-488CFBCDBF8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7C8BE8D-5F90-499C-81A5-6A8D51457EB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8FB712F2-72DB-4F99-B6D9-A780F8CA705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D6B46B32-F01B-4431-8173-68C74CF6D00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copyright">
            <a:extLst>
              <a:ext uri="{FF2B5EF4-FFF2-40B4-BE49-F238E27FC236}">
                <ns2:creationId id="{2452C88B-82BD-41A0-950A-985B324F7CD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9AE51F4-B520-412D-B7CD-708DD379E9B5}"/>
              </a:ext>
            </a:extLst>
          </p:cNvPr>
          <p:cNvPicPr>
            <a:picLocks noChangeAspect="1"/>
          </p:cNvPicPr>
          <p:nvPr/>
        </p:nvPicPr>
        <p:blipFill>
          <a:blip ns3:embed="R1a75b902d9ec426b"/>
          <a:stretch/>
        </p:blipFill>
        <p:spPr>
          <a:xfrm>
            <a:off x="2136321" y="4676775"/>
            <a:ext cx="14015357" cy="714375"/>
          </a:xfrm>
          <a:prstGeom prst="rect">
            <a:avLst/>
          </a:prstGeom>
        </p:spPr>
      </p:pic>
      <p:sp>
        <p:nvSpPr>
          <p:cNvPr id="9" name="step-strip-0">
            <a:extLst>
              <a:ext uri="{FF2B5EF4-FFF2-40B4-BE49-F238E27FC236}">
                <ns2:creationId id="{52CE32C8-F6AB-4F47-B1E1-8B97DB219714}"/>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F89051F5-7663-4EF3-BDCB-2DB15D3A46C6}"/>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279B9090-F7C5-4AE8-AEAD-108F6D345D8F}"/>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7B64890E-15F3-43C0-9056-4A452AE5F6B8}"/>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FC4E9D55-CC0D-4CEF-B96B-BA288CD63C8F}"/>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78563317-3BD0-4C68-9AAA-430067E1C3B9}"/>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0ECB8562-B9E3-4DE6-8A59-E7144020B746}"/>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330F99B4-3BA2-4C31-9087-5A388FB5DFCF}"/>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ACDDB9AD-CDBF-4995-974F-223E893B7D27}"/>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30DB8354-28F9-43AA-9471-1D250046C91F}"/>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9FE81B5C-B9FB-4BA4-BB2C-3B3D6CC7352A}"/>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FBC78CC7-6375-4AB9-864F-3A06811257A6}"/>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65F88F41-324E-4B5F-AC17-4316827A110F}"/>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2EDD9CBC-2D9D-456E-B369-377BCAFDD75B}"/>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007C7967-9C1D-40D7-92B1-7BE95777E55E}"/>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Tree>
    <p:extLst>
      <p:ext uri="{BB962C8B-B14F-4D97-AF65-F5344CB8AC3E}">
        <ns4:creationId val="1572137503"/>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E0B56F57-23B3-44B8-ACC2-CEAF49D1575F}"/>
              </a:ext>
            </a:extLst>
          </p:cNvPr>
          <p:cNvPicPr>
            <a:picLocks noChangeAspect="1"/>
          </p:cNvPicPr>
          <p:nvPr/>
        </p:nvPicPr>
        <p:blipFill>
          <a:blip ns3:embed="R159b4a3312f54480"/>
          <a:stretch/>
        </p:blipFill>
        <p:spPr>
          <a:xfrm>
            <a:off x="16941800" y="382588"/>
            <a:ext cx="1028700" cy="733425"/>
          </a:xfrm>
          <a:prstGeom prst="rect">
            <a:avLst/>
          </a:prstGeom>
        </p:spPr>
      </p:pic>
      <p:sp>
        <p:nvSpPr>
          <p:cNvPr id="2" name="part_heading">
            <a:extLst>
              <a:ext uri="{FF2B5EF4-FFF2-40B4-BE49-F238E27FC236}">
                <ns2:creationId id="{2EB6AFA4-A659-4C79-8107-313183D6AC8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EA839201-C91C-4838-8517-B3C9D324EE2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118D9A0-AAC4-4A95-8CA8-C9DBBF2465D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9A74F405-154F-4D7B-AA46-84985AA8723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61FE3FA6-1D9E-4CB1-91B3-C376E9609A2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40F62DBC-3D6A-4B41-B664-EC72D512BA9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DA36759A-6E8F-4B2B-B850-FB0250E89A64}"/>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1D8A16F5-D215-4E07-B8A9-5E496AE0FE96}"/>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AB4AD91C-12C9-4FC0-BAB1-2732100D17BD}"/>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AD3EDCC8-EA9F-43F3-ACE5-535D86DE041B}"/>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EC862004-379E-4353-B08C-2BD1A4AFCA90}"/>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3F63D194-B8C5-4346-823C-CDFDF44970F4}"/>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477C50CF-7F31-401E-B39F-21998129F4E6}"/>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6BF680F9-7013-46B1-9AF6-27EDBD29E84C}"/>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D06DA406-B104-4029-8AAF-8113B6011DC2}"/>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ΔH ≈ −470 kJ</a:t>
            </a:r>
          </a:p>
        </p:txBody>
      </p:sp>
      <p:pic>
        <p:nvPicPr>
          <p:cNvPr id="17" name="">
            <a:extLst>
              <a:ext uri="{FF2B5EF4-FFF2-40B4-BE49-F238E27FC236}">
                <ns2:creationId id="{3DA01B3E-15EA-44E9-AFCB-A153E3F2A98F}"/>
              </a:ext>
            </a:extLst>
          </p:cNvPr>
          <p:cNvPicPr>
            <a:picLocks noChangeAspect="1"/>
          </p:cNvPicPr>
          <p:nvPr/>
        </p:nvPicPr>
        <p:blipFill>
          <a:blip ns3:embed="Rc5900f0eee82415a"/>
          <a:stretch/>
        </p:blipFill>
        <p:spPr>
          <a:xfrm>
            <a:off x="1895084" y="8096250"/>
            <a:ext cx="14497833" cy="723900"/>
          </a:xfrm>
          <a:prstGeom prst="rect">
            <a:avLst/>
          </a:prstGeom>
        </p:spPr>
      </p:pic>
    </p:spTree>
    <p:extLst>
      <p:ext uri="{BB962C8B-B14F-4D97-AF65-F5344CB8AC3E}">
        <ns4:creationId val="1079163201"/>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61CA94C6-8FE1-4A43-97B1-FE8249EC29D7}"/>
              </a:ext>
            </a:extLst>
          </p:cNvPr>
          <p:cNvPicPr>
            <a:picLocks noChangeAspect="1"/>
          </p:cNvPicPr>
          <p:nvPr/>
        </p:nvPicPr>
        <p:blipFill>
          <a:blip ns3:embed="R3d6b0450e8ca4898"/>
          <a:stretch/>
        </p:blipFill>
        <p:spPr>
          <a:xfrm>
            <a:off x="16941800" y="382588"/>
            <a:ext cx="1028700" cy="733425"/>
          </a:xfrm>
          <a:prstGeom prst="rect">
            <a:avLst/>
          </a:prstGeom>
        </p:spPr>
      </p:pic>
      <p:sp>
        <p:nvSpPr>
          <p:cNvPr id="2" name="part_heading">
            <a:extLst>
              <a:ext uri="{FF2B5EF4-FFF2-40B4-BE49-F238E27FC236}">
                <ns2:creationId id="{BA7EC382-CE0C-4BFA-BC56-3DB58570539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8DD2541C-F37E-48DB-916B-1B7240C500ED}"/>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D8810F23-C5B3-4189-9860-3DECA5EAC90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5" name="explanation">
            <a:extLst>
              <a:ext uri="{FF2B5EF4-FFF2-40B4-BE49-F238E27FC236}">
                <ns2:creationId id="{E11EF3D1-DEAC-4661-88B3-137DF530250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6" name="copyright">
            <a:extLst>
              <a:ext uri="{FF2B5EF4-FFF2-40B4-BE49-F238E27FC236}">
                <ns2:creationId id="{B334603A-AC65-443F-B1A0-520709C6A06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9EE6A265-648A-4D8B-ADDF-B20053C94CAC}"/>
              </a:ext>
            </a:extLst>
          </p:cNvPr>
          <p:cNvSpPr>
            <a:spLocks noGrp="1"/>
          </p:cNvSpPr>
          <p:nvPr/>
        </p:nvSpPr>
        <p:spPr>
          <a:xfrm>
            <a:off x="1905000" y="4762500"/>
            <a:ext cx="14478000" cy="4286250"/>
          </a:xfrm>
          <a:prstGeom prst="roundRect">
            <a:avLst>
              <a:gd name="adj" fmla="val 4889"/>
            </a:avLst>
          </a:prstGeom>
          <a:solidFill>
            <a:srgbClr val="252525"/>
          </a:solidFill>
          <a:ln w="0">
            <a:noFill/>
          </a:ln>
        </p:spPr>
      </p:sp>
      <p:graphicFrame>
        <p:nvGraphicFramePr>
          <p:cNvPr id="8" name="">
            <a:extLst>
              <a:ext uri="{FF2B5EF4-FFF2-40B4-BE49-F238E27FC236}">
                <ns2:creationId id="{CD2B326C-E42B-4F6E-9C88-0A6BE39640CC}"/>
              </a:ext>
            </a:extLst>
          </p:cNvPr>
          <p:cNvGraphicFramePr/>
          <p:nvPr/>
        </p:nvGraphicFramePr>
        <p:xfrm>
          <a:off x="2247900" y="4991100"/>
          <a:ext cx="13792200" cy="3829050"/>
        </p:xfrm>
        <a:graphic>
          <a:graphicData uri="http://schemas.openxmlformats.org/drawingml/2006/table">
            <a:tbl>
              <a:tblPr/>
              <a:tblGrid>
                <a:gridCol w="4083217"/>
                <a:gridCol w="9708983"/>
              </a:tblGrid>
              <a:tr h="765810">
                <a:tc>
                  <a:txBody>
                    <a:bodyPr lIns="114300" tIns="114300" rIns="114300" bIns="114300"/>
                    <a:lstStyle/>
                    <a:p>
                      <a:pPr algn="l"/>
                      <a:r>
                        <a:rPr sz="2700" b="1">
                          <a:solidFill>
                            <a:srgbClr val="FFFFFF"/>
                          </a:solidFill>
                          <a:latin typeface="Pretendard"/>
                          <a:ea typeface="Pretendard"/>
                          <a:cs typeface="Pretendard"/>
                        </a:rPr>
                        <a:t>연결할 개념</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확인할 관계</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열 출입과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ΔH &lt; 0  /  흡열 ΔH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계수와 반응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계수 × n  →  ΔH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물질의 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상태가 다르면 반응 엔탈피도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결합 에너지</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끊는 데 흡수한 에너지 − 형성 시 방출한 에너지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915CA4C3-448E-4B3D-98CF-AA0CF0BDECE6}"/>
              </a:ext>
            </a:extLst>
          </p:cNvPr>
          <p:cNvSpPr>
            <a:spLocks noGrp="1"/>
          </p:cNvSpPr>
          <p:nvPr/>
        </p:nvSpPr>
        <p:spPr>
          <a:xfrm>
            <a:off x="2247900" y="5756910"/>
            <a:ext cx="13792200" cy="14288"/>
          </a:xfrm>
          <a:prstGeom prst="rect">
            <a:avLst/>
          </a:prstGeom>
          <a:solidFill>
            <a:srgbClr val="777777"/>
          </a:solidFill>
          <a:ln w="0">
            <a:noFill/>
          </a:ln>
        </p:spPr>
      </p:sp>
      <p:sp>
        <p:nvSpPr>
          <p:cNvPr id="10" name="table-row-rule-2">
            <a:extLst>
              <a:ext uri="{FF2B5EF4-FFF2-40B4-BE49-F238E27FC236}">
                <ns2:creationId id="{0C53B11D-AB08-44E5-977D-BB2BF789BD21}"/>
              </a:ext>
            </a:extLst>
          </p:cNvPr>
          <p:cNvSpPr>
            <a:spLocks noGrp="1"/>
          </p:cNvSpPr>
          <p:nvPr/>
        </p:nvSpPr>
        <p:spPr>
          <a:xfrm>
            <a:off x="2247900" y="6522720"/>
            <a:ext cx="13792200" cy="14288"/>
          </a:xfrm>
          <a:prstGeom prst="rect">
            <a:avLst/>
          </a:prstGeom>
          <a:solidFill>
            <a:srgbClr val="777777"/>
          </a:solidFill>
          <a:ln w="0">
            <a:noFill/>
          </a:ln>
        </p:spPr>
      </p:sp>
      <p:sp>
        <p:nvSpPr>
          <p:cNvPr id="11" name="table-row-rule-3">
            <a:extLst>
              <a:ext uri="{FF2B5EF4-FFF2-40B4-BE49-F238E27FC236}">
                <ns2:creationId id="{07550536-D513-42A2-B6C0-BE573B78B77D}"/>
              </a:ext>
            </a:extLst>
          </p:cNvPr>
          <p:cNvSpPr>
            <a:spLocks noGrp="1"/>
          </p:cNvSpPr>
          <p:nvPr/>
        </p:nvSpPr>
        <p:spPr>
          <a:xfrm>
            <a:off x="2247900" y="7288530"/>
            <a:ext cx="13792200" cy="14288"/>
          </a:xfrm>
          <a:prstGeom prst="rect">
            <a:avLst/>
          </a:prstGeom>
          <a:solidFill>
            <a:srgbClr val="777777"/>
          </a:solidFill>
          <a:ln w="0">
            <a:noFill/>
          </a:ln>
        </p:spPr>
      </p:sp>
      <p:sp>
        <p:nvSpPr>
          <p:cNvPr id="12" name="table-row-rule-4">
            <a:extLst>
              <a:ext uri="{FF2B5EF4-FFF2-40B4-BE49-F238E27FC236}">
                <ns2:creationId id="{A5B487C3-4D59-45E9-880F-EAD6ABFE2830}"/>
              </a:ext>
            </a:extLst>
          </p:cNvPr>
          <p:cNvSpPr>
            <a:spLocks noGrp="1"/>
          </p:cNvSpPr>
          <p:nvPr/>
        </p:nvSpPr>
        <p:spPr>
          <a:xfrm>
            <a:off x="2247900" y="8054340"/>
            <a:ext cx="13792200" cy="14288"/>
          </a:xfrm>
          <a:prstGeom prst="rect">
            <a:avLst/>
          </a:prstGeom>
          <a:solidFill>
            <a:srgbClr val="777777"/>
          </a:solidFill>
          <a:ln w="0">
            <a:noFill/>
          </a:ln>
        </p:spPr>
      </p:sp>
    </p:spTree>
    <p:extLst>
      <p:ext uri="{BB962C8B-B14F-4D97-AF65-F5344CB8AC3E}">
        <ns4:creationId val="634222983"/>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3" name="">
            <a:extLst>
              <a:ext uri="{FF2B5EF4-FFF2-40B4-BE49-F238E27FC236}">
                <ns2:creationId id="{63102F67-18A3-4B73-B49D-3E02F6C78DCA}"/>
              </a:ext>
            </a:extLst>
          </p:cNvPr>
          <p:cNvPicPr>
            <a:picLocks noChangeAspect="1"/>
          </p:cNvPicPr>
          <p:nvPr/>
        </p:nvPicPr>
        <p:blipFill>
          <a:blip ns3:embed="Ra599110c386d472a"/>
          <a:stretch/>
        </p:blipFill>
        <p:spPr>
          <a:xfrm>
            <a:off x="16941800" y="382588"/>
            <a:ext cx="1028700" cy="733425"/>
          </a:xfrm>
          <a:prstGeom prst="rect">
            <a:avLst/>
          </a:prstGeom>
        </p:spPr>
      </p:pic>
      <p:sp>
        <p:nvSpPr>
          <p:cNvPr id="2" name="part_heading">
            <a:extLst>
              <a:ext uri="{FF2B5EF4-FFF2-40B4-BE49-F238E27FC236}">
                <ns2:creationId id="{DA26DA4C-7D5C-4C74-9EAD-EE189313BF6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9636101F-7DB5-4188-A3B2-BAE332309A9E}"/>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3490A059-A46A-473F-9CD4-BEBD2575F63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D8842876-6A96-4BFB-AEB0-933A8770654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5FA608D1-B6CE-4AF2-AE78-2AFA010E9C1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2376C1C5-575A-41A9-B0C4-F70BE60113BE}"/>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764FF07D-8ECF-43C3-9BC7-EC185B9C6F31}"/>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ACC4C412-B3D2-4944-B25B-FE9007E4305F}"/>
              </a:ext>
            </a:extLst>
          </p:cNvPr>
          <p:cNvPicPr>
            <a:picLocks noChangeAspect="1"/>
          </p:cNvPicPr>
          <p:nvPr/>
        </p:nvPicPr>
        <p:blipFill>
          <a:blip ns3:embed="Ref07f6117e11476e"/>
          <a:stretch/>
        </p:blipFill>
        <p:spPr>
          <a:xfrm>
            <a:off x="1809750" y="6080553"/>
            <a:ext cx="4095750" cy="3078894"/>
          </a:xfrm>
          <a:prstGeom prst="rect">
            <a:avLst/>
          </a:prstGeom>
        </p:spPr>
      </p:pic>
      <p:sp>
        <p:nvSpPr>
          <p:cNvPr id="10" name="recap-card-1">
            <a:extLst>
              <a:ext uri="{FF2B5EF4-FFF2-40B4-BE49-F238E27FC236}">
                <ns2:creationId id="{FAA4A99F-4508-4635-A371-F6089FD5C3FF}"/>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D7E7CCE1-9736-4B56-B330-FA3F43C55B70}"/>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12C0DC86-BFED-4B91-985F-300AACC5592B}"/>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0B520889-532B-4183-A0F9-7E920CE96E92}"/>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9A7FA6C8-81B8-4B0C-80A2-E5A53EA9B8FE}"/>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189FB457-78FC-4350-934C-59C38E19B019}"/>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DB99134B-EA5E-4A2A-987F-871963C4E780}"/>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CF337437-8AE4-4734-BCF9-3D24B50676AA}"/>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755EC526-B19F-4E41-BF79-122D24F8BDC0}"/>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BF60869D-EC73-49CA-9A3A-AF09365DFB6F}"/>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54B0C0C1-7681-4299-B3C9-3E559435F51E}"/>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ΔH &lt; 0</a:t>
            </a:r>
          </a:p>
        </p:txBody>
      </p:sp>
      <p:sp>
        <p:nvSpPr>
          <p:cNvPr id="21" name="exit">
            <a:extLst>
              <a:ext uri="{FF2B5EF4-FFF2-40B4-BE49-F238E27FC236}">
                <ns2:creationId id="{A0BF0573-652C-4F97-852E-66DB47AED277}"/>
              </a:ext>
            </a:extLst>
          </p:cNvPr>
          <p:cNvSpPr>
            <a:spLocks noGrp="1"/>
          </p:cNvSpPr>
          <p:nvPr/>
        </p:nvSpPr>
        <p:spPr>
          <a:xfrm>
            <a:off x="7334250" y="7191375"/>
            <a:ext cx="9525000" cy="119062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H₂(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F₂(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2HF(</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a:t>
            </a:r>
          </a:p>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ΔH를 구해 보자</a:t>
            </a:r>
          </a:p>
        </p:txBody>
      </p:sp>
      <p:sp>
        <p:nvSpPr>
          <p:cNvPr id="22" name="answer-1">
            <a:extLst>
              <a:ext uri="{FF2B5EF4-FFF2-40B4-BE49-F238E27FC236}">
                <ns2:creationId id="{2B952AEA-BB66-4EAD-843A-53E8806C565B}"/>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ΔH ≈ 436 + 159 − 2 × 570 = −545 kJ</a:t>
            </a:r>
          </a:p>
        </p:txBody>
      </p:sp>
    </p:spTree>
    <p:extLst>
      <p:ext uri="{BB962C8B-B14F-4D97-AF65-F5344CB8AC3E}">
        <ns4:creationId val="184990005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2026-10-19T16:15:59.8120000Z</dcterms:created>
  <dcterms:modified xsi:type="dcterms:W3CDTF">2026-10-19T16:15:59.8120000Z</dcterms:modified>
</coreProperties>
</file>