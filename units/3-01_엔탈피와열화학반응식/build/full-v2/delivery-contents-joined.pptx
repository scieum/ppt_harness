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d119e06d904f80" /><Relationship Type="http://schemas.openxmlformats.org/officeDocument/2006/relationships/extended-properties" Target="/docProps/app.xml" Id="R22d65080cc114903" /><Relationship Type="http://schemas.openxmlformats.org/officeDocument/2006/relationships/officeDocument" Target="/ppt/presentation.xml" Id="R5ac5f68cf65c4d6c" /></Relationships>
</file>

<file path=ppt/presentation.xml><?xml version="1.0" encoding="utf-8"?>
<p:presentation xmlns:p="http://schemas.openxmlformats.org/presentationml/2006/main">
  <p:sldMasterIdLst>
    <p:sldMasterId xmlns:r="http://schemas.openxmlformats.org/officeDocument/2006/relationships" id="2147483648" r:id="R59e6d32628bc421e"/>
  </p:sldMasterIdLst>
  <p:notesMasterIdLst>
    <p:notesMasterId xmlns:r="http://schemas.openxmlformats.org/officeDocument/2006/relationships" r:id="R73c00e1f4f174203"/>
  </p:notesMasterIdLst>
  <p:sldIdLst>
    <p:sldId xmlns:r="http://schemas.openxmlformats.org/officeDocument/2006/relationships" id="256" r:id="Raa752b632e344c00"/>
    <p:sldId xmlns:r="http://schemas.openxmlformats.org/officeDocument/2006/relationships" id="257" r:id="R2edd50bfb359480d"/>
    <p:sldId xmlns:r="http://schemas.openxmlformats.org/officeDocument/2006/relationships" id="258" r:id="Rf45d064d02a74820"/>
    <p:sldId xmlns:r="http://schemas.openxmlformats.org/officeDocument/2006/relationships" id="259" r:id="R4346ccd43920498f"/>
    <p:sldId xmlns:r="http://schemas.openxmlformats.org/officeDocument/2006/relationships" id="260" r:id="Rc5e9e63116b04346"/>
    <p:sldId xmlns:r="http://schemas.openxmlformats.org/officeDocument/2006/relationships" id="261" r:id="R30a8436a43e2416e"/>
    <p:sldId xmlns:r="http://schemas.openxmlformats.org/officeDocument/2006/relationships" id="262" r:id="R69ad784f44c1462c"/>
    <p:sldId xmlns:r="http://schemas.openxmlformats.org/officeDocument/2006/relationships" id="263" r:id="Rc3d920b173dc428f"/>
    <p:sldId xmlns:r="http://schemas.openxmlformats.org/officeDocument/2006/relationships" id="264" r:id="R6c9e0b6b9feb4372"/>
    <p:sldId xmlns:r="http://schemas.openxmlformats.org/officeDocument/2006/relationships" id="265" r:id="R31ff33c307a34376"/>
    <p:sldId xmlns:r="http://schemas.openxmlformats.org/officeDocument/2006/relationships" id="266" r:id="R3f3b9a382a894329"/>
    <p:sldId xmlns:r="http://schemas.openxmlformats.org/officeDocument/2006/relationships" id="267" r:id="R0542c4cbdad345b6"/>
    <p:sldId xmlns:r="http://schemas.openxmlformats.org/officeDocument/2006/relationships" id="268" r:id="R0d9cc49df2b24f53"/>
    <p:sldId xmlns:r="http://schemas.openxmlformats.org/officeDocument/2006/relationships" id="269" r:id="R6a61f22e6edc42e3"/>
    <p:sldId xmlns:r="http://schemas.openxmlformats.org/officeDocument/2006/relationships" id="270" r:id="R12e1e202fec64313"/>
    <p:sldId xmlns:r="http://schemas.openxmlformats.org/officeDocument/2006/relationships" id="271" r:id="Rfac16da206a04011"/>
    <p:sldId xmlns:r="http://schemas.openxmlformats.org/officeDocument/2006/relationships" id="272" r:id="R51ac795725ea49d2"/>
    <p:sldId xmlns:r="http://schemas.openxmlformats.org/officeDocument/2006/relationships" id="273" r:id="R86581ea4f99041e3"/>
    <p:sldId xmlns:r="http://schemas.openxmlformats.org/officeDocument/2006/relationships" id="274" r:id="R7c3ffd9bb72d48b3"/>
    <p:sldId xmlns:r="http://schemas.openxmlformats.org/officeDocument/2006/relationships" id="275" r:id="R3dd94ac893d740a9"/>
    <p:sldId xmlns:r="http://schemas.openxmlformats.org/officeDocument/2006/relationships" id="276" r:id="Rceec77edc291454e"/>
    <p:sldId xmlns:r="http://schemas.openxmlformats.org/officeDocument/2006/relationships" id="277" r:id="R33af53abc85448ba"/>
    <p:sldId xmlns:r="http://schemas.openxmlformats.org/officeDocument/2006/relationships" id="278" r:id="Rb26057810c0349ef"/>
    <p:sldId xmlns:r="http://schemas.openxmlformats.org/officeDocument/2006/relationships" id="279" r:id="Rec24db576c624c26"/>
    <p:sldId xmlns:r="http://schemas.openxmlformats.org/officeDocument/2006/relationships" id="280" r:id="R852eccd970644621"/>
    <p:sldId xmlns:r="http://schemas.openxmlformats.org/officeDocument/2006/relationships" id="281" r:id="R74aaf4cdf0a242d9"/>
    <p:sldId xmlns:r="http://schemas.openxmlformats.org/officeDocument/2006/relationships" id="282" r:id="R5186fabb771e457e"/>
    <p:sldId xmlns:r="http://schemas.openxmlformats.org/officeDocument/2006/relationships" id="283" r:id="R1f98fe057c1345e1"/>
    <p:sldId xmlns:r="http://schemas.openxmlformats.org/officeDocument/2006/relationships" id="284" r:id="R0ffe0e4357fc47e6"/>
    <p:sldId xmlns:r="http://schemas.openxmlformats.org/officeDocument/2006/relationships" id="285" r:id="Rb7aa118114a94011"/>
    <p:sldId xmlns:r="http://schemas.openxmlformats.org/officeDocument/2006/relationships" id="286" r:id="R5e86c3c76f894682"/>
    <p:sldId xmlns:r="http://schemas.openxmlformats.org/officeDocument/2006/relationships" id="287" r:id="Rb5583914230c420a"/>
    <p:sldId xmlns:r="http://schemas.openxmlformats.org/officeDocument/2006/relationships" id="288" r:id="Rb7bd20ff37b04d3d"/>
    <p:sldId xmlns:r="http://schemas.openxmlformats.org/officeDocument/2006/relationships" id="289" r:id="Rbd1bb78f55834c2f"/>
    <p:sldId xmlns:r="http://schemas.openxmlformats.org/officeDocument/2006/relationships" id="290" r:id="R43358a108d8440aa"/>
    <p:sldId xmlns:r="http://schemas.openxmlformats.org/officeDocument/2006/relationships" id="291" r:id="R462ffe968cb947e5"/>
    <p:sldId xmlns:r="http://schemas.openxmlformats.org/officeDocument/2006/relationships" id="292" r:id="R047ab6dd8b444b59"/>
    <p:sldId xmlns:r="http://schemas.openxmlformats.org/officeDocument/2006/relationships" id="293" r:id="R12032050cc714fe6"/>
    <p:sldId xmlns:r="http://schemas.openxmlformats.org/officeDocument/2006/relationships" id="294" r:id="Rdafd23a0ac58406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93e83c58c44971" /><Relationship Type="http://schemas.openxmlformats.org/officeDocument/2006/relationships/slideMaster" Target="/ppt/slideMasters/slideMaster1.xml" Id="R59e6d32628bc421e" /><Relationship Type="http://schemas.openxmlformats.org/officeDocument/2006/relationships/notesMaster" Target="/ppt/notesMasters/notesMaster1.xml" Id="R73c00e1f4f174203" /><Relationship Type="http://schemas.openxmlformats.org/officeDocument/2006/relationships/presProps" Target="/ppt/presProps.xml" Id="R2250ae6776f24d9c" /><Relationship Type="http://schemas.openxmlformats.org/officeDocument/2006/relationships/tableStyles" Target="/ppt/tableStyles.xml" Id="R81a1e9fac857495a" /><Relationship Type="http://schemas.openxmlformats.org/officeDocument/2006/relationships/slide" Target="/ppt/slides/slide1.xml" Id="Raa752b632e344c00" /><Relationship Type="http://schemas.openxmlformats.org/officeDocument/2006/relationships/slide" Target="/ppt/slides/slide2.xml" Id="R2edd50bfb359480d" /><Relationship Type="http://schemas.openxmlformats.org/officeDocument/2006/relationships/slide" Target="/ppt/slides/slide3.xml" Id="Rf45d064d02a74820" /><Relationship Type="http://schemas.openxmlformats.org/officeDocument/2006/relationships/slide" Target="/ppt/slides/slide4.xml" Id="R4346ccd43920498f" /><Relationship Type="http://schemas.openxmlformats.org/officeDocument/2006/relationships/slide" Target="/ppt/slides/slide5.xml" Id="Rc5e9e63116b04346" /><Relationship Type="http://schemas.openxmlformats.org/officeDocument/2006/relationships/slide" Target="/ppt/slides/slide6.xml" Id="R30a8436a43e2416e" /><Relationship Type="http://schemas.openxmlformats.org/officeDocument/2006/relationships/slide" Target="/ppt/slides/slide7.xml" Id="R69ad784f44c1462c" /><Relationship Type="http://schemas.openxmlformats.org/officeDocument/2006/relationships/slide" Target="/ppt/slides/slide8.xml" Id="Rc3d920b173dc428f" /><Relationship Type="http://schemas.openxmlformats.org/officeDocument/2006/relationships/slide" Target="/ppt/slides/slide9.xml" Id="R6c9e0b6b9feb4372" /><Relationship Type="http://schemas.openxmlformats.org/officeDocument/2006/relationships/slide" Target="/ppt/slides/slide10.xml" Id="R31ff33c307a34376" /><Relationship Type="http://schemas.openxmlformats.org/officeDocument/2006/relationships/slide" Target="/ppt/slides/slide11.xml" Id="R3f3b9a382a894329" /><Relationship Type="http://schemas.openxmlformats.org/officeDocument/2006/relationships/slide" Target="/ppt/slides/slide12.xml" Id="R0542c4cbdad345b6" /><Relationship Type="http://schemas.openxmlformats.org/officeDocument/2006/relationships/slide" Target="/ppt/slides/slide13.xml" Id="R0d9cc49df2b24f53" /><Relationship Type="http://schemas.openxmlformats.org/officeDocument/2006/relationships/slide" Target="/ppt/slides/slide14.xml" Id="R6a61f22e6edc42e3" /><Relationship Type="http://schemas.openxmlformats.org/officeDocument/2006/relationships/slide" Target="/ppt/slides/slide15.xml" Id="R12e1e202fec64313" /><Relationship Type="http://schemas.openxmlformats.org/officeDocument/2006/relationships/slide" Target="/ppt/slides/slide16.xml" Id="Rfac16da206a04011" /><Relationship Type="http://schemas.openxmlformats.org/officeDocument/2006/relationships/slide" Target="/ppt/slides/slide17.xml" Id="R51ac795725ea49d2" /><Relationship Type="http://schemas.openxmlformats.org/officeDocument/2006/relationships/slide" Target="/ppt/slides/slide18.xml" Id="R86581ea4f99041e3" /><Relationship Type="http://schemas.openxmlformats.org/officeDocument/2006/relationships/slide" Target="/ppt/slides/slide19.xml" Id="R7c3ffd9bb72d48b3" /><Relationship Type="http://schemas.openxmlformats.org/officeDocument/2006/relationships/slide" Target="/ppt/slides/slide20.xml" Id="R3dd94ac893d740a9" /><Relationship Type="http://schemas.openxmlformats.org/officeDocument/2006/relationships/slide" Target="/ppt/slides/slide21.xml" Id="Rceec77edc291454e" /><Relationship Type="http://schemas.openxmlformats.org/officeDocument/2006/relationships/slide" Target="/ppt/slides/slide22.xml" Id="R33af53abc85448ba" /><Relationship Type="http://schemas.openxmlformats.org/officeDocument/2006/relationships/slide" Target="/ppt/slides/slide23.xml" Id="Rb26057810c0349ef" /><Relationship Type="http://schemas.openxmlformats.org/officeDocument/2006/relationships/slide" Target="/ppt/slides/slide24.xml" Id="Rec24db576c624c26" /><Relationship Type="http://schemas.openxmlformats.org/officeDocument/2006/relationships/slide" Target="/ppt/slides/slide25.xml" Id="R852eccd970644621" /><Relationship Type="http://schemas.openxmlformats.org/officeDocument/2006/relationships/slide" Target="/ppt/slides/slide26.xml" Id="R74aaf4cdf0a242d9" /><Relationship Type="http://schemas.openxmlformats.org/officeDocument/2006/relationships/slide" Target="/ppt/slides/slide27.xml" Id="R5186fabb771e457e" /><Relationship Type="http://schemas.openxmlformats.org/officeDocument/2006/relationships/slide" Target="/ppt/slides/slide28.xml" Id="R1f98fe057c1345e1" /><Relationship Type="http://schemas.openxmlformats.org/officeDocument/2006/relationships/slide" Target="/ppt/slides/slide29.xml" Id="R0ffe0e4357fc47e6" /><Relationship Type="http://schemas.openxmlformats.org/officeDocument/2006/relationships/slide" Target="/ppt/slides/slide30.xml" Id="Rb7aa118114a94011" /><Relationship Type="http://schemas.openxmlformats.org/officeDocument/2006/relationships/slide" Target="/ppt/slides/slide31.xml" Id="R5e86c3c76f894682" /><Relationship Type="http://schemas.openxmlformats.org/officeDocument/2006/relationships/slide" Target="/ppt/slides/slide32.xml" Id="Rb5583914230c420a" /><Relationship Type="http://schemas.openxmlformats.org/officeDocument/2006/relationships/slide" Target="/ppt/slides/slide33.xml" Id="Rb7bd20ff37b04d3d" /><Relationship Type="http://schemas.openxmlformats.org/officeDocument/2006/relationships/slide" Target="/ppt/slides/slide34.xml" Id="Rbd1bb78f55834c2f" /><Relationship Type="http://schemas.openxmlformats.org/officeDocument/2006/relationships/slide" Target="/ppt/slides/slide35.xml" Id="R43358a108d8440aa" /><Relationship Type="http://schemas.openxmlformats.org/officeDocument/2006/relationships/slide" Target="/ppt/slides/slide36.xml" Id="R462ffe968cb947e5" /><Relationship Type="http://schemas.openxmlformats.org/officeDocument/2006/relationships/slide" Target="/ppt/slides/slide37.xml" Id="R047ab6dd8b444b59" /><Relationship Type="http://schemas.openxmlformats.org/officeDocument/2006/relationships/slide" Target="/ppt/slides/slide38.xml" Id="R12032050cc714fe6" /><Relationship Type="http://schemas.openxmlformats.org/officeDocument/2006/relationships/slide" Target="/ppt/slides/slide39.xml" Id="Rdafd23a0ac5840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df485c211b4f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4cf2ac7b03492c" /><Relationship Type="http://schemas.openxmlformats.org/officeDocument/2006/relationships/notesMaster" Target="/ppt/notesMasters/notesMaster1.xml" Id="Re258553b80094b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e5c5089e5f4046" /><Relationship Type="http://schemas.openxmlformats.org/officeDocument/2006/relationships/notesMaster" Target="/ppt/notesMasters/notesMaster1.xml" Id="R812dbe1873e24a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33413d98684382" /><Relationship Type="http://schemas.openxmlformats.org/officeDocument/2006/relationships/notesMaster" Target="/ppt/notesMasters/notesMaster1.xml" Id="Rd3b734dc098749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a3693395ce4f35" /><Relationship Type="http://schemas.openxmlformats.org/officeDocument/2006/relationships/notesMaster" Target="/ppt/notesMasters/notesMaster1.xml" Id="Rbf4da12eaef64e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fcfbb498224ee2" /><Relationship Type="http://schemas.openxmlformats.org/officeDocument/2006/relationships/notesMaster" Target="/ppt/notesMasters/notesMaster1.xml" Id="R91308170e3fc47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591898d7cb4c2c" /><Relationship Type="http://schemas.openxmlformats.org/officeDocument/2006/relationships/notesMaster" Target="/ppt/notesMasters/notesMaster1.xml" Id="Ra66519a817254b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2fbcf39c524436" /><Relationship Type="http://schemas.openxmlformats.org/officeDocument/2006/relationships/notesMaster" Target="/ppt/notesMasters/notesMaster1.xml" Id="R9278ec120dae43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766d31e0b74947" /><Relationship Type="http://schemas.openxmlformats.org/officeDocument/2006/relationships/notesMaster" Target="/ppt/notesMasters/notesMaster1.xml" Id="Reddc0a3f07d949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a2a099e1694f53" /><Relationship Type="http://schemas.openxmlformats.org/officeDocument/2006/relationships/notesMaster" Target="/ppt/notesMasters/notesMaster1.xml" Id="Rd64159ea613f4a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e4784537a64f50" /><Relationship Type="http://schemas.openxmlformats.org/officeDocument/2006/relationships/notesMaster" Target="/ppt/notesMasters/notesMaster1.xml" Id="R20f44c0ce1d44d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fdc44da25241a7" /><Relationship Type="http://schemas.openxmlformats.org/officeDocument/2006/relationships/notesMaster" Target="/ppt/notesMasters/notesMaster1.xml" Id="R7f411e9af35144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bf54761771a472e" /><Relationship Type="http://schemas.openxmlformats.org/officeDocument/2006/relationships/notesMaster" Target="/ppt/notesMasters/notesMaster1.xml" Id="R8aad0274ab0047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f2102d48b6d482f" /><Relationship Type="http://schemas.openxmlformats.org/officeDocument/2006/relationships/notesMaster" Target="/ppt/notesMasters/notesMaster1.xml" Id="R4a3d34638175401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9d341215fcd437f" /><Relationship Type="http://schemas.openxmlformats.org/officeDocument/2006/relationships/notesMaster" Target="/ppt/notesMasters/notesMaster1.xml" Id="R037228b46032403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b6e2f658b5c4b98" /><Relationship Type="http://schemas.openxmlformats.org/officeDocument/2006/relationships/notesMaster" Target="/ppt/notesMasters/notesMaster1.xml" Id="R728941dc5e834f6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05b030e76424a32" /><Relationship Type="http://schemas.openxmlformats.org/officeDocument/2006/relationships/notesMaster" Target="/ppt/notesMasters/notesMaster1.xml" Id="R7bf2be30250740c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1e2e9333bb4cd9" /><Relationship Type="http://schemas.openxmlformats.org/officeDocument/2006/relationships/notesMaster" Target="/ppt/notesMasters/notesMaster1.xml" Id="R69c10046c7a44a2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0963a434fd4b61" /><Relationship Type="http://schemas.openxmlformats.org/officeDocument/2006/relationships/notesMaster" Target="/ppt/notesMasters/notesMaster1.xml" Id="R6ae31c3ffa9e44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5e25716bbce41f6" /><Relationship Type="http://schemas.openxmlformats.org/officeDocument/2006/relationships/notesMaster" Target="/ppt/notesMasters/notesMaster1.xml" Id="R6a24a3585e74413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7e80e87729e4d7b" /><Relationship Type="http://schemas.openxmlformats.org/officeDocument/2006/relationships/notesMaster" Target="/ppt/notesMasters/notesMaster1.xml" Id="R207f9fdc2d114b6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b66bdbea14c4824" /><Relationship Type="http://schemas.openxmlformats.org/officeDocument/2006/relationships/notesMaster" Target="/ppt/notesMasters/notesMaster1.xml" Id="Rf3c360250fb5486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8c37e13fc8410d" /><Relationship Type="http://schemas.openxmlformats.org/officeDocument/2006/relationships/notesMaster" Target="/ppt/notesMasters/notesMaster1.xml" Id="R774831a2d0ab4a4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3e47b9e8eae4885" /><Relationship Type="http://schemas.openxmlformats.org/officeDocument/2006/relationships/notesMaster" Target="/ppt/notesMasters/notesMaster1.xml" Id="R7450c227abd64bf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2e77efa567e4bad" /><Relationship Type="http://schemas.openxmlformats.org/officeDocument/2006/relationships/notesMaster" Target="/ppt/notesMasters/notesMaster1.xml" Id="R9ce7a7f632d844c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d8c0c47c7cf44b1" /><Relationship Type="http://schemas.openxmlformats.org/officeDocument/2006/relationships/notesMaster" Target="/ppt/notesMasters/notesMaster1.xml" Id="Rd5cb723c19764e9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669808bf734482b" /><Relationship Type="http://schemas.openxmlformats.org/officeDocument/2006/relationships/notesMaster" Target="/ppt/notesMasters/notesMaster1.xml" Id="R21ec238aa0e0430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84ca04d27b0414d" /><Relationship Type="http://schemas.openxmlformats.org/officeDocument/2006/relationships/notesMaster" Target="/ppt/notesMasters/notesMaster1.xml" Id="Rc36c15cf5b774f3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cd555cd8d2e4b17" /><Relationship Type="http://schemas.openxmlformats.org/officeDocument/2006/relationships/notesMaster" Target="/ppt/notesMasters/notesMaster1.xml" Id="Re35a3c7c158d4e1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22dc954f6df4ca6" /><Relationship Type="http://schemas.openxmlformats.org/officeDocument/2006/relationships/notesMaster" Target="/ppt/notesMasters/notesMaster1.xml" Id="R45f7b0629919483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9abfc76d9ff4298" /><Relationship Type="http://schemas.openxmlformats.org/officeDocument/2006/relationships/notesMaster" Target="/ppt/notesMasters/notesMaster1.xml" Id="Ra42a02f776404d1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b853917d3f14696" /><Relationship Type="http://schemas.openxmlformats.org/officeDocument/2006/relationships/notesMaster" Target="/ppt/notesMasters/notesMaster1.xml" Id="Rc257b1883d4e449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3c558d385074afa" /><Relationship Type="http://schemas.openxmlformats.org/officeDocument/2006/relationships/notesMaster" Target="/ppt/notesMasters/notesMaster1.xml" Id="Rfd848a797e5a4f9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f983463fb664497" /><Relationship Type="http://schemas.openxmlformats.org/officeDocument/2006/relationships/notesMaster" Target="/ppt/notesMasters/notesMaster1.xml" Id="R2b71cb647c8a474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21bb92027524e1b" /><Relationship Type="http://schemas.openxmlformats.org/officeDocument/2006/relationships/notesMaster" Target="/ppt/notesMasters/notesMaster1.xml" Id="Rf42dbe03b77346d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64c18792d5b42df" /><Relationship Type="http://schemas.openxmlformats.org/officeDocument/2006/relationships/notesMaster" Target="/ppt/notesMasters/notesMaster1.xml" Id="R942fff409fa34ff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2d1980a54154b1d" /><Relationship Type="http://schemas.openxmlformats.org/officeDocument/2006/relationships/notesMaster" Target="/ppt/notesMasters/notesMaster1.xml" Id="R377eee64561b471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4ab11dd09324dad" /><Relationship Type="http://schemas.openxmlformats.org/officeDocument/2006/relationships/notesMaster" Target="/ppt/notesMasters/notesMaster1.xml" Id="R05d272203cb54e1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65bff68bdf64a93" /><Relationship Type="http://schemas.openxmlformats.org/officeDocument/2006/relationships/notesMaster" Target="/ppt/notesMasters/notesMaster1.xml" Id="Rdd52cb6804014a2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b9efeb3520c47f7" /><Relationship Type="http://schemas.openxmlformats.org/officeDocument/2006/relationships/notesMaster" Target="/ppt/notesMasters/notesMaster1.xml" Id="Rf5e4c1d8ab0749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반응에서 출입하는 열을 알아봅시다. 손난로가 따뜻해지고 냉각 팩이 차가워지는 까닭은 무엇일까요? 이런 현상을 엔탈피로 설명하고, 반응식에 열의 출입을 나타내겠습니다. 이어서 연료가 방출하는 열을 비교하고, 원자 사이의 결합 변화로 반응 엔탈피를 계산해 봅시다.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네 Part에서 배울 내용을 살펴봅시다.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1에서는 발열 반응과 흡열 반응을 살펴보고 엔탈피와 반응 엔탈피를 배웁니다. Part 2에서는 열화학 반응식에 물질의 상태와 반응 엔탈피를 나타냅니다. Part 3에서는 연료 1 g이 방출하는 열을 비교하고, Part 4에서는 결합 에너지로 반응 엔탈피를 구합니다.</a:t>
            </a:r>
          </a:p>
          <a:p xmlns:a="http://schemas.openxmlformats.org/drawingml/2006/main">
            <a:r>
              <a:t>화면에서 가리킬 순서: 왼쪽에서 오른쪽으로 네 파트</a:t>
            </a:r>
          </a:p>
          <a:p xmlns:a="http://schemas.openxmlformats.org/drawingml/2006/main">
            <a:r>
              <a:t>오개념 점검: 네 Part는 열 출입 → 반응식 → 연료 비교 → 결합 에너지로 이어진다.</a:t>
            </a:r>
          </a:p>
          <a:p xmlns:a="http://schemas.openxmlformats.org/drawingml/2006/main">
            <a:r>
              <a:t>다음 연결: 학습 목표를 확인합시다.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수업에서는 엔탈피의 의미를 알고 열화학 반응식을 나타낼 수 있어야 합니다. 연료를 비교할 때는 단위 질량당 방출열을 계산하고, 결합을 끊거나 만들 때 출입하는 에너지로 반응 엔탈피를 설명해 봅시다. 계산 결과를 말할 때는 어떤 반응에서 얼마의 물질이 반응했는지도 함께 말해 주세요.</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 안에서는 어떤 변화가 일어났을까요? 먼저 떠오르는 이유를 한 문장으로 써 봅시다. 손난로가 따뜻해졌다는 것은 관찰한 사실이고, 안에서 어떤 변화가 일어났다는 것은 그 이유에 대한 예상입니다. 수업을 마친 뒤 처음 쓴 설명과 비교해 봅시다.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물질이 반응할 때 열이 주위로 나오는 경우도 있고, 주위에서 열을 흡수하는 경우도 있습니다. 손난로와 냉각 팩의 예에서 이 차이를 살펴봅시다. 그다음 물질이 갖는 에너지와 반응 전후의 에너지 변화를 엔탈피로 나타내겠습니다.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물질이 반응할 때 주위로 열을 방출하는 반응을 발열 반응이라고 합니다. 도시가스의 주성분인 메테인이 연소할 때 열이 방출됩니다. 철이 산소와 반응하여 산화되는 과정도 발열 반응입니다. 손난로는 작은 철 가루가 산소와 빠르게 반응할 때 나오는 열을 이용합니다. 이 열이 손으로 전달되어 손이 따뜻해집니다. 철이 부식되는 반응과 손난로는 반응 속도에 차이가 있지만, 모두 철의 산화에서 열이 나온다는 공통점이 있습니다.</a:t>
            </a:r>
          </a:p>
          <a:p xmlns:a="http://schemas.openxmlformats.org/drawingml/2006/main">
            <a:r>
              <a:t>화면에서 가리킬 순서: 메테인의 연소 사진 → 철의 산화 사진 → 손난로의 열 방출</a:t>
            </a:r>
          </a:p>
          <a:p xmlns:a="http://schemas.openxmlformats.org/drawingml/2006/main">
            <a:r>
              <a:t>오개념 점검: 손난로의 열은 흔드는 동작 자체가 아니라 철의 산화에서 나온다.</a:t>
            </a:r>
          </a:p>
          <a:p xmlns:a="http://schemas.openxmlformats.org/drawingml/2006/main">
            <a:r>
              <a:t>다음 연결: 반대로 주위에서 열을 흡수하는 경우를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주위에서 열을 흡수하는 반응을 흡열 반응이라고 합니다. 냉각 팩 속 질산 암모늄이 물에 용해될 때 주위의 열을 흡수하므로 팩 주변이 차가워집니다. 제빵 소다의 성분인 탄산수소 나트륨이 분해되는 반응도 흡열 반응입니다. 이 반응은 가열하여 열을 공급해야 진행됩니다. 냉각 팩과 달리 계속 가열하는 상황이므로, 흡열 반응이라는 이유만으로 주변에서 언제나 온도 하강이 관찰되는 것은 아닙니다.</a:t>
            </a:r>
          </a:p>
          <a:p xmlns:a="http://schemas.openxmlformats.org/drawingml/2006/main">
            <a:r>
              <a:t>화면에서 가리킬 순서: 냉각 팩의 용해 → 탄산수소 나트륨의 분해 → 열 흡수</a:t>
            </a:r>
          </a:p>
          <a:p xmlns:a="http://schemas.openxmlformats.org/drawingml/2006/main">
            <a:r>
              <a:t>오개념 점검: 냉각 팩은 용해 과정의 사례다. 가열 중 온도만으로 발열·흡열을 판단하지 않는다.</a:t>
            </a:r>
          </a:p>
          <a:p xmlns:a="http://schemas.openxmlformats.org/drawingml/2006/main">
            <a:r>
              <a:t>다음 연결: 물질이 갖는 에너지의 양을 엔탈피로 나타냅니다.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물질은 분자의 운동 에너지뿐 아니라 여러 종류의 에너지를 갖습니다. 일정한 압력에서 어떤 물질이 갖는 에너지의 양을 엔탈피라고 하며, H로 나타냅니다. 엔탈피는 물질의 종류와 양, 상태, 온도와 압력에 따라 달라집니다. 물질의 엔탈피를 정확히 측정하기는 어렵지만, 화학 반응 전후에 얼마나 변했는지는 출입하는 열로 구할 수 있습니다. 다음에는 이 변화량을 나타내는 반응 엔탈피를 알아봅시다.</a:t>
            </a:r>
          </a:p>
          <a:p xmlns:a="http://schemas.openxmlformats.org/drawingml/2006/main">
            <a:r>
              <a:t>화면에서 가리킬 순서: 기울임 H → 엔탈피의 이름 → 일정한 압력 조건과 정의</a:t>
            </a:r>
          </a:p>
          <a:p xmlns:a="http://schemas.openxmlformats.org/drawingml/2006/main">
            <a:r>
              <a:t>오개념 점검: 엔탈피를 물질에 저장된 열 또는 온도라고 정의하지 않는다.</a:t>
            </a:r>
          </a:p>
          <a:p xmlns:a="http://schemas.openxmlformats.org/drawingml/2006/main">
            <a:r>
              <a:t>다음 연결: 화학 반응 전후에 엔탈피가 얼마나 달라지는지 나타내 보겠습니다.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일정한 압력에서 화학 반응이 일어날 때의 엔탈피 변화를 반응 엔탈피라고 하고 ΔH로 나타냅니다. Δ는 변화량이라는 뜻입니다. 반응이 끝난 뒤인 생성물의 엔탈피 합에서 반응이 일어나기 전인 반응물의 엔탈피 합을 뺍니다. H가 엔탈피라면 ΔH는 반응 전후의 차이입니다. 생성물의 엔탈피 합이 더 작으면 ΔH는 음수이고, 더 크면 양수입니다.</a:t>
            </a:r>
          </a:p>
          <a:p xmlns:a="http://schemas.openxmlformats.org/drawingml/2006/main">
            <a:r>
              <a:t>화면에서 가리킬 순서: 생성물의 엔탈피 합 → 반응물의 엔탈피 합 → 반응 후와 반응 전 → Δ의 뜻</a:t>
            </a:r>
          </a:p>
          <a:p xmlns:a="http://schemas.openxmlformats.org/drawingml/2006/main">
            <a:r>
              <a:t>오개념 점검: 반응물에서 생성물을 빼지 않는다. H와 ΔH, 방출열의 양수 크기와 ΔH의 부호를 구분한다.</a:t>
            </a:r>
          </a:p>
          <a:p xmlns:a="http://schemas.openxmlformats.org/drawingml/2006/main">
            <a:r>
              <a:t>다음 연결: 두 그래프에서 발열 반응과 흡열 반응의 엔탈피 변화를 비교해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발열 반응의 그래프입니다. 생성물의 엔탈피 합이 반응물보다 작고, 그 차이만큼 열을 주위로 방출합니다. 생성물에서 반응물의 엔탈피 합을 빼면 음수이므로 ΔH &lt; 0입니다. 오른쪽은 흡열 반응입니다. 주위에서 열을 흡수하여 생성물의 엔탈피 합이 더 크므로 ΔH &gt; 0입니다. 세로축은 온도가 아니라 엔탈피입니다. 열을 받은 주위가 따뜻해지는 것과 반응 전후 물질의 엔탈피 변화는 구분해서 설명해야 합니다.</a:t>
            </a:r>
          </a:p>
          <a:p xmlns:a="http://schemas.openxmlformats.org/drawingml/2006/main">
            <a:r>
              <a:t>화면에서 가리킬 순서: 왼쪽 발열 그래프의 엔탈피 감소 → 오른쪽 흡열 그래프의 엔탈피 증가</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Σ는 합을 뜻하므로 ΣH는 각 물질의 엔탈피를 더한 값입니다. 발열 반응에서는 생성물의 엔탈피 합이 반응물보다 작습니다. 생성물에서 반응물을 빼면 음수이므로 반응 엔탈피도 음수입니다. 흡열 반응에서는 생성물의 엔탈피 합이 더 크므로 반응 엔탈피가 양수입니다. 두 관계는 모두 ΔH를 구하는 같은 식에서 나옵니다.</a:t>
            </a:r>
          </a:p>
          <a:p xmlns:a="http://schemas.openxmlformats.org/drawingml/2006/main">
            <a:r>
              <a:t>화면에서 가리킬 순서: 발열 반응의 엔탈피 합 비교 → ΔH의 음수 → 흡열 반응의 비교와 양수</a:t>
            </a:r>
          </a:p>
          <a:p xmlns:a="http://schemas.openxmlformats.org/drawingml/2006/main">
            <a:r>
              <a:t>오개념 점검: ΣH는 엔탈피의 합, ΔH는 엔탈피의 변화량이다.</a:t>
            </a:r>
          </a:p>
          <a:p xmlns:a="http://schemas.openxmlformats.org/drawingml/2006/main">
            <a:r>
              <a:t>다음 연결: 반응 엔탈피를 화학 반응식과 함께 나타내 보겠습니다.</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앞에서는 반응 전후의 엔탈피 차이로 열의 출입을 설명했습니다. 이번에는 이 정보를 화학 반응식과 함께 나타내겠습니다. 같은 물질의 반응이라도 반응하는 양이나 물질의 상태가 달라지면 출입하는 열은 어떻게 달라질까요?</a:t>
            </a:r>
          </a:p>
          <a:p xmlns:a="http://schemas.openxmlformats.org/drawingml/2006/main">
            <a:r>
              <a:t>화면에서 가리킬 순서: Part 2 제목과 질문</a:t>
            </a:r>
          </a:p>
          <a:p xmlns:a="http://schemas.openxmlformats.org/drawingml/2006/main">
            <a:r>
              <a:t>오개념 점검: 정의와 예시를 확인한 뒤 열화학 반응식으로 확장한다.</a:t>
            </a:r>
          </a:p>
          <a:p xmlns:a="http://schemas.openxmlformats.org/drawingml/2006/main">
            <a:r>
              <a:t>다음 연결: 상태·계수·반응 엔탈피를 함께 읽어 봅시다.</a:t>
            </a:r>
          </a:p>
          <a:p xmlns:a="http://schemas.openxmlformats.org/drawingml/2006/main">
            <a:r>
              <a:t>출처: 천재교육 2022 개정 물질과 에너지 교과서 PDF/인쇄 74쪽 그림 Ⅲ-1, 76쪽 냉각 팩 사례.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반응식에 반응 엔탈피를 함께 나타낸 것을 열화학 반응식이라고 합니다. 화학 반응식은 어떤 물질이 어떤 비율로 반응하는지 나타내고, ΔH는 그 반응에서 출입하는 열의 방향과 양을 나타냅니다. 아래 식은 산화 칼슘이 물과 반응하는 경우입니다. ΔH가 음수이므로 열을 방출합니다. 이 값은 식에 나타낸 상태와 물질의 양을 기준으로 합니다.</a:t>
            </a:r>
          </a:p>
          <a:p xmlns:a="http://schemas.openxmlformats.org/drawingml/2006/main">
            <a:r>
              <a:t>화면에서 가리킬 순서: 정의 → 산화 칼슘의 열화학 반응식 → ΔH의 부호</a:t>
            </a:r>
          </a:p>
          <a:p xmlns:a="http://schemas.openxmlformats.org/drawingml/2006/main">
            <a:r>
              <a:t>오개념 점검: 상태를 표시한 화학 반응식만으로는 반응 엔탈피를 함께 나타낸 열화학 반응식이 되지 않는다.</a:t>
            </a:r>
          </a:p>
          <a:p xmlns:a="http://schemas.openxmlformats.org/drawingml/2006/main">
            <a:r>
              <a:t>다음 연결: 발열과 흡열의 실제 열화학 반응식을 읽어 봅시다.</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식에서 s는 고체, l은 액체, aq는 수용액을 뜻합니다. 산화 칼슘 1 mol이 물과 반응하면 76.9 kJ의 열을 방출하므로 ΔH는 −76.9 kJ입니다. 두 번째 식은 질산 암모늄 1 mol이 물에 용해되는 과정입니다. 26.2 kJ을 흡수하므로 ΔH는 양수입니다. 계수가 생략된 물질의 계수는 1입니다. 같은 ΔH라도 어떤 물질이 얼마만큼 반응하는지와 함께 읽어야 그 뜻을 알 수 있습니다.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반응식에는 세 가지 특징이 있습니다. 반응식 전체의 계수를 n배 하면 반응 엔탈피도 n배가 됩니다. 또 물질의 상태가 달라지면 엔탈피도 달라지므로 상태를 반드시 표시합니다. 반응 방향을 거꾸로 바꾸면 반응 엔탈피의 크기는 같고 부호는 반대가 됩니다. 역반응의 비교는 물질의 상태와 양이 서로 대응하고 온도와 압력이 같은 경우입니다. 예를 들어 결합을 끊는 데 필요한 에너지는 같은 결합을 만드는 역과정에서 방출되는 에너지와 크기가 같습니다.</a:t>
            </a:r>
          </a:p>
          <a:p xmlns:a="http://schemas.openxmlformats.org/drawingml/2006/main">
            <a:r>
              <a:t>화면에서 가리킬 순서: 계수 행 → 상태 행 → 역반응 행</a:t>
            </a:r>
          </a:p>
          <a:p xmlns:a="http://schemas.openxmlformats.org/drawingml/2006/main">
            <a:r>
              <a:t>오개념 점검: 역반응은 상태와 반응량이 대응해야 한다. 계수 하나만 바꾸지 말고 반응식 전체를 같은 배수로 바꾼다.</a:t>
            </a:r>
          </a:p>
          <a:p xmlns:a="http://schemas.openxmlformats.org/drawingml/2006/main">
            <a:r>
              <a:t>다음 연결: 반응식의 계수를 두 배로 바꾸면 ΔH는 어떻게 될까요?</a:t>
            </a:r>
          </a:p>
          <a:p xmlns:a="http://schemas.openxmlformats.org/drawingml/2006/main">
            <a:r>
              <a:t>출처: 천재교육 2022 개정 물질과 에너지 교과서 PDF/인쇄 75~77쪽; 지도서 106~110쪽.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식에서는 액체 물 1 mol이 생성되고 ΔH는 −285.8 kJ입니다. 아래 식에서는 반응식 전체의 계수가 두 배이고 물도 2 mol 생성됩니다. 반응한 물질의 양이 두 배이므로 반응 엔탈피도 두 배인 −571.6 kJ입니다. 반응물 하나의 계수만 바꾸는 것이 아니라 반응식 전체에 같은 수를 곱해야 합니다. 물 1 mol당 방출열을 구하면 두 경우 모두 285.8 kJ입니다.</a:t>
            </a:r>
          </a:p>
          <a:p xmlns:a="http://schemas.openxmlformats.org/drawingml/2006/main">
            <a:r>
              <a:t>화면에서 가리킬 순서: 물 1 mol 생성 반응식 → 물 2 mol 생성 반응식 → 각 ΔH</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 2 mol과 산소 1 mol이 반응한다는 점이 같습니다. 위 식의 생성물은 수증기이고, 아래 식의 생성물은 액체 물입니다. 수증기가 액체 물로 변할 때 열을 방출하므로, 처음부터 액체 물이 생성되는 반응의 방출열이 더 큽니다. 두 반응 모두 발열 반응이므로 ΔH는 음수입니다. 방출열의 크기를 비교할 때는 ΔH의 절댓값을 비교합니다.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그림에서 반응물은 위쪽, 생성물은 아래쪽에 있습니다. 생성물의 엔탈피 합에서 반응물의 엔탈피 합을 빼면 음수입니다. 내려가는 화살표의 높이 차이가 방출되는 열에 해당합니다. 물질이 갖는 엔탈피의 전체 양을 직접 측정하지 않아도, 반응 전후의 차이는 출입하는 열로 구할 수 있습니다. 이 관계는 일정한 압력에서 설명하고 있습니다.</a:t>
            </a:r>
          </a:p>
          <a:p xmlns:a="http://schemas.openxmlformats.org/drawingml/2006/main">
            <a:r>
              <a:t>화면에서 가리킬 순서: 정의식 생성물→반응물→높이 차이</a:t>
            </a:r>
          </a:p>
          <a:p xmlns:a="http://schemas.openxmlformats.org/drawingml/2006/main">
            <a:r>
              <a:t>오개념 점검: 발열 반응에서 주위의 온도는 높아질 수 있지만 생성물의 엔탈피 합은 반응물보다 작다.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네 반응은 서로 다른 열 출입을 보여 줍니다. 이산화 질소가 생성되는 첫 번째 반응은 67.7 kJ을 흡수합니다. 프로페인 1 mol이 연소하면 2220 kJ을 방출하고, 제시된 중화 반응에서 물 1 mol이 생성되면 55.8 kJ을 방출합니다. 염화 칼슘 1 mol이 용해될 때도 81.7 kJ을 방출합니다. 질산 암모늄의 용해는 흡열이었지만 염화 칼슘의 용해는 발열입니다. 용해 반응이라는 이름만으로 열 출입의 방향을 정할 수는 없습니다.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반응에서 출입하는 열은 용액의 온도 변화로 구할 수 있습니다. 스타이로폼 컵은 외부와의 열 출입을 줄이고, 온도계는 용액의 온도 변화를 측정합니다. 용액이 얻은 열 Q는 용액의 비열 c, 질량 m, 온도 변화 Δt의 곱입니다. Δt는 나중 온도에서 처음 온도를 뺀 값입니다. 외부로 빠져나간 열과 열량계가 흡수한 열을 무시하면, 용액이 얻은 만큼 반응에서 열을 방출했다고 볼 수 있습니다. 예를 들어 용액이 100 J을 얻었다면 반응에서는 100 J을 방출한 것입니다. 실제 간이 열량계에서는 열 손실 때문에 오차가 생깁니다.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외부로 빠져나가는 열과 열량계 자체의 열 흡수를 무시하는 모형이다. 용액이 얻은 열과 반응에서 방출한 열의 크기가 같다.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탄산 칼슘의 분해 반응에서 ΔH는 +179.2 kJ입니다. 생성물과 반응물 중 어느 쪽의 엔탈피 합이 더 클까요? 흡열 반응이므로 생성물 쪽이 더 큽니다. 두 번째 문제는 암모니아 1 mol이 생성될 때 45.9 kJ을 방출하는 반응입니다. 질소 1 mol과 수소 3 mol이 반응하면 암모니아 2 mol이 만들어집니다. 따라서 이 반응식의 ΔH는 −91.8 kJ입니다. 모든 계수를 반으로 나누고 ΔH를 −45.9 kJ로 쓴 식도 같은 뜻입니다.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질량의 연료가 모두 같은 양의 열을 내는 것은 아닙니다. 어떤 연료가 더 많은 열을 내는지 비교하려면 물질의 양을 같게 해야 합니다. 연료 1 mol을 기준으로 비교할 때와 1 g을 기준으로 비교할 때의 결과가 다를 수 있습니다. Part 3에서는 반응식의 계수와 몰질량을 이용해 단위 질량당 방출열을 구하겠습니다.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가정용 난방 보일러는 연료가 연소하며 방출한 열을 난방에 이용합니다. 가솔린 자동차는 연료의 연소로 얻은 에너지의 일부를 운동에 이용합니다. 두 경우 모두 연료와 산소의 반응에서 에너지를 얻습니다. 연료의 종류에 따라 같은 질량이 연소할 때 방출하는 열이 다르므로, 같은 양을 기준으로 비교해야 합니다.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반응식에서 메테인의 계수는 1입니다. 메테인 1 mol이 연소할 때 890.5 kJ을 방출합니다. 뷰테인의 계수는 2이고 ΔH는 −5754 kJ입니다. 이 값은 뷰테인 2 mol이 반응할 때의 값이므로, 1 mol당 방출열은 5754를 2로 나눈 2877 kJ입니다. 연소 반응의 ΔH는 음수이지만, 방출한 열의 크기를 나타낼 때는 양수로 씁니다.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1 mol의 질량은 16 g입니다. 16 g이 890.5 kJ을 방출하므로 1 g은 약 55.7 kJ을 방출합니다. 뷰테인 1 mol은 58 g이고 방출열은 2877 kJ이므로, 1 g당 방출열은 약 49.6 kJ입니다. 1 mol당 방출열의 단위 kJ/mol을 몰질량의 단위 g/mol로 나누면 kJ/g이 남습니다. 1 mol 기준에서는 뷰테인의 방출열이 더 크지만, 같은 질량에서는 메테인이 더 큽니다.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 1 mol은 46 g이고 연소할 때 1367 kJ을 방출합니다. 1367을 46으로 나누면 1 g당 방출열은 약 29.7 kJ입니다. 수소의 반응식은 수소 2 mol이 연소할 때 571.6 kJ을 방출한다는 뜻입니다. 수소의 몰질량은 2 g/mol이므로 수소 2 mol은 4 g입니다. 571.6을 4로 나누면 1 g당 방출열은 142.9 kJ입니다. 두 반응식 모두 액체 물이 생성되는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행은 연료 1 g이 방출하는 열입니다. 수소 142.9, 메테인 55.7, 뷰테인 49.6, 에탄올 29.7 kJ/g 순서입니다. 제시된 네 연료 가운데 같은 질량에서 가장 많은 열을 방출하는 연료는 수소입니다. 1 mol당 방출열만 보면 뷰테인이 가장 크므로, 비교 기준에 따라 순서가 달라집니다. 표에서는 방출열의 크기를 양수로 나타냈습니다. 연소 반응의 ΔH는 음수입니다.</a:t>
            </a:r>
          </a:p>
          <a:p xmlns:a="http://schemas.openxmlformats.org/drawingml/2006/main">
            <a:r>
              <a:t>화면에서 가리킬 순서: 1 mol당 방출열 → 1 g당 방출열 → 같은 질량에서의 순서</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수소의 방출열이 가장 크다고 해서 어떤 상황에서나 수소가 가장 좋은 연료인 것은 아닙니다. 연료를 생산하는 과정, 저장과 운송 방법, 사용하는 장치의 효율도 고려해야 합니다. 예를 들어 저장 용기의 질량까지 포함한 전체 무게는 방출열 표만으로 알 수 없습니다. 실제로 연료를 선택하려면 어떤 정보가 더 필요할지 한 가지씩 제안해 봅시다.</a:t>
            </a:r>
          </a:p>
          <a:p xmlns:a="http://schemas.openxmlformats.org/drawingml/2006/main">
            <a:r>
              <a:t>화면에서 가리킬 순서: 같은 질량당 방출열 → 생산·저장·운송과 장치 효율 → 학생 질문</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앞서 구한 값을 이용해 표의 빈칸을 채워 봅시다. 뷰테인 1 g당 방출열은 2877을 58로 나눈 약 49.6 kJ이고, 수소는 285.8을 2로 나눈 142.9 kJ입니다. 그렇다면 같은 질량일 때 방출열이 큰 순서는 어떻게 될까요? 수소, 메테인, 뷰테인, 에탄올 순서입니다. 1 mol당 값과 1 g당 값을 구별하고, 같은 질량이라는 조건을 붙여 설명해 보세요.</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반응에서는 원자의 종류와 수가 보존되면서 원자 사이의 결합이 바뀝니다. 결합을 끊는 과정과 새로운 결합을 만드는 과정에서는 에너지가 어떻게 출입할까요? Part 4에서는 두 과정의 에너지 출입을 구별하고, 결합 에너지를 이용해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 H₂는 두 수소 원자가 결합한 상태입니다. 기체 상태의 수소 분자 1 mol을 원자로 분리하려면 436 kJ을 공급해야 합니다. 에너지를 흡수하므로 이 과정의 ΔH는 +436 kJ입니다. 그래프에서도 생성물인 수소 원자의 엔탈피가 반응물인 수소 분자보다 높습니다. 반응식의 2H는 수소 분자 두 개가 아니라 수소 원자 두 개를 뜻합니다.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기체 상태의 수소 원자들이 결합하여 수소 분자 1 mol이 되면 436 kJ을 방출합니다. 앞에서 같은 결합을 끊는 데 흡수한 에너지와 크기가 같고 방향은 반대입니다. 열을 방출하므로 ΔH는 −436 kJ입니다. 그래프에서는 생성물의 엔탈피가 반응물보다 낮습니다. 결합을 끊는 과정은 에너지 흡수, 만드는 과정은 에너지 방출이라는 차이를 기억해 봅시다.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공유 결합 1 mol을 끊는 데 필요한 에너지입니다. 단위는 kJ/mol이며, 여기서 mol은 결합의 양을 뜻합니다. H–H 결합 에너지는 436, O=O는 498, O–H는 460 kJ/mol입니다. 물 1 mol에는 O–H 결합이 2 mol 있습니다. 다원자 분자에서는 같은 종류의 결합도 주변 원자에 따라 에너지가 달라지므로 평균값을 사용합니다. 결합 에너지는 결합을 끊는 데 필요한 에너지이므로 양수입니다.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 모형은 결합을 모두 끊은 원자 상태입니다. 여기까지는 에너지를 흡수합니다. 오른쪽에서 물 분자 두 개가 만들어지면 O–H 결합 네 개가 형성되며 에너지를 방출합니다. 반응 전후 원자 수는 같고 결합의 종류와 수가 바뀝니다. 가운데 모형은 에너지 계산을 위한 것으로, 실제 반응이 반드시 모든 원자로 분리된 뒤 진행된다는 뜻은 아닙니다.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 한 개에는 H–H 결합이 하나 있으므로 수소 분자 두 개에는 두 개가 있습니다. 산소 분자 한 개에는 O=O 결합이 하나 있습니다. O=O의 결합 에너지에는 이중 결합 전체가 반영되어 있으므로 다시 두 배로 계산하지 않습니다. 물 분자 한 개에는 O–H 결합이 두 개이므로 물 분자 두 개에는 네 개가 있습니다. 반응식의 계수를 mol 단위로 읽으면 끊는 결합은 H–H 2 mol과 O=O 1 mol이고, 만드는 결합은 O–H 4 mol입니다.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 결합을 끊는 데 필요한 에너지는 H–H 2 mol과 O=O 1 mol의 결합 에너지를 더한 값입니다. 2 × 436 + 498 = 1370 kJ을 흡수합니다. 생성물의 O–H 결합 4 mol이 형성될 때는 4 × 460 = 1840 kJ을 방출합니다. 반응 엔탈피는 흡수한 에너지에서 방출한 에너지의 크기를 뺀 값이므로 약 −470 kJ입니다. 결합 형성에서 더 많은 에너지를 방출하므로 발열 반응입니다. 이 값은 수증기 2 mol이 생성되는 반응에 대해 평균 결합 에너지로 구한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에너지로 구한 수증기 생성 반응의 근삿값입니다. 결합 에너지는 분자마다 조금씩 다르므로 평균값으로 계산한 결과와 실제 반응 엔탈피에는 차이가 생길 수 있습니다. 아래 식은 액체 물이 생성되는 반응입니다. 위 식과는 생성물의 상태도 다릅니다. 두 값의 차이에는 평균값을 사용한 데 따른 차이와 물질의 상태 차이가 함께 들어 있습니다. 따라서 이 두 수치의 차이를 그대로 물의 응축열이라고 할 수는 없습니다.</a:t>
            </a:r>
          </a:p>
          <a:p xmlns:a="http://schemas.openxmlformats.org/drawingml/2006/main">
            <a:r>
              <a:t>화면에서 가리킬 순서: 수증기 생성의 근삿값 → 액체 물 생성 반응식 → 생성물의 상태 차이</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발열 반응은 주위로 열을 방출합니다. 생성물의 엔탈피 합이 반응물보다 작으므로 반응 엔탈피는 음수입니다. 흡열 반응은 주위에서 열을 흡수하고, 생성물의 엔탈피 합이 반응물보다 크므로 반응 엔탈피는 양수입니다. 반응식 전체의 계수를 n배 하면 ΔH도 n배가 되고, 물질의 상태가 달라지면 ΔH도 달라집니다. 결합 에너지로 계산할 때는 결합을 끊는 데 흡수한 에너지에서 결합 형성 시 방출한 에너지의 크기를 뺍니다.</a:t>
            </a:r>
          </a:p>
          <a:p xmlns:a="http://schemas.openxmlformats.org/drawingml/2006/main">
            <a:r>
              <a:t>화면에서 가리킬 순서: 열 이동 방향 → 반응하는 물질 엔탈피 변화 → 생성물과 반응물 비교 → ΔH 부호 → 아래 계수·상태·결합 관계</a:t>
            </a:r>
          </a:p>
          <a:p xmlns:a="http://schemas.openxmlformats.org/drawingml/2006/main">
            <a:r>
              <a:t>오개념 점검: 반응하는 물질의 엔탈피 변화와 주위의 온도 변화를 구별한다. 생성물과 반응물의 엔탈피는 각각 합으로 비교한다.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 속 철 가루가 산소와 반응하여 산화될 때 열이 주위로 방출됩니다. 그 열이 손으로 전달되어 손이 따뜻해집니다. 발열 반응이므로 생성물의 엔탈피 합이 반응물보다 작고 ΔH는 음수입니다. 처음 썼던 설명에서 바꾸고 싶은 부분이 있나요? 오른쪽 문제에서는 H–H와 F–F 결합을 각각 1 mol씩 끊고 H–F 결합을 2 mol 만듭니다. 반응 엔탈피는 436 + 159 − 2 × 570으로 약 −545 kJ입니다. 음수이므로 이 반응도 발열 반응입니다.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8d348dc2f545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3c7f853b52542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38b024370c45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f8a72ef2d040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b1888a83d843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22c8cb5b3840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C9DFB7-F067-428C-BFD4-B5AC20A23C0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680BC6F-A71A-4CD8-8610-08A8B410FA6D}"/>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D738B5-FC51-4EBD-8FAF-C56D5FEEC879}"/>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D0409A-8E13-456D-A8A9-240EB40A272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E6C7B5-9083-4998-AB29-80C36E484C02}"/>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75EFBE-9032-4A0B-88AC-7998938DFFA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E2F674-DB93-4875-BE32-E101290D638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BB2AE81-516D-4715-AA2E-BAE4BDAAEE16}"/>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E9FDD8-20D5-45EC-A42A-8C0F4D52B6F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8332BC-392D-4BCF-BB84-B48E6121BA4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a8ec62939c4dcf" /><Relationship Type="http://schemas.openxmlformats.org/officeDocument/2006/relationships/slideLayout" Target="/ppt/slideLayouts/slideLayout1.xml" Id="R5e438c67bef94484" /><Relationship Type="http://schemas.openxmlformats.org/officeDocument/2006/relationships/slideLayout" Target="/ppt/slideLayouts/slideLayout2.xml" Id="Rb2f6bea559ad41a2" /><Relationship Type="http://schemas.openxmlformats.org/officeDocument/2006/relationships/slideLayout" Target="/ppt/slideLayouts/slideLayout3.xml" Id="Rb945d0036a4f4c7a" /><Relationship Type="http://schemas.openxmlformats.org/officeDocument/2006/relationships/slideLayout" Target="/ppt/slideLayouts/slideLayout4.xml" Id="R7b7e1eba8af449a7" /><Relationship Type="http://schemas.openxmlformats.org/officeDocument/2006/relationships/slideLayout" Target="/ppt/slideLayouts/slideLayout5.xml" Id="Rdfa44956f8034f6c" /><Relationship Type="http://schemas.openxmlformats.org/officeDocument/2006/relationships/slideLayout" Target="/ppt/slideLayouts/slideLayout6.xml" Id="Rd8077ff6225442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438c67bef94484"/>
    <p:sldLayoutId xmlns:r="http://schemas.openxmlformats.org/officeDocument/2006/relationships" id="2147483650" r:id="Rb2f6bea559ad41a2"/>
    <p:sldLayoutId xmlns:r="http://schemas.openxmlformats.org/officeDocument/2006/relationships" id="2147483651" r:id="Rb945d0036a4f4c7a"/>
    <p:sldLayoutId xmlns:r="http://schemas.openxmlformats.org/officeDocument/2006/relationships" id="2147483652" r:id="R7b7e1eba8af449a7"/>
    <p:sldLayoutId xmlns:r="http://schemas.openxmlformats.org/officeDocument/2006/relationships" id="2147483653" r:id="Rdfa44956f8034f6c"/>
    <p:sldLayoutId xmlns:r="http://schemas.openxmlformats.org/officeDocument/2006/relationships" id="2147483654" r:id="Rd8077ff6225442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d8c2ad4b3a5481a" /><Relationship Type="http://schemas.openxmlformats.org/officeDocument/2006/relationships/image" Target="/ppt/media/image.png" Id="Rafd23084530041b8" /><Relationship Type="http://schemas.openxmlformats.org/officeDocument/2006/relationships/image" Target="/ppt/media/image2.png" Id="R0bed654401c34d6c" /><Relationship Type="http://schemas.openxmlformats.org/officeDocument/2006/relationships/image" Target="/ppt/media/image3.png" Id="R222b707fbdc2494f" /><Relationship Type="http://schemas.openxmlformats.org/officeDocument/2006/relationships/image" Target="/ppt/media/image4.png" Id="R43b706a7186641fa" /><Relationship Type="http://schemas.openxmlformats.org/officeDocument/2006/relationships/notesSlide" Target="/ppt/notesSlides/notesSlide1.xml" Id="R0042197dfa924f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cce2647496c4143" /><Relationship Type="http://schemas.openxmlformats.org/officeDocument/2006/relationships/image" Target="/ppt/media/image5.png" Id="Ra2e9667a98d44363" /><Relationship Type="http://schemas.openxmlformats.org/officeDocument/2006/relationships/notesSlide" Target="/ppt/notesSlides/notesSlide2.xml" Id="Rb4532f5f5fe548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abe9cc73bd7492b" /><Relationship Type="http://schemas.openxmlformats.org/officeDocument/2006/relationships/image" Target="/ppt/media/image6.png" Id="R26bab64288684613" /><Relationship Type="http://schemas.openxmlformats.org/officeDocument/2006/relationships/image" Target="/ppt/media/image7.png" Id="Rb525951e29fd4a66" /><Relationship Type="http://schemas.openxmlformats.org/officeDocument/2006/relationships/image" Target="/ppt/media/image8.png" Id="R5b70cab5aa904464" /><Relationship Type="http://schemas.openxmlformats.org/officeDocument/2006/relationships/notesSlide" Target="/ppt/notesSlides/notesSlide3.xml" Id="Re448050c297e4b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92ac138d4e42b2" /><Relationship Type="http://schemas.openxmlformats.org/officeDocument/2006/relationships/image" Target="/ppt/media/image9.png" Id="Rd2818070591c4d85" /><Relationship Type="http://schemas.openxmlformats.org/officeDocument/2006/relationships/image" Target="/ppt/media/image10.png" Id="R1cc8e902df3a44c4" /><Relationship Type="http://schemas.openxmlformats.org/officeDocument/2006/relationships/notesSlide" Target="/ppt/notesSlides/notesSlide4.xml" Id="R9a3e91e3894b45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56fd56311ec428f" /><Relationship Type="http://schemas.openxmlformats.org/officeDocument/2006/relationships/image" Target="/ppt/media/image11.png" Id="R78d410ccfdc84cff" /><Relationship Type="http://schemas.openxmlformats.org/officeDocument/2006/relationships/image" Target="/ppt/media/image12.png" Id="R7416103e5ef544be" /><Relationship Type="http://schemas.openxmlformats.org/officeDocument/2006/relationships/notesSlide" Target="/ppt/notesSlides/notesSlide5.xml" Id="R8eaeb7ca12634e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89e4cec27f844eb" /><Relationship Type="http://schemas.openxmlformats.org/officeDocument/2006/relationships/image" Target="/ppt/media/image13.png" Id="R0e799d2cdb45483f" /><Relationship Type="http://schemas.openxmlformats.org/officeDocument/2006/relationships/image" Target="/ppt/media/image14.png" Id="R0685911bc9f644ad" /><Relationship Type="http://schemas.openxmlformats.org/officeDocument/2006/relationships/image" Target="/ppt/media/image15.png" Id="Rcace92d39290426a" /><Relationship Type="http://schemas.openxmlformats.org/officeDocument/2006/relationships/notesSlide" Target="/ppt/notesSlides/notesSlide6.xml" Id="R515b73c19de44e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4e06e36f954638" /><Relationship Type="http://schemas.openxmlformats.org/officeDocument/2006/relationships/image" Target="/ppt/media/image16.png" Id="R41732667fa614e46" /><Relationship Type="http://schemas.openxmlformats.org/officeDocument/2006/relationships/image" Target="/ppt/media/image17.png" Id="R12ae94f5dbe646aa" /><Relationship Type="http://schemas.openxmlformats.org/officeDocument/2006/relationships/image" Target="/ppt/media/image18.png" Id="R89632960162b497f" /><Relationship Type="http://schemas.openxmlformats.org/officeDocument/2006/relationships/notesSlide" Target="/ppt/notesSlides/notesSlide7.xml" Id="Rc72e68f597574d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0df59baffe74b40" /><Relationship Type="http://schemas.openxmlformats.org/officeDocument/2006/relationships/image" Target="/ppt/media/image19.png" Id="Redceddb072254a2b" /><Relationship Type="http://schemas.openxmlformats.org/officeDocument/2006/relationships/notesSlide" Target="/ppt/notesSlides/notesSlide8.xml" Id="Rade57a74ded14d0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2248488bc5146b3" /><Relationship Type="http://schemas.openxmlformats.org/officeDocument/2006/relationships/image" Target="/ppt/media/image20.png" Id="Ra164fb0f5bd44caa" /><Relationship Type="http://schemas.openxmlformats.org/officeDocument/2006/relationships/image" Target="/ppt/media/image21.png" Id="Rb40962373f7e495e" /><Relationship Type="http://schemas.openxmlformats.org/officeDocument/2006/relationships/notesSlide" Target="/ppt/notesSlides/notesSlide9.xml" Id="Re7deeeec0d0246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21fb80d9d0b42b0" /><Relationship Type="http://schemas.openxmlformats.org/officeDocument/2006/relationships/image" Target="/ppt/media/image22.png" Id="R04248ba6ca4240ce" /><Relationship Type="http://schemas.openxmlformats.org/officeDocument/2006/relationships/image" Target="/ppt/media/image23.png" Id="R60f37f6415b34902" /><Relationship Type="http://schemas.openxmlformats.org/officeDocument/2006/relationships/image" Target="/ppt/media/image24.png" Id="R77ce640e8f474902" /><Relationship Type="http://schemas.openxmlformats.org/officeDocument/2006/relationships/notesSlide" Target="/ppt/notesSlides/notesSlide10.xml" Id="R5db032a49a954f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13017cd371d49ef" /><Relationship Type="http://schemas.openxmlformats.org/officeDocument/2006/relationships/image" Target="/ppt/media/image25.png" Id="Red797db61f5c486e" /><Relationship Type="http://schemas.openxmlformats.org/officeDocument/2006/relationships/image" Target="/ppt/media/image26.png" Id="R4fcb2b6fd88d4c6a" /><Relationship Type="http://schemas.openxmlformats.org/officeDocument/2006/relationships/notesSlide" Target="/ppt/notesSlides/notesSlide11.xml" Id="R677c0ab28fe94b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14b50a813644a7a" /><Relationship Type="http://schemas.openxmlformats.org/officeDocument/2006/relationships/image" Target="/ppt/media/image27.png" Id="R3b8fc29f6c584654" /><Relationship Type="http://schemas.openxmlformats.org/officeDocument/2006/relationships/image" Target="/ppt/media/image28.png" Id="R2f09b1d810c445b8" /><Relationship Type="http://schemas.openxmlformats.org/officeDocument/2006/relationships/notesSlide" Target="/ppt/notesSlides/notesSlide12.xml" Id="Rb43ec16f57704c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a15808f3af24f90" /><Relationship Type="http://schemas.openxmlformats.org/officeDocument/2006/relationships/image" Target="/ppt/media/image29.png" Id="Rb3e16d11293d41a0" /><Relationship Type="http://schemas.openxmlformats.org/officeDocument/2006/relationships/image" Target="/ppt/media/image30.png" Id="Rf1c210fb5fb94a58" /><Relationship Type="http://schemas.openxmlformats.org/officeDocument/2006/relationships/notesSlide" Target="/ppt/notesSlides/notesSlide13.xml" Id="R49ad4712c6aa46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1e8633ff756452a" /><Relationship Type="http://schemas.openxmlformats.org/officeDocument/2006/relationships/image" Target="/ppt/media/image31.png" Id="Rd9a11b13dbae4123" /><Relationship Type="http://schemas.openxmlformats.org/officeDocument/2006/relationships/image" Target="/ppt/media/image32.png" Id="R5f2a8b8490994fdc" /><Relationship Type="http://schemas.openxmlformats.org/officeDocument/2006/relationships/image" Target="/ppt/media/image33.png" Id="Rfca728e6583b48f4" /><Relationship Type="http://schemas.openxmlformats.org/officeDocument/2006/relationships/notesSlide" Target="/ppt/notesSlides/notesSlide14.xml" Id="Ra45889207cd14f1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1c6d06165cb4e78" /><Relationship Type="http://schemas.openxmlformats.org/officeDocument/2006/relationships/image" Target="/ppt/media/image34.png" Id="R34eb797ddc8847ba" /><Relationship Type="http://schemas.openxmlformats.org/officeDocument/2006/relationships/notesSlide" Target="/ppt/notesSlides/notesSlide15.xml" Id="R97316f546ec946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29789b1ba56456b" /><Relationship Type="http://schemas.openxmlformats.org/officeDocument/2006/relationships/image" Target="/ppt/media/image35.png" Id="Rd73969b32f4c4826" /><Relationship Type="http://schemas.openxmlformats.org/officeDocument/2006/relationships/image" Target="/ppt/media/image36.png" Id="Ra800e0ad537e43d4" /><Relationship Type="http://schemas.openxmlformats.org/officeDocument/2006/relationships/notesSlide" Target="/ppt/notesSlides/notesSlide16.xml" Id="Rabe107e7675241c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b5861c4f5e34198" /><Relationship Type="http://schemas.openxmlformats.org/officeDocument/2006/relationships/image" Target="/ppt/media/image37.png" Id="R6fba1eef908e44ea" /><Relationship Type="http://schemas.openxmlformats.org/officeDocument/2006/relationships/image" Target="/ppt/media/image38.png" Id="R321cbcd511024e57" /><Relationship Type="http://schemas.openxmlformats.org/officeDocument/2006/relationships/notesSlide" Target="/ppt/notesSlides/notesSlide17.xml" Id="R26623a92bc024ea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9dbe618fcb8474e" /><Relationship Type="http://schemas.openxmlformats.org/officeDocument/2006/relationships/image" Target="/ppt/media/image39.png" Id="R6cda0cf4e8e04cc0" /><Relationship Type="http://schemas.openxmlformats.org/officeDocument/2006/relationships/image" Target="/ppt/media/image40.png" Id="R29bc781384ea46fe" /><Relationship Type="http://schemas.openxmlformats.org/officeDocument/2006/relationships/image" Target="/ppt/media/image41.png" Id="R188a9faada374373" /><Relationship Type="http://schemas.openxmlformats.org/officeDocument/2006/relationships/notesSlide" Target="/ppt/notesSlides/notesSlide18.xml" Id="R707f30545f3a430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3009222b63040c1" /><Relationship Type="http://schemas.openxmlformats.org/officeDocument/2006/relationships/image" Target="/ppt/media/image42.png" Id="Ref3b7efe49474440" /><Relationship Type="http://schemas.openxmlformats.org/officeDocument/2006/relationships/image" Target="/ppt/media/image43.png" Id="Rc6a70032c9924f4b" /><Relationship Type="http://schemas.openxmlformats.org/officeDocument/2006/relationships/notesSlide" Target="/ppt/notesSlides/notesSlide19.xml" Id="Rfd120a120c6447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cd6173f608946c0" /><Relationship Type="http://schemas.openxmlformats.org/officeDocument/2006/relationships/image" Target="/ppt/media/image44.png" Id="Rcded71dccbcc4979" /><Relationship Type="http://schemas.openxmlformats.org/officeDocument/2006/relationships/image" Target="/ppt/media/image45.png" Id="R88c6c317581b4cc2" /><Relationship Type="http://schemas.openxmlformats.org/officeDocument/2006/relationships/image" Target="/ppt/media/image46.png" Id="R619895fac3db4f2b" /><Relationship Type="http://schemas.openxmlformats.org/officeDocument/2006/relationships/notesSlide" Target="/ppt/notesSlides/notesSlide20.xml" Id="Rcfa89078b9804a3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bb3ea3373984790" /><Relationship Type="http://schemas.openxmlformats.org/officeDocument/2006/relationships/image" Target="/ppt/media/image47.png" Id="Re79cd77b9906462c" /><Relationship Type="http://schemas.openxmlformats.org/officeDocument/2006/relationships/image" Target="/ppt/media/image48.png" Id="Rf441eeaac84e4289" /><Relationship Type="http://schemas.openxmlformats.org/officeDocument/2006/relationships/notesSlide" Target="/ppt/notesSlides/notesSlide21.xml" Id="R994c83a35d2d495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aa9cd91365e4eb5" /><Relationship Type="http://schemas.openxmlformats.org/officeDocument/2006/relationships/image" Target="/ppt/media/image49.png" Id="Rf57ff69690a94f91" /><Relationship Type="http://schemas.openxmlformats.org/officeDocument/2006/relationships/image" Target="/ppt/media/image50.png" Id="R94b20137f4c742c4" /><Relationship Type="http://schemas.openxmlformats.org/officeDocument/2006/relationships/notesSlide" Target="/ppt/notesSlides/notesSlide22.xml" Id="R1830b840af90455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bbb211216ba4095" /><Relationship Type="http://schemas.openxmlformats.org/officeDocument/2006/relationships/image" Target="/ppt/media/image51.png" Id="Rafbe0e3c6c1f4eb9" /><Relationship Type="http://schemas.openxmlformats.org/officeDocument/2006/relationships/image" Target="/ppt/media/image52.png" Id="Rb50909fda64941e5" /><Relationship Type="http://schemas.openxmlformats.org/officeDocument/2006/relationships/image" Target="/ppt/media/image53.png" Id="R08e37ae4976f4d59" /><Relationship Type="http://schemas.openxmlformats.org/officeDocument/2006/relationships/notesSlide" Target="/ppt/notesSlides/notesSlide23.xml" Id="R23497ea7aa25405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84d2a8c79634acd" /><Relationship Type="http://schemas.openxmlformats.org/officeDocument/2006/relationships/image" Target="/ppt/media/image54.png" Id="Rccff115ae95a444a" /><Relationship Type="http://schemas.openxmlformats.org/officeDocument/2006/relationships/image" Target="/ppt/media/image55.png" Id="Rf81a83cf696047ca" /><Relationship Type="http://schemas.openxmlformats.org/officeDocument/2006/relationships/image" Target="/ppt/media/image56.png" Id="R8191d8da581948d5" /><Relationship Type="http://schemas.openxmlformats.org/officeDocument/2006/relationships/notesSlide" Target="/ppt/notesSlides/notesSlide24.xml" Id="R0478255ec0e5474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d32927cf5f3442f" /><Relationship Type="http://schemas.openxmlformats.org/officeDocument/2006/relationships/image" Target="/ppt/media/image57.png" Id="Rbf27c991e3bd4988" /><Relationship Type="http://schemas.openxmlformats.org/officeDocument/2006/relationships/notesSlide" Target="/ppt/notesSlides/notesSlide25.xml" Id="Rc73828dc583f4ea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292125d59ad4f94" /><Relationship Type="http://schemas.openxmlformats.org/officeDocument/2006/relationships/image" Target="/ppt/media/image58.png" Id="R40dccc213b6c4af8" /><Relationship Type="http://schemas.openxmlformats.org/officeDocument/2006/relationships/image" Target="/ppt/media/image59.png" Id="Rc636aff689084245" /><Relationship Type="http://schemas.openxmlformats.org/officeDocument/2006/relationships/image" Target="/ppt/media/image60.png" Id="R0a0fbda81def4b71" /><Relationship Type="http://schemas.openxmlformats.org/officeDocument/2006/relationships/notesSlide" Target="/ppt/notesSlides/notesSlide26.xml" Id="Rcb8dfb659cc04e8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41fc70ecab74dda" /><Relationship Type="http://schemas.openxmlformats.org/officeDocument/2006/relationships/image" Target="/ppt/media/image61.png" Id="Rb17a0a42fda84533" /><Relationship Type="http://schemas.openxmlformats.org/officeDocument/2006/relationships/notesSlide" Target="/ppt/notesSlides/notesSlide27.xml" Id="R81e8c60fce7f47f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42e4f2166c94b3f" /><Relationship Type="http://schemas.openxmlformats.org/officeDocument/2006/relationships/image" Target="/ppt/media/image62.png" Id="Rd4c2030e41cb41ca" /><Relationship Type="http://schemas.openxmlformats.org/officeDocument/2006/relationships/image" Target="/ppt/media/image63.png" Id="Rca9b5d2e68494d08" /><Relationship Type="http://schemas.openxmlformats.org/officeDocument/2006/relationships/notesSlide" Target="/ppt/notesSlides/notesSlide28.xml" Id="R57b2279e94cd4d8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d42482661644554" /><Relationship Type="http://schemas.openxmlformats.org/officeDocument/2006/relationships/image" Target="/ppt/media/image64.png" Id="Rc24e778a10a44ed0" /><Relationship Type="http://schemas.openxmlformats.org/officeDocument/2006/relationships/notesSlide" Target="/ppt/notesSlides/notesSlide29.xml" Id="R5c149f4de89b4f1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088cf3b517943f9" /><Relationship Type="http://schemas.openxmlformats.org/officeDocument/2006/relationships/image" Target="/ppt/media/image65.png" Id="R3b6234b4063c4ad9" /><Relationship Type="http://schemas.openxmlformats.org/officeDocument/2006/relationships/image" Target="/ppt/media/image66.png" Id="R733f79540fbe4f6c" /><Relationship Type="http://schemas.openxmlformats.org/officeDocument/2006/relationships/notesSlide" Target="/ppt/notesSlides/notesSlide30.xml" Id="R25efa7956e5d4b3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bb9a520cf274320" /><Relationship Type="http://schemas.openxmlformats.org/officeDocument/2006/relationships/image" Target="/ppt/media/image67.png" Id="R8322249410124de3" /><Relationship Type="http://schemas.openxmlformats.org/officeDocument/2006/relationships/image" Target="/ppt/media/image68.png" Id="R0fd95ffbfcfa48a3" /><Relationship Type="http://schemas.openxmlformats.org/officeDocument/2006/relationships/notesSlide" Target="/ppt/notesSlides/notesSlide31.xml" Id="Rd3f2783f73a94e5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a9eca63f87642cd" /><Relationship Type="http://schemas.openxmlformats.org/officeDocument/2006/relationships/image" Target="/ppt/media/image69.png" Id="R5498cb3de280443e" /><Relationship Type="http://schemas.openxmlformats.org/officeDocument/2006/relationships/image" Target="/ppt/media/image70.png" Id="Rb24177dddb8f4ec7" /><Relationship Type="http://schemas.openxmlformats.org/officeDocument/2006/relationships/notesSlide" Target="/ppt/notesSlides/notesSlide32.xml" Id="R0386722b72174f3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47a8176f46e4aae" /><Relationship Type="http://schemas.openxmlformats.org/officeDocument/2006/relationships/image" Target="/ppt/media/image71.png" Id="Rf8e2dc87640249ce" /><Relationship Type="http://schemas.openxmlformats.org/officeDocument/2006/relationships/image" Target="/ppt/media/image72.png" Id="R21f2eeed12494b3e" /><Relationship Type="http://schemas.openxmlformats.org/officeDocument/2006/relationships/notesSlide" Target="/ppt/notesSlides/notesSlide33.xml" Id="R70a98987962e464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48f12a2cbcc48c6" /><Relationship Type="http://schemas.openxmlformats.org/officeDocument/2006/relationships/image" Target="/ppt/media/image73.png" Id="R0a9c58d709184eb7" /><Relationship Type="http://schemas.openxmlformats.org/officeDocument/2006/relationships/image" Target="/ppt/media/image74.png" Id="R05cbff89f87d459b" /><Relationship Type="http://schemas.openxmlformats.org/officeDocument/2006/relationships/image" Target="/ppt/media/image75.png" Id="R84cce3ce15534a63" /><Relationship Type="http://schemas.openxmlformats.org/officeDocument/2006/relationships/notesSlide" Target="/ppt/notesSlides/notesSlide34.xml" Id="R0fc46f96bac04bd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c81ba078ad54052" /><Relationship Type="http://schemas.openxmlformats.org/officeDocument/2006/relationships/image" Target="/ppt/media/image76.png" Id="Rdca85f1e4d9946cf" /><Relationship Type="http://schemas.openxmlformats.org/officeDocument/2006/relationships/notesSlide" Target="/ppt/notesSlides/notesSlide35.xml" Id="R0fd8b25010cc4c5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dd50b5d6e5d4f12" /><Relationship Type="http://schemas.openxmlformats.org/officeDocument/2006/relationships/image" Target="/ppt/media/image77.png" Id="R33692bb43cb249b8" /><Relationship Type="http://schemas.openxmlformats.org/officeDocument/2006/relationships/image" Target="/ppt/media/image78.png" Id="R31d8434ace5a489c" /><Relationship Type="http://schemas.openxmlformats.org/officeDocument/2006/relationships/notesSlide" Target="/ppt/notesSlides/notesSlide36.xml" Id="R20b6b4c6443f4de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93cff98b7ea4396" /><Relationship Type="http://schemas.openxmlformats.org/officeDocument/2006/relationships/image" Target="/ppt/media/image79.png" Id="R397706b45f534134" /><Relationship Type="http://schemas.openxmlformats.org/officeDocument/2006/relationships/image" Target="/ppt/media/image80.png" Id="R90baf97e9aee4e71" /><Relationship Type="http://schemas.openxmlformats.org/officeDocument/2006/relationships/notesSlide" Target="/ppt/notesSlides/notesSlide37.xml" Id="R8107a96ed6e2432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8defda31c824963" /><Relationship Type="http://schemas.openxmlformats.org/officeDocument/2006/relationships/image" Target="/ppt/media/image81.png" Id="Re6cb6ef26c3543fb" /><Relationship Type="http://schemas.openxmlformats.org/officeDocument/2006/relationships/notesSlide" Target="/ppt/notesSlides/notesSlide38.xml" Id="Rcbc5c16faa8f4cb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21e45695a2a4256" /><Relationship Type="http://schemas.openxmlformats.org/officeDocument/2006/relationships/image" Target="/ppt/media/image82.png" Id="R61565dc432da48b2" /><Relationship Type="http://schemas.openxmlformats.org/officeDocument/2006/relationships/image" Target="/ppt/media/image83.png" Id="R0b12ef717a874800" /><Relationship Type="http://schemas.openxmlformats.org/officeDocument/2006/relationships/notesSlide" Target="/ppt/notesSlides/notesSlide39.xml" Id="Rfa238d14984440ae"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852CDF02-6883-40D3-AD21-6BA0D3F086A8}"/>
              </a:ext>
            </a:extLst>
          </p:cNvPr>
          <p:cNvPicPr>
            <a:picLocks noChangeAspect="1"/>
          </p:cNvPicPr>
          <p:nvPr/>
        </p:nvPicPr>
        <p:blipFill>
          <a:blip ns3:embed="Rafd23084530041b8"/>
          <a:stretch/>
        </p:blipFill>
        <p:spPr>
          <a:xfrm>
            <a:off x="4859" y="0"/>
            <a:ext cx="18278283" cy="10287000"/>
          </a:xfrm>
          <a:prstGeom prst="rect">
            <a:avLst/>
          </a:prstGeom>
        </p:spPr>
      </p:pic>
      <p:sp>
        <p:nvSpPr>
          <p:cNvPr id="2" name="reference_green_fade">
            <a:extLst>
              <a:ext uri="{FF2B5EF4-FFF2-40B4-BE49-F238E27FC236}">
                <ns2:creationId id="{4283A23E-90AF-423D-98C2-FE2DCB4DD83B}"/>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E81C65E4-2DB6-49FD-8107-B1536E9E4C7A}"/>
              </a:ext>
            </a:extLst>
          </p:cNvPr>
          <p:cNvPicPr>
            <a:picLocks noChangeAspect="1"/>
          </p:cNvPicPr>
          <p:nvPr/>
        </p:nvPicPr>
        <p:blipFill>
          <a:blip ns3:embed="R0bed654401c34d6c"/>
          <a:stretch/>
        </p:blipFill>
        <p:spPr>
          <a:xfrm>
            <a:off x="16941800" y="382588"/>
            <a:ext cx="1028700" cy="733425"/>
          </a:xfrm>
          <a:prstGeom prst="rect">
            <a:avLst/>
          </a:prstGeom>
        </p:spPr>
      </p:pic>
      <p:sp>
        <p:nvSpPr>
          <p:cNvPr id="4" name="copyright">
            <a:extLst>
              <a:ext uri="{FF2B5EF4-FFF2-40B4-BE49-F238E27FC236}">
                <ns2:creationId id="{8DF686D1-EFA4-4AB6-A343-834194FA8783}"/>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FAE02DD3-66AF-41D0-BCFB-209F22E71882}"/>
              </a:ext>
            </a:extLst>
          </p:cNvPr>
          <p:cNvPicPr>
            <a:picLocks noChangeAspect="1"/>
          </p:cNvPicPr>
          <p:nvPr/>
        </p:nvPicPr>
        <p:blipFill>
          <a:blip ns3:embed="R222b707fbdc2494f"/>
          <a:stretch/>
        </p:blipFill>
        <p:spPr>
          <a:xfrm>
            <a:off x="1320800" y="5207000"/>
            <a:ext cx="1447800" cy="609600"/>
          </a:xfrm>
          <a:prstGeom prst="rect">
            <a:avLst/>
          </a:prstGeom>
        </p:spPr>
      </p:pic>
      <p:pic>
        <p:nvPicPr>
          <p:cNvPr id="6" name="">
            <a:extLst>
              <a:ext uri="{FF2B5EF4-FFF2-40B4-BE49-F238E27FC236}">
                <ns2:creationId id="{E2751DE7-449B-4A89-B28E-3AAFDD00D149}"/>
              </a:ext>
            </a:extLst>
          </p:cNvPr>
          <p:cNvPicPr>
            <a:picLocks noChangeAspect="1"/>
          </p:cNvPicPr>
          <p:nvPr/>
        </p:nvPicPr>
        <p:blipFill>
          <a:blip ns3:embed="R43b706a7186641fa"/>
          <a:stretch/>
        </p:blipFill>
        <p:spPr>
          <a:xfrm>
            <a:off x="15252700" y="410251"/>
            <a:ext cx="1473200" cy="627298"/>
          </a:xfrm>
          <a:prstGeom prst="rect">
            <a:avLst/>
          </a:prstGeom>
        </p:spPr>
      </p:pic>
      <p:sp>
        <p:nvSpPr>
          <p:cNvPr id="7" name="title-line0">
            <a:extLst>
              <a:ext uri="{FF2B5EF4-FFF2-40B4-BE49-F238E27FC236}">
                <ns2:creationId id="{397EF7B9-25FD-4209-A027-D131CF172B07}"/>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6EB7DCAA-6DEB-4D1B-9085-DCE7EF6ECEF3}"/>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3C0379F6-F06B-4570-9B7E-2DA364A79B87}"/>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1085323588"/>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7" name="">
            <a:extLst>
              <a:ext uri="{FF2B5EF4-FFF2-40B4-BE49-F238E27FC236}">
                <ns2:creationId id="{76031678-88C9-41E6-820C-0F608676CB4B}"/>
              </a:ext>
            </a:extLst>
          </p:cNvPr>
          <p:cNvPicPr>
            <a:picLocks noChangeAspect="1"/>
          </p:cNvPicPr>
          <p:nvPr/>
        </p:nvPicPr>
        <p:blipFill>
          <a:blip ns3:embed="Ra2e9667a98d44363"/>
          <a:stretch/>
        </p:blipFill>
        <p:spPr>
          <a:xfrm>
            <a:off x="16941800" y="382588"/>
            <a:ext cx="1028700" cy="733425"/>
          </a:xfrm>
          <a:prstGeom prst="rect">
            <a:avLst/>
          </a:prstGeom>
        </p:spPr>
      </p:pic>
      <p:sp>
        <p:nvSpPr>
          <p:cNvPr id="2" name="copyright">
            <a:extLst>
              <a:ext uri="{FF2B5EF4-FFF2-40B4-BE49-F238E27FC236}">
                <ns2:creationId id="{1CE2728F-73E2-4DA2-B347-F8D649FEF63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title">
            <a:extLst>
              <a:ext uri="{FF2B5EF4-FFF2-40B4-BE49-F238E27FC236}">
                <ns2:creationId id="{8DDD93A3-DD05-49FD-8572-02D221E88EA3}"/>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4" name="part-chevron-0">
            <a:extLst>
              <a:ext uri="{FF2B5EF4-FFF2-40B4-BE49-F238E27FC236}">
                <ns2:creationId id="{C3C8FB3E-AD9C-4D68-8CE7-31E465B33AF3}"/>
              </a:ext>
            </a:extLst>
          </p:cNvPr>
          <p:cNvSpPr>
            <a:spLocks noGrp="1"/>
          </p:cNvSpPr>
          <p:nvPr/>
        </p:nvSpPr>
        <p:spPr>
          <a:xfrm>
            <a:off x="2428875"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5" name="part-label-0">
            <a:extLst>
              <a:ext uri="{FF2B5EF4-FFF2-40B4-BE49-F238E27FC236}">
                <ns2:creationId id="{3B8FF9A8-212C-4FBA-BBCB-EB8507289A42}"/>
              </a:ext>
            </a:extLst>
          </p:cNvPr>
          <p:cNvSpPr>
            <a:spLocks noGrp="1"/>
          </p:cNvSpPr>
          <p:nvPr/>
        </p:nvSpPr>
        <p:spPr>
          <a:xfrm>
            <a:off x="3048000"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6" name="part-title-0-0">
            <a:extLst>
              <a:ext uri="{FF2B5EF4-FFF2-40B4-BE49-F238E27FC236}">
                <ns2:creationId id="{66E2AA95-9CCC-43A2-A8F4-6E2D0DA90C93}"/>
              </a:ext>
            </a:extLst>
          </p:cNvPr>
          <p:cNvSpPr>
            <a:spLocks noGrp="1"/>
          </p:cNvSpPr>
          <p:nvPr/>
        </p:nvSpPr>
        <p:spPr>
          <a:xfrm>
            <a:off x="3048000"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7" name="part-chevron-1">
            <a:extLst>
              <a:ext uri="{FF2B5EF4-FFF2-40B4-BE49-F238E27FC236}">
                <ns2:creationId id="{3E4BAA60-A4E1-46A1-8B7F-174391D887BB}"/>
              </a:ext>
            </a:extLst>
          </p:cNvPr>
          <p:cNvSpPr>
            <a:spLocks noGrp="1"/>
          </p:cNvSpPr>
          <p:nvPr/>
        </p:nvSpPr>
        <p:spPr>
          <a:xfrm>
            <a:off x="5667375"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8" name="part-label-1">
            <a:extLst>
              <a:ext uri="{FF2B5EF4-FFF2-40B4-BE49-F238E27FC236}">
                <ns2:creationId id="{1CFCD655-6D48-4295-A71A-D8EDD15ACF06}"/>
              </a:ext>
            </a:extLst>
          </p:cNvPr>
          <p:cNvSpPr>
            <a:spLocks noGrp="1"/>
          </p:cNvSpPr>
          <p:nvPr/>
        </p:nvSpPr>
        <p:spPr>
          <a:xfrm>
            <a:off x="6286500"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9" name="part-title-1-0">
            <a:extLst>
              <a:ext uri="{FF2B5EF4-FFF2-40B4-BE49-F238E27FC236}">
                <ns2:creationId id="{906852B5-3C08-4113-9CAB-7F9C06B28215}"/>
              </a:ext>
            </a:extLst>
          </p:cNvPr>
          <p:cNvSpPr>
            <a:spLocks noGrp="1"/>
          </p:cNvSpPr>
          <p:nvPr/>
        </p:nvSpPr>
        <p:spPr>
          <a:xfrm>
            <a:off x="6286500"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열화학 반응식</a:t>
            </a:r>
          </a:p>
        </p:txBody>
      </p:sp>
      <p:sp>
        <p:nvSpPr>
          <p:cNvPr id="10" name="part-chevron-2">
            <a:extLst>
              <a:ext uri="{FF2B5EF4-FFF2-40B4-BE49-F238E27FC236}">
                <ns2:creationId id="{5ED98387-6764-4205-BF7A-9BEEE7246186}"/>
              </a:ext>
            </a:extLst>
          </p:cNvPr>
          <p:cNvSpPr>
            <a:spLocks noGrp="1"/>
          </p:cNvSpPr>
          <p:nvPr/>
        </p:nvSpPr>
        <p:spPr>
          <a:xfrm>
            <a:off x="8905875"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11" name="part-label-2">
            <a:extLst>
              <a:ext uri="{FF2B5EF4-FFF2-40B4-BE49-F238E27FC236}">
                <ns2:creationId id="{27F98C3B-A7B7-4CBC-87AF-0C7BE977092F}"/>
              </a:ext>
            </a:extLst>
          </p:cNvPr>
          <p:cNvSpPr>
            <a:spLocks noGrp="1"/>
          </p:cNvSpPr>
          <p:nvPr/>
        </p:nvSpPr>
        <p:spPr>
          <a:xfrm>
            <a:off x="9525000"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2" name="part-title-2-0">
            <a:extLst>
              <a:ext uri="{FF2B5EF4-FFF2-40B4-BE49-F238E27FC236}">
                <ns2:creationId id="{7DC6EFDD-C42D-4C70-B615-0F7054CBB7CB}"/>
              </a:ext>
            </a:extLst>
          </p:cNvPr>
          <p:cNvSpPr>
            <a:spLocks noGrp="1"/>
          </p:cNvSpPr>
          <p:nvPr/>
        </p:nvSpPr>
        <p:spPr>
          <a:xfrm>
            <a:off x="9525000"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효율성</a:t>
            </a:r>
          </a:p>
        </p:txBody>
      </p:sp>
      <p:sp>
        <p:nvSpPr>
          <p:cNvPr id="13" name="part-chevron-3">
            <a:extLst>
              <a:ext uri="{FF2B5EF4-FFF2-40B4-BE49-F238E27FC236}">
                <ns2:creationId id="{A7082C41-2BEB-43D3-9712-196F63835358}"/>
              </a:ext>
            </a:extLst>
          </p:cNvPr>
          <p:cNvSpPr>
            <a:spLocks noGrp="1"/>
          </p:cNvSpPr>
          <p:nvPr/>
        </p:nvSpPr>
        <p:spPr>
          <a:xfrm>
            <a:off x="12144375" y="4572000"/>
            <a:ext cx="3714750" cy="3238500"/>
          </a:xfrm>
          <a:custGeom>
            <a:pathLst>
              <a:path w="3905250" h="3371850">
                <a:moveTo>
                  <a:pt x="209550" y="0"/>
                </a:moveTo>
                <a:lnTo>
                  <a:pt x="3105150" y="0"/>
                </a:lnTo>
                <a:cubicBezTo>
                  <a:pt x="3190875" y="0"/>
                  <a:pt x="3267075" y="57150"/>
                  <a:pt x="3305175" y="142875"/>
                </a:cubicBezTo>
                <a:lnTo>
                  <a:pt x="3886200" y="1581150"/>
                </a:lnTo>
                <a:cubicBezTo>
                  <a:pt x="3914775" y="1647825"/>
                  <a:pt x="3914775" y="1704975"/>
                  <a:pt x="3886200" y="1771650"/>
                </a:cubicBezTo>
                <a:lnTo>
                  <a:pt x="3305175" y="3228975"/>
                </a:lnTo>
                <a:cubicBezTo>
                  <a:pt x="3267075" y="3324225"/>
                  <a:pt x="3190875" y="3371850"/>
                  <a:pt x="3095625" y="3371850"/>
                </a:cubicBezTo>
                <a:lnTo>
                  <a:pt x="209550" y="3371850"/>
                </a:lnTo>
                <a:cubicBezTo>
                  <a:pt x="76200" y="3371850"/>
                  <a:pt x="-19050" y="3257550"/>
                  <a:pt x="19050" y="3124200"/>
                </a:cubicBezTo>
                <a:lnTo>
                  <a:pt x="476250" y="1762125"/>
                </a:lnTo>
                <a:cubicBezTo>
                  <a:pt x="495300" y="1704975"/>
                  <a:pt x="495300" y="1657350"/>
                  <a:pt x="476250" y="1600200"/>
                </a:cubicBezTo>
                <a:lnTo>
                  <a:pt x="19050" y="247650"/>
                </a:lnTo>
                <a:cubicBezTo>
                  <a:pt x="-28575" y="114300"/>
                  <a:pt x="66675" y="0"/>
                  <a:pt x="209550" y="0"/>
                </a:cubicBezTo>
                <a:close/>
              </a:path>
            </a:pathLst>
          </a:custGeom>
          <a:solidFill>
            <a:srgbClr val="202020"/>
          </a:solidFill>
          <a:ln w="0">
            <a:noFill/>
          </a:ln>
        </p:spPr>
      </p:sp>
      <p:sp>
        <p:nvSpPr>
          <p:cNvPr id="14" name="part-label-3">
            <a:extLst>
              <a:ext uri="{FF2B5EF4-FFF2-40B4-BE49-F238E27FC236}">
                <ns2:creationId id="{22D78769-688D-43EC-9FD2-835B0A632BC8}"/>
              </a:ext>
            </a:extLst>
          </p:cNvPr>
          <p:cNvSpPr>
            <a:spLocks noGrp="1"/>
          </p:cNvSpPr>
          <p:nvPr/>
        </p:nvSpPr>
        <p:spPr>
          <a:xfrm>
            <a:off x="12763500" y="5238750"/>
            <a:ext cx="2571750" cy="523875"/>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4</a:t>
            </a:r>
          </a:p>
        </p:txBody>
      </p:sp>
      <p:sp>
        <p:nvSpPr>
          <p:cNvPr id="15" name="part-title-3-0">
            <a:extLst>
              <a:ext uri="{FF2B5EF4-FFF2-40B4-BE49-F238E27FC236}">
                <ns2:creationId id="{C6CB5E01-EA1E-42E6-A94B-8144DCA50497}"/>
              </a:ext>
            </a:extLst>
          </p:cNvPr>
          <p:cNvSpPr>
            <a:spLocks noGrp="1"/>
          </p:cNvSpPr>
          <p:nvPr/>
        </p:nvSpPr>
        <p:spPr>
          <a:xfrm>
            <a:off x="12763500" y="60007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결합 에너지와</a:t>
            </a:r>
          </a:p>
        </p:txBody>
      </p:sp>
      <p:sp>
        <p:nvSpPr>
          <p:cNvPr id="16" name="part-title-3-1">
            <a:extLst>
              <a:ext uri="{FF2B5EF4-FFF2-40B4-BE49-F238E27FC236}">
                <ns2:creationId id="{CD6DFFE2-3FC8-408B-A825-B8D306E39A5E}"/>
              </a:ext>
            </a:extLst>
          </p:cNvPr>
          <p:cNvSpPr>
            <a:spLocks noGrp="1"/>
          </p:cNvSpPr>
          <p:nvPr/>
        </p:nvSpPr>
        <p:spPr>
          <a:xfrm>
            <a:off x="12763500" y="6496050"/>
            <a:ext cx="2762250" cy="552450"/>
          </a:xfrm>
          <a:prstGeom prst="rect">
            <a:avLst/>
          </a:prstGeom>
          <a:noFill/>
          <a:ln w="0">
            <a:noFill/>
          </a:ln>
        </p:spPr>
        <p:txBody>
          <a:bodyPr wrap="none" lIns="0" tIns="0" rIns="0" bIns="0" anchor="t">
            <a:noAutofit/>
          </a:bodyPr>
          <a:lstStyle>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p:txBody>
      </p:sp>
    </p:spTree>
    <p:extLst>
      <p:ext uri="{BB962C8B-B14F-4D97-AF65-F5344CB8AC3E}">
        <ns4:creationId val="1044930259"/>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77EFA7EC-851F-4366-A9A6-CB4956283E7C}"/>
              </a:ext>
            </a:extLst>
          </p:cNvPr>
          <p:cNvPicPr>
            <a:picLocks noChangeAspect="1"/>
          </p:cNvPicPr>
          <p:nvPr/>
        </p:nvPicPr>
        <p:blipFill>
          <a:blip ns3:embed="R26bab64288684613"/>
          <a:stretch/>
        </p:blipFill>
        <p:spPr>
          <a:xfrm>
            <a:off x="1482979" y="4038600"/>
            <a:ext cx="15322041" cy="3683000"/>
          </a:xfrm>
          <a:prstGeom prst="rect">
            <a:avLst/>
          </a:prstGeom>
        </p:spPr>
      </p:pic>
      <p:pic>
        <p:nvPicPr>
          <p:cNvPr id="2" name="">
            <a:extLst>
              <a:ext uri="{FF2B5EF4-FFF2-40B4-BE49-F238E27FC236}">
                <ns2:creationId id="{D05529D0-D478-4A7E-9947-7E966006FCBD}"/>
              </a:ext>
            </a:extLst>
          </p:cNvPr>
          <p:cNvPicPr>
            <a:picLocks noChangeAspect="1"/>
          </p:cNvPicPr>
          <p:nvPr/>
        </p:nvPicPr>
        <p:blipFill>
          <a:blip ns3:embed="Rb525951e29fd4a66"/>
          <a:stretch/>
        </p:blipFill>
        <p:spPr>
          <a:xfrm>
            <a:off x="15914688" y="5372100"/>
            <a:ext cx="2066925" cy="4381500"/>
          </a:xfrm>
          <a:prstGeom prst="rect">
            <a:avLst/>
          </a:prstGeom>
        </p:spPr>
      </p:pic>
      <p:pic>
        <p:nvPicPr>
          <p:cNvPr id="3" name="">
            <a:extLst>
              <a:ext uri="{FF2B5EF4-FFF2-40B4-BE49-F238E27FC236}">
                <ns2:creationId id="{88FAE54B-A2B0-47C3-81AF-77FFCAA03156}"/>
              </a:ext>
            </a:extLst>
          </p:cNvPr>
          <p:cNvPicPr>
            <a:picLocks noChangeAspect="1"/>
          </p:cNvPicPr>
          <p:nvPr/>
        </p:nvPicPr>
        <p:blipFill>
          <a:blip ns3:embed="R5b70cab5aa904464"/>
          <a:stretch/>
        </p:blipFill>
        <p:spPr>
          <a:xfrm>
            <a:off x="16941800" y="382588"/>
            <a:ext cx="1028700" cy="733425"/>
          </a:xfrm>
          <a:prstGeom prst="rect">
            <a:avLst/>
          </a:prstGeom>
        </p:spPr>
      </p:pic>
      <p:sp>
        <p:nvSpPr>
          <p:cNvPr id="4" name="copyright">
            <a:extLst>
              <a:ext uri="{FF2B5EF4-FFF2-40B4-BE49-F238E27FC236}">
                <ns2:creationId id="{F86B2584-629E-4594-A630-792D95FE4816}"/>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2AD69B7A-3256-49CC-B8D1-559BD576AF35}"/>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8C563D57-E0C7-423F-AB09-245528516A69}"/>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9035734C-AF50-4636-9E6E-DBD04E246DF3}"/>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029CA58C-CBBD-4CC9-B4C0-A2D26BF47D35}"/>
              </a:ext>
            </a:extLst>
          </p:cNvPr>
          <p:cNvSpPr>
            <a:spLocks noGrp="1"/>
          </p:cNvSpPr>
          <p:nvPr/>
        </p:nvSpPr>
        <p:spPr>
          <a:xfrm>
            <a:off x="3213100" y="4602321"/>
            <a:ext cx="12573000"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F34E745B-B97A-4939-85D2-2A1E5838AD00}"/>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27F7B6A0-77A2-48E1-88D0-1646B809C476}"/>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8EAFB67F-ABB2-4019-9A01-9700C921E3A8}"/>
              </a:ext>
            </a:extLst>
          </p:cNvPr>
          <p:cNvSpPr>
            <a:spLocks noGrp="1"/>
          </p:cNvSpPr>
          <p:nvPr/>
        </p:nvSpPr>
        <p:spPr>
          <a:xfrm>
            <a:off x="3213100" y="5602446"/>
            <a:ext cx="12573000"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단위 질량당 방출열로 연료의 효율성을 비교할 수 있다.</a:t>
            </a:r>
          </a:p>
        </p:txBody>
      </p:sp>
      <p:sp>
        <p:nvSpPr>
          <p:cNvPr id="12" name="number_circle_3">
            <a:extLst>
              <a:ext uri="{FF2B5EF4-FFF2-40B4-BE49-F238E27FC236}">
                <ns2:creationId id="{6E2FB61B-7349-41A0-8251-681B36771B61}"/>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0786D988-06FB-47E3-BD71-D04DC0ADEB1C}"/>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1D97528B-4947-4C6D-8487-795946482218}"/>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280953820"/>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D97DEA81-9385-42A7-B6CB-6174F32FA87A}"/>
              </a:ext>
            </a:extLst>
          </p:cNvPr>
          <p:cNvPicPr>
            <a:picLocks noChangeAspect="1"/>
          </p:cNvPicPr>
          <p:nvPr/>
        </p:nvPicPr>
        <p:blipFill>
          <a:blip ns3:embed="Rd2818070591c4d85"/>
          <a:stretch/>
        </p:blipFill>
        <p:spPr>
          <a:xfrm>
            <a:off x="16941800" y="382588"/>
            <a:ext cx="1028700" cy="733425"/>
          </a:xfrm>
          <a:prstGeom prst="rect">
            <a:avLst/>
          </a:prstGeom>
        </p:spPr>
      </p:pic>
      <p:sp>
        <p:nvSpPr>
          <p:cNvPr id="2" name="copyright">
            <a:extLst>
              <a:ext uri="{FF2B5EF4-FFF2-40B4-BE49-F238E27FC236}">
                <ns2:creationId id="{12C030DE-9585-41C2-A474-12816C797E5B}"/>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4D8B9B90-5D0C-4131-9E6F-74193F342E81}"/>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ED69D9A0-C60A-438B-8E2A-C00DEBDB7B5E}"/>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2210C55F-A2B2-446D-8E2A-B8F0043FCE7E}"/>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FA86E3E9-B5A4-4BCB-AC8C-5FC772BD654F}"/>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C631ED14-223B-425C-8029-1C924D5B2401}"/>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DC629F6A-70BF-4B17-9FFE-86A3FEF0E336}"/>
              </a:ext>
            </a:extLst>
          </p:cNvPr>
          <p:cNvPicPr>
            <a:picLocks noChangeAspect="1"/>
          </p:cNvPicPr>
          <p:nvPr/>
        </p:nvPicPr>
        <p:blipFill>
          <a:blip ns3:embed="R1cc8e902df3a44c4"/>
          <a:stretch/>
        </p:blipFill>
        <p:spPr>
          <a:xfrm>
            <a:off x="5715000" y="4722634"/>
            <a:ext cx="6858000" cy="5151794"/>
          </a:xfrm>
          <a:prstGeom prst="rect">
            <a:avLst/>
          </a:prstGeom>
        </p:spPr>
      </p:pic>
    </p:spTree>
    <p:extLst>
      <p:ext uri="{BB962C8B-B14F-4D97-AF65-F5344CB8AC3E}">
        <ns4:creationId val="1368893438"/>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A6947C46-1AC6-44AB-917C-2C0C964F13E8}"/>
              </a:ext>
            </a:extLst>
          </p:cNvPr>
          <p:cNvPicPr>
            <a:picLocks noChangeAspect="1"/>
          </p:cNvPicPr>
          <p:nvPr/>
        </p:nvPicPr>
        <p:blipFill>
          <a:blip ns3:embed="R78d410ccfdc84cff"/>
          <a:stretch/>
        </p:blipFill>
        <p:spPr>
          <a:xfrm>
            <a:off x="4859" y="0"/>
            <a:ext cx="18278283" cy="10287000"/>
          </a:xfrm>
          <a:prstGeom prst="rect">
            <a:avLst/>
          </a:prstGeom>
        </p:spPr>
      </p:pic>
      <p:sp>
        <p:nvSpPr>
          <p:cNvPr id="2" name="reference_green_fade">
            <a:extLst>
              <a:ext uri="{FF2B5EF4-FFF2-40B4-BE49-F238E27FC236}">
                <ns2:creationId id="{C23ECBAD-9F88-4292-9D48-A2D3C3555BF4}"/>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AC1F6BDF-5C03-4DA0-9518-87E9DFF47CEE}"/>
              </a:ext>
            </a:extLst>
          </p:cNvPr>
          <p:cNvPicPr>
            <a:picLocks noChangeAspect="1"/>
          </p:cNvPicPr>
          <p:nvPr/>
        </p:nvPicPr>
        <p:blipFill>
          <a:blip ns3:embed="R7416103e5ef544be"/>
          <a:stretch/>
        </p:blipFill>
        <p:spPr>
          <a:xfrm>
            <a:off x="16916400" y="332392"/>
            <a:ext cx="1079500" cy="668717"/>
          </a:xfrm>
          <a:prstGeom prst="rect">
            <a:avLst/>
          </a:prstGeom>
        </p:spPr>
      </p:pic>
      <p:sp>
        <p:nvSpPr>
          <p:cNvPr id="4" name="copyright">
            <a:extLst>
              <a:ext uri="{FF2B5EF4-FFF2-40B4-BE49-F238E27FC236}">
                <ns2:creationId id="{D491C997-F491-444C-91C1-D945A8109E93}"/>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1D6B01DF-506E-4C90-A03A-2E61A1B05162}"/>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7E78ADE1-D06E-422E-898E-E79D8891D766}"/>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a:t>
            </a:r>
          </a:p>
        </p:txBody>
      </p:sp>
      <p:sp>
        <p:nvSpPr>
          <p:cNvPr id="7" name="theory_curiosity">
            <a:extLst>
              <a:ext uri="{FF2B5EF4-FFF2-40B4-BE49-F238E27FC236}">
                <ns2:creationId id="{47FAD022-9B83-4310-9DD1-6204CAB92447}"/>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반응할 때 열은 어디로 이동할까?</a:t>
            </a:r>
          </a:p>
        </p:txBody>
      </p:sp>
    </p:spTree>
    <p:extLst>
      <p:ext uri="{BB962C8B-B14F-4D97-AF65-F5344CB8AC3E}">
        <ns4:creationId val="2046127728"/>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3056ECAD-5E1A-42A9-A39B-3D17130BDD0B}"/>
              </a:ext>
            </a:extLst>
          </p:cNvPr>
          <p:cNvPicPr>
            <a:picLocks noChangeAspect="1"/>
          </p:cNvPicPr>
          <p:nvPr/>
        </p:nvPicPr>
        <p:blipFill>
          <a:blip ns3:embed="R0e799d2cdb45483f"/>
          <a:stretch/>
        </p:blipFill>
        <p:spPr>
          <a:xfrm>
            <a:off x="16941800" y="382588"/>
            <a:ext cx="1028700" cy="733425"/>
          </a:xfrm>
          <a:prstGeom prst="rect">
            <a:avLst/>
          </a:prstGeom>
        </p:spPr>
      </p:pic>
      <p:sp>
        <p:nvSpPr>
          <p:cNvPr id="2" name="part_heading">
            <a:extLst>
              <a:ext uri="{FF2B5EF4-FFF2-40B4-BE49-F238E27FC236}">
                <ns2:creationId id="{D4303174-E6B5-4DCD-A989-369BF31C8E3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83524B35-2573-4295-92E8-4F81F60D7E7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DEA562B0-75E8-4CAC-A5FC-6ECA3A1E749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502673D8-C7F5-4E21-8A00-9E9130ED214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반응은 주위로 열을 방출한다</a:t>
            </a:r>
          </a:p>
        </p:txBody>
      </p:sp>
      <p:sp>
        <p:nvSpPr>
          <p:cNvPr id="6" name="explanation">
            <a:extLst>
              <a:ext uri="{FF2B5EF4-FFF2-40B4-BE49-F238E27FC236}">
                <ns2:creationId id="{B0133C9D-EE6F-474A-A073-EEDA91BCBD1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물질이 반응하며 방출한 열이 주위를 따뜻하게 한다</a:t>
            </a:r>
          </a:p>
        </p:txBody>
      </p:sp>
      <p:sp>
        <p:nvSpPr>
          <p:cNvPr id="7" name="copyright">
            <a:extLst>
              <a:ext uri="{FF2B5EF4-FFF2-40B4-BE49-F238E27FC236}">
                <ns2:creationId id="{68F06EFA-8EAB-4F1C-8EC3-11097535C6D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3E7C0456-B505-4601-B1CD-CF83360C668F}"/>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5578B415-2A24-43CA-882F-C37DB4DD5270}"/>
              </a:ext>
            </a:extLst>
          </p:cNvPr>
          <p:cNvPicPr>
            <a:picLocks noChangeAspect="1"/>
          </p:cNvPicPr>
          <p:nvPr/>
        </p:nvPicPr>
        <p:blipFill>
          <a:blip ns3:embed="R0685911bc9f644ad"/>
          <a:srcRect l="0" t="4111" r="0" b="4111"/>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3E5504D4-6DD4-4CC0-B4DE-28BE8E288F48}"/>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메테인의 연소</a:t>
            </a:r>
          </a:p>
        </p:txBody>
      </p:sp>
      <p:sp>
        <p:nvSpPr>
          <p:cNvPr id="11" name="example-caption-0">
            <a:extLst>
              <a:ext uri="{FF2B5EF4-FFF2-40B4-BE49-F238E27FC236}">
                <ns2:creationId id="{C8624BA1-70A8-4219-AFD0-9D5226E7786E}"/>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도시가스가 연소하며 열을 방출한다</a:t>
            </a:r>
          </a:p>
        </p:txBody>
      </p:sp>
      <p:sp>
        <p:nvSpPr>
          <p:cNvPr id="12" name="example-card-1">
            <a:extLst>
              <a:ext uri="{FF2B5EF4-FFF2-40B4-BE49-F238E27FC236}">
                <ns2:creationId id="{A0F466BC-3DFA-4F52-910E-AF8E901B3098}"/>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5E13A1ED-084A-45C8-BC1B-05CDEEA3CC65}"/>
              </a:ext>
            </a:extLst>
          </p:cNvPr>
          <p:cNvPicPr>
            <a:picLocks noChangeAspect="1"/>
          </p:cNvPicPr>
          <p:nvPr/>
        </p:nvPicPr>
        <p:blipFill>
          <a:blip ns3:embed="Rcace92d39290426a"/>
          <a:srcRect l="0" t="3688" r="0" b="3688"/>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45D18355-2ABE-47FA-B674-73C3C2355CE6}"/>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철의 산화</a:t>
            </a:r>
          </a:p>
        </p:txBody>
      </p:sp>
      <p:sp>
        <p:nvSpPr>
          <p:cNvPr id="15" name="example-caption-1">
            <a:extLst>
              <a:ext uri="{FF2B5EF4-FFF2-40B4-BE49-F238E27FC236}">
                <ns2:creationId id="{F77E5125-AD0E-414F-B9B3-7D1A058BD5CD}"/>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손난로는 철 가루의 산화열을 이용한다</a:t>
            </a:r>
          </a:p>
        </p:txBody>
      </p:sp>
    </p:spTree>
    <p:extLst>
      <p:ext uri="{BB962C8B-B14F-4D97-AF65-F5344CB8AC3E}">
        <ns4:creationId val="1065732501"/>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A575C82E-F820-4DEE-8B24-B6F9E76AE0DA}"/>
              </a:ext>
            </a:extLst>
          </p:cNvPr>
          <p:cNvPicPr>
            <a:picLocks noChangeAspect="1"/>
          </p:cNvPicPr>
          <p:nvPr/>
        </p:nvPicPr>
        <p:blipFill>
          <a:blip ns3:embed="R41732667fa614e46"/>
          <a:stretch/>
        </p:blipFill>
        <p:spPr>
          <a:xfrm>
            <a:off x="16941800" y="382588"/>
            <a:ext cx="1028700" cy="733425"/>
          </a:xfrm>
          <a:prstGeom prst="rect">
            <a:avLst/>
          </a:prstGeom>
        </p:spPr>
      </p:pic>
      <p:sp>
        <p:nvSpPr>
          <p:cNvPr id="2" name="part_heading">
            <a:extLst>
              <a:ext uri="{FF2B5EF4-FFF2-40B4-BE49-F238E27FC236}">
                <ns2:creationId id="{EC94047E-B3EF-4C57-A837-9F27EB90BA1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ECAEBA5B-2C15-4FFA-B9A1-E79CC2D7801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5F96BF3A-3620-4012-A7B8-32087DB5904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발열 반응과 흡열 반응</a:t>
            </a:r>
          </a:p>
        </p:txBody>
      </p:sp>
      <p:sp>
        <p:nvSpPr>
          <p:cNvPr id="5" name="title">
            <a:extLst>
              <a:ext uri="{FF2B5EF4-FFF2-40B4-BE49-F238E27FC236}">
                <ns2:creationId id="{D9B104A0-807C-451F-9296-143746DF5B4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흡열 반응은 주위에서 열을 흡수한다</a:t>
            </a:r>
          </a:p>
        </p:txBody>
      </p:sp>
      <p:sp>
        <p:nvSpPr>
          <p:cNvPr id="6" name="explanation">
            <a:extLst>
              <a:ext uri="{FF2B5EF4-FFF2-40B4-BE49-F238E27FC236}">
                <ns2:creationId id="{D72DECF0-221C-47AE-B613-3931FA74A8E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냉각 팩은 물질이 용해될 때 주위의 열을 흡수하는 성질을 이용한다</a:t>
            </a:r>
          </a:p>
        </p:txBody>
      </p:sp>
      <p:sp>
        <p:nvSpPr>
          <p:cNvPr id="7" name="copyright">
            <a:extLst>
              <a:ext uri="{FF2B5EF4-FFF2-40B4-BE49-F238E27FC236}">
                <ns2:creationId id="{FDAEF415-BD56-4B66-8EEA-47A7D6AA4C0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xample-card-0">
            <a:extLst>
              <a:ext uri="{FF2B5EF4-FFF2-40B4-BE49-F238E27FC236}">
                <ns2:creationId id="{9CE28923-5F5B-40E3-93A8-CED464729B84}"/>
              </a:ext>
            </a:extLst>
          </p:cNvPr>
          <p:cNvSpPr>
            <a:spLocks noGrp="1"/>
          </p:cNvSpPr>
          <p:nvPr/>
        </p:nvSpPr>
        <p:spPr>
          <a:xfrm>
            <a:off x="2381250" y="4667250"/>
            <a:ext cx="6191250" cy="4762500"/>
          </a:xfrm>
          <a:prstGeom prst="roundRect">
            <a:avLst>
              <a:gd name="adj" fmla="val 5200"/>
            </a:avLst>
          </a:prstGeom>
          <a:solidFill>
            <a:srgbClr val="1F2429"/>
          </a:solidFill>
          <a:ln w="0">
            <a:noFill/>
          </a:ln>
        </p:spPr>
      </p:sp>
      <p:pic>
        <p:nvPicPr>
          <p:cNvPr id="9" name="">
            <a:extLst>
              <a:ext uri="{FF2B5EF4-FFF2-40B4-BE49-F238E27FC236}">
                <ns2:creationId id="{2AAC4615-3016-49EB-8A5B-7C6FD80C0220}"/>
              </a:ext>
            </a:extLst>
          </p:cNvPr>
          <p:cNvPicPr>
            <a:picLocks noChangeAspect="1"/>
          </p:cNvPicPr>
          <p:nvPr/>
        </p:nvPicPr>
        <p:blipFill>
          <a:blip ns3:embed="R12ae94f5dbe646aa"/>
          <a:srcRect l="0" t="4233" r="0" b="4233"/>
          <a:stretch>
            <a:fillRect l="0" t="0" r="0" b="0"/>
          </a:stretch>
        </p:blipFill>
        <p:spPr>
          <a:xfrm>
            <a:off x="2609850" y="4895850"/>
            <a:ext cx="5734050" cy="3238500"/>
          </a:xfrm>
          <a:prstGeom prst="roundRect">
            <a:avLst>
              <a:gd name="adj" fmla="val 4706"/>
            </a:avLst>
          </a:prstGeom>
        </p:spPr>
      </p:pic>
      <p:sp>
        <p:nvSpPr>
          <p:cNvPr id="10" name="example-title-0">
            <a:extLst>
              <a:ext uri="{FF2B5EF4-FFF2-40B4-BE49-F238E27FC236}">
                <ns2:creationId id="{99478295-7D3F-4084-BD90-4140500CB6FF}"/>
              </a:ext>
            </a:extLst>
          </p:cNvPr>
          <p:cNvSpPr>
            <a:spLocks noGrp="1"/>
          </p:cNvSpPr>
          <p:nvPr/>
        </p:nvSpPr>
        <p:spPr>
          <a:xfrm>
            <a:off x="257175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냉각 팩</a:t>
            </a:r>
          </a:p>
        </p:txBody>
      </p:sp>
      <p:sp>
        <p:nvSpPr>
          <p:cNvPr id="11" name="example-caption-0">
            <a:extLst>
              <a:ext uri="{FF2B5EF4-FFF2-40B4-BE49-F238E27FC236}">
                <ns2:creationId id="{AC92573C-C6C7-4B43-A4E3-985346ACB6EC}"/>
              </a:ext>
            </a:extLst>
          </p:cNvPr>
          <p:cNvSpPr>
            <a:spLocks noGrp="1"/>
          </p:cNvSpPr>
          <p:nvPr/>
        </p:nvSpPr>
        <p:spPr>
          <a:xfrm>
            <a:off x="257175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질산 암모늄이 용해되며 열을 흡수한다</a:t>
            </a:r>
          </a:p>
        </p:txBody>
      </p:sp>
      <p:sp>
        <p:nvSpPr>
          <p:cNvPr id="12" name="example-card-1">
            <a:extLst>
              <a:ext uri="{FF2B5EF4-FFF2-40B4-BE49-F238E27FC236}">
                <ns2:creationId id="{DF588B02-88C6-457B-B365-24AFE6213B69}"/>
              </a:ext>
            </a:extLst>
          </p:cNvPr>
          <p:cNvSpPr>
            <a:spLocks noGrp="1"/>
          </p:cNvSpPr>
          <p:nvPr/>
        </p:nvSpPr>
        <p:spPr>
          <a:xfrm>
            <a:off x="9715500" y="4667250"/>
            <a:ext cx="6191250" cy="4762500"/>
          </a:xfrm>
          <a:prstGeom prst="roundRect">
            <a:avLst>
              <a:gd name="adj" fmla="val 5200"/>
            </a:avLst>
          </a:prstGeom>
          <a:solidFill>
            <a:srgbClr val="1F2429"/>
          </a:solidFill>
          <a:ln w="0">
            <a:noFill/>
          </a:ln>
        </p:spPr>
      </p:sp>
      <p:pic>
        <p:nvPicPr>
          <p:cNvPr id="13" name="">
            <a:extLst>
              <a:ext uri="{FF2B5EF4-FFF2-40B4-BE49-F238E27FC236}">
                <ns2:creationId id="{0117FC46-FB29-4968-AAAF-EA06967527A1}"/>
              </a:ext>
            </a:extLst>
          </p:cNvPr>
          <p:cNvPicPr>
            <a:picLocks noChangeAspect="1"/>
          </p:cNvPicPr>
          <p:nvPr/>
        </p:nvPicPr>
        <p:blipFill>
          <a:blip ns3:embed="R89632960162b497f"/>
          <a:srcRect l="0" t="3829" r="0" b="3829"/>
          <a:stretch>
            <a:fillRect l="0" t="0" r="0" b="0"/>
          </a:stretch>
        </p:blipFill>
        <p:spPr>
          <a:xfrm>
            <a:off x="9944100" y="4895850"/>
            <a:ext cx="5734050" cy="3238500"/>
          </a:xfrm>
          <a:prstGeom prst="roundRect">
            <a:avLst>
              <a:gd name="adj" fmla="val 4706"/>
            </a:avLst>
          </a:prstGeom>
        </p:spPr>
      </p:pic>
      <p:sp>
        <p:nvSpPr>
          <p:cNvPr id="14" name="example-title-1">
            <a:extLst>
              <a:ext uri="{FF2B5EF4-FFF2-40B4-BE49-F238E27FC236}">
                <ns2:creationId id="{204533E2-12B6-4FC7-8025-306E96D6A893}"/>
              </a:ext>
            </a:extLst>
          </p:cNvPr>
          <p:cNvSpPr>
            <a:spLocks noGrp="1"/>
          </p:cNvSpPr>
          <p:nvPr/>
        </p:nvSpPr>
        <p:spPr>
          <a:xfrm>
            <a:off x="9906000" y="8296275"/>
            <a:ext cx="5810250" cy="47625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탄산수소 나트륨의 분해</a:t>
            </a:r>
          </a:p>
        </p:txBody>
      </p:sp>
      <p:sp>
        <p:nvSpPr>
          <p:cNvPr id="15" name="example-caption-1">
            <a:extLst>
              <a:ext uri="{FF2B5EF4-FFF2-40B4-BE49-F238E27FC236}">
                <ns2:creationId id="{6A5F43CF-AD51-4F3B-9FCE-EC43481007F9}"/>
              </a:ext>
            </a:extLst>
          </p:cNvPr>
          <p:cNvSpPr>
            <a:spLocks noGrp="1"/>
          </p:cNvSpPr>
          <p:nvPr/>
        </p:nvSpPr>
        <p:spPr>
          <a:xfrm>
            <a:off x="9906000" y="8915400"/>
            <a:ext cx="5810250" cy="409575"/>
          </a:xfrm>
          <a:prstGeom prst="rect">
            <a:avLst/>
          </a:prstGeom>
          <a:noFill/>
          <a:ln w="0">
            <a:noFill/>
          </a:ln>
        </p:spPr>
        <p:txBody>
          <a:bodyPr wrap="none" lIns="0" tIns="0" rIns="0" bIns="0" anchor="t">
            <a:noAutofit/>
          </a:bodyPr>
          <a:lstStyle>
            <a:defPPr algn="ctr">
              <a:defRPr sz="2175" b="0">
                <a:solidFill>
                  <a:srgbClr val="FFFFFF"/>
                </a:solidFill>
                <a:latin typeface="Pretendard"/>
                <a:ea typeface="Pretendard"/>
                <a:cs typeface="Pretendard"/>
              </a:defRPr>
            </a:defPPr>
            <a:lvl1pPr algn="ctr">
              <a:defRPr sz="2175" b="0">
                <a:solidFill>
                  <a:srgbClr val="FFFFFF"/>
                </a:solidFill>
                <a:latin typeface="Pretendard"/>
                <a:ea typeface="Pretendard"/>
                <a:cs typeface="Pretendard"/>
              </a:defRPr>
            </a:lvl1pPr>
            <a:lvl2pPr algn="ctr">
              <a:defRPr sz="2175" b="0">
                <a:solidFill>
                  <a:srgbClr val="FFFFFF"/>
                </a:solidFill>
                <a:latin typeface="Pretendard"/>
                <a:ea typeface="Pretendard"/>
                <a:cs typeface="Pretendard"/>
              </a:defRPr>
            </a:lvl2pPr>
            <a:lvl3pPr algn="ctr">
              <a:defRPr sz="2175" b="0">
                <a:solidFill>
                  <a:srgbClr val="FFFFFF"/>
                </a:solidFill>
                <a:latin typeface="Pretendard"/>
                <a:ea typeface="Pretendard"/>
                <a:cs typeface="Pretendard"/>
              </a:defRPr>
            </a:lvl3pPr>
            <a:lvl4pPr algn="ctr">
              <a:defRPr sz="2175" b="0">
                <a:solidFill>
                  <a:srgbClr val="FFFFFF"/>
                </a:solidFill>
                <a:latin typeface="Pretendard"/>
                <a:ea typeface="Pretendard"/>
                <a:cs typeface="Pretendard"/>
              </a:defRPr>
            </a:lvl4pPr>
            <a:lvl5pPr algn="ctr">
              <a:defRPr sz="2175" b="0">
                <a:solidFill>
                  <a:srgbClr val="FFFFFF"/>
                </a:solidFill>
                <a:latin typeface="Pretendard"/>
                <a:ea typeface="Pretendard"/>
                <a:cs typeface="Pretendard"/>
              </a:defRPr>
            </a:lvl5pPr>
            <a:lvl6pPr algn="ctr">
              <a:defRPr sz="2175" b="0">
                <a:solidFill>
                  <a:srgbClr val="FFFFFF"/>
                </a:solidFill>
                <a:latin typeface="Pretendard"/>
                <a:ea typeface="Pretendard"/>
                <a:cs typeface="Pretendard"/>
              </a:defRPr>
            </a:lvl6pPr>
            <a:lvl7pPr algn="ctr">
              <a:defRPr sz="2175" b="0">
                <a:solidFill>
                  <a:srgbClr val="FFFFFF"/>
                </a:solidFill>
                <a:latin typeface="Pretendard"/>
                <a:ea typeface="Pretendard"/>
                <a:cs typeface="Pretendard"/>
              </a:defRPr>
            </a:lvl7pPr>
            <a:lvl8pPr algn="ctr">
              <a:defRPr sz="2175" b="0">
                <a:solidFill>
                  <a:srgbClr val="FFFFFF"/>
                </a:solidFill>
                <a:latin typeface="Pretendard"/>
                <a:ea typeface="Pretendard"/>
                <a:cs typeface="Pretendard"/>
              </a:defRPr>
            </a:lvl8pPr>
            <a:lvl9pPr algn="ctr">
              <a:defRPr sz="2175" b="0">
                <a:solidFill>
                  <a:srgbClr val="FFFFFF"/>
                </a:solidFill>
                <a:latin typeface="Pretendard"/>
                <a:ea typeface="Pretendard"/>
                <a:cs typeface="Pretendard"/>
              </a:defRPr>
            </a:lvl9pPr>
          </a:lstStyle>
          <a:p>
            <a:pPr algn="ctr">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제빵 소다가 분해될 때 열을 흡수한다</a:t>
            </a:r>
          </a:p>
        </p:txBody>
      </p:sp>
    </p:spTree>
    <p:extLst>
      <p:ext uri="{BB962C8B-B14F-4D97-AF65-F5344CB8AC3E}">
        <ns4:creationId val="1376680801"/>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EA1A584E-C25B-46F4-A9E2-2378FE76B40C}"/>
              </a:ext>
            </a:extLst>
          </p:cNvPr>
          <p:cNvPicPr>
            <a:picLocks noChangeAspect="1"/>
          </p:cNvPicPr>
          <p:nvPr/>
        </p:nvPicPr>
        <p:blipFill>
          <a:blip ns3:embed="Redceddb072254a2b"/>
          <a:stretch/>
        </p:blipFill>
        <p:spPr>
          <a:xfrm>
            <a:off x="16941800" y="382588"/>
            <a:ext cx="1028700" cy="733425"/>
          </a:xfrm>
          <a:prstGeom prst="rect">
            <a:avLst/>
          </a:prstGeom>
        </p:spPr>
      </p:pic>
      <p:sp>
        <p:nvSpPr>
          <p:cNvPr id="2" name="part_heading">
            <a:extLst>
              <a:ext uri="{FF2B5EF4-FFF2-40B4-BE49-F238E27FC236}">
                <ns2:creationId id="{7F6D4906-8276-4542-99A4-7F05DD20B20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C2C5C57B-67D8-412D-AF82-F55488CA1160}"/>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5A00DFA-389B-4540-B890-EF84631F59A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5051290F-9B7C-4CF7-9698-5E4EFFABCC6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물질이 갖는 에너지, 엔탈피</a:t>
            </a:r>
          </a:p>
        </p:txBody>
      </p:sp>
      <p:sp>
        <p:nvSpPr>
          <p:cNvPr id="6" name="copyright">
            <a:extLst>
              <a:ext uri="{FF2B5EF4-FFF2-40B4-BE49-F238E27FC236}">
                <ns2:creationId id="{2D5FD19C-4C95-4CEB-A9D6-B0B17BF5DF2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enthalpy-symbol">
            <a:extLst>
              <a:ext uri="{FF2B5EF4-FFF2-40B4-BE49-F238E27FC236}">
                <ns2:creationId id="{541D1FC6-A037-4C32-82E5-42B6D175CE2C}"/>
              </a:ext>
            </a:extLst>
          </p:cNvPr>
          <p:cNvSpPr>
            <a:spLocks noGrp="1"/>
          </p:cNvSpPr>
          <p:nvPr/>
        </p:nvSpPr>
        <p:spPr>
          <a:xfrm>
            <a:off x="2190750" y="4857750"/>
            <a:ext cx="2857500" cy="1619250"/>
          </a:xfrm>
          <a:prstGeom prst="rect">
            <a:avLst/>
          </a:prstGeom>
          <a:noFill/>
          <a:ln w="0">
            <a:noFill/>
          </a:ln>
        </p:spPr>
        <p:txBody>
          <a:bodyPr wrap="none" lIns="0" tIns="0" rIns="0" bIns="0" anchor="t">
            <a:noAutofit/>
          </a:bodyPr>
          <a:lstStyle>
            <a:defPPr algn="ctr">
              <a:defRPr sz="10500" b="1">
                <a:solidFill>
                  <a:srgbClr val="57962F"/>
                </a:solidFill>
                <a:latin typeface="Pretendard"/>
                <a:ea typeface="Pretendard"/>
                <a:cs typeface="Pretendard"/>
              </a:defRPr>
            </a:defPPr>
            <a:lvl1pPr algn="ctr">
              <a:defRPr sz="10500" b="1">
                <a:solidFill>
                  <a:srgbClr val="57962F"/>
                </a:solidFill>
                <a:latin typeface="Pretendard"/>
                <a:ea typeface="Pretendard"/>
                <a:cs typeface="Pretendard"/>
              </a:defRPr>
            </a:lvl1pPr>
            <a:lvl2pPr algn="ctr">
              <a:defRPr sz="10500" b="1">
                <a:solidFill>
                  <a:srgbClr val="57962F"/>
                </a:solidFill>
                <a:latin typeface="Pretendard"/>
                <a:ea typeface="Pretendard"/>
                <a:cs typeface="Pretendard"/>
              </a:defRPr>
            </a:lvl2pPr>
            <a:lvl3pPr algn="ctr">
              <a:defRPr sz="10500" b="1">
                <a:solidFill>
                  <a:srgbClr val="57962F"/>
                </a:solidFill>
                <a:latin typeface="Pretendard"/>
                <a:ea typeface="Pretendard"/>
                <a:cs typeface="Pretendard"/>
              </a:defRPr>
            </a:lvl3pPr>
            <a:lvl4pPr algn="ctr">
              <a:defRPr sz="10500" b="1">
                <a:solidFill>
                  <a:srgbClr val="57962F"/>
                </a:solidFill>
                <a:latin typeface="Pretendard"/>
                <a:ea typeface="Pretendard"/>
                <a:cs typeface="Pretendard"/>
              </a:defRPr>
            </a:lvl4pPr>
            <a:lvl5pPr algn="ctr">
              <a:defRPr sz="10500" b="1">
                <a:solidFill>
                  <a:srgbClr val="57962F"/>
                </a:solidFill>
                <a:latin typeface="Pretendard"/>
                <a:ea typeface="Pretendard"/>
                <a:cs typeface="Pretendard"/>
              </a:defRPr>
            </a:lvl5pPr>
            <a:lvl6pPr algn="ctr">
              <a:defRPr sz="10500" b="1">
                <a:solidFill>
                  <a:srgbClr val="57962F"/>
                </a:solidFill>
                <a:latin typeface="Pretendard"/>
                <a:ea typeface="Pretendard"/>
                <a:cs typeface="Pretendard"/>
              </a:defRPr>
            </a:lvl6pPr>
            <a:lvl7pPr algn="ctr">
              <a:defRPr sz="10500" b="1">
                <a:solidFill>
                  <a:srgbClr val="57962F"/>
                </a:solidFill>
                <a:latin typeface="Pretendard"/>
                <a:ea typeface="Pretendard"/>
                <a:cs typeface="Pretendard"/>
              </a:defRPr>
            </a:lvl7pPr>
            <a:lvl8pPr algn="ctr">
              <a:defRPr sz="10500" b="1">
                <a:solidFill>
                  <a:srgbClr val="57962F"/>
                </a:solidFill>
                <a:latin typeface="Pretendard"/>
                <a:ea typeface="Pretendard"/>
                <a:cs typeface="Pretendard"/>
              </a:defRPr>
            </a:lvl8pPr>
            <a:lvl9pPr algn="ctr">
              <a:defRPr sz="10500" b="1">
                <a:solidFill>
                  <a:srgbClr val="57962F"/>
                </a:solidFill>
                <a:latin typeface="Pretendard"/>
                <a:ea typeface="Pretendard"/>
                <a:cs typeface="Pretendard"/>
              </a:defRPr>
            </a:lvl9pPr>
          </a:lstStyle>
          <a:p>
            <a:pPr algn="ctr">
              <a:defRPr sz="10500" b="1">
                <a:solidFill>
                  <a:srgbClr val="57962F"/>
                </a:solidFill>
                <a:latin typeface="Pretendard"/>
                <a:ea typeface="Pretendard"/>
                <a:cs typeface="Pretendard"/>
              </a:defRPr>
            </a:pPr>
            <a:r>
              <a:rPr sz="10500" b="1" i="1">
                <a:solidFill>
                  <a:srgbClr val="57962F"/>
                </a:solidFill>
                <a:latin typeface="Pretendard"/>
                <a:ea typeface="Pretendard"/>
                <a:cs typeface="Pretendard"/>
              </a:rPr>
              <a:t>H</a:t>
            </a:r>
          </a:p>
        </p:txBody>
      </p:sp>
      <p:sp>
        <p:nvSpPr>
          <p:cNvPr id="8" name="enthalpy-name">
            <a:extLst>
              <a:ext uri="{FF2B5EF4-FFF2-40B4-BE49-F238E27FC236}">
                <ns2:creationId id="{88C1CAD9-0185-4481-8B57-1DAFE9CC4155}"/>
              </a:ext>
            </a:extLst>
          </p:cNvPr>
          <p:cNvSpPr>
            <a:spLocks noGrp="1"/>
          </p:cNvSpPr>
          <p:nvPr/>
        </p:nvSpPr>
        <p:spPr>
          <a:xfrm>
            <a:off x="2190750" y="6667500"/>
            <a:ext cx="285750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엔탈피</a:t>
            </a:r>
          </a:p>
        </p:txBody>
      </p:sp>
      <p:sp>
        <p:nvSpPr>
          <p:cNvPr id="9" name="definition-panel">
            <a:extLst>
              <a:ext uri="{FF2B5EF4-FFF2-40B4-BE49-F238E27FC236}">
                <ns2:creationId id="{9565FCAA-EFC7-45BC-B229-77D396078D72}"/>
              </a:ext>
            </a:extLst>
          </p:cNvPr>
          <p:cNvSpPr>
            <a:spLocks noGrp="1"/>
          </p:cNvSpPr>
          <p:nvPr/>
        </p:nvSpPr>
        <p:spPr>
          <a:xfrm>
            <a:off x="6191250" y="4762500"/>
            <a:ext cx="10096500" cy="2905125"/>
          </a:xfrm>
          <a:prstGeom prst="roundRect">
            <a:avLst>
              <a:gd name="adj" fmla="val 7869"/>
            </a:avLst>
          </a:prstGeom>
          <a:solidFill>
            <a:srgbClr val="F2F2F2"/>
          </a:solidFill>
          <a:ln w="0">
            <a:noFill/>
          </a:ln>
        </p:spPr>
      </p:sp>
      <p:sp>
        <p:nvSpPr>
          <p:cNvPr id="10" name="definition-condition">
            <a:extLst>
              <a:ext uri="{FF2B5EF4-FFF2-40B4-BE49-F238E27FC236}">
                <ns2:creationId id="{8674B12F-F34A-474A-AFC0-37BD1A543B37}"/>
              </a:ext>
            </a:extLst>
          </p:cNvPr>
          <p:cNvSpPr>
            <a:spLocks noGrp="1"/>
          </p:cNvSpPr>
          <p:nvPr/>
        </p:nvSpPr>
        <p:spPr>
          <a:xfrm>
            <a:off x="6667500" y="5181600"/>
            <a:ext cx="9144000" cy="571500"/>
          </a:xfrm>
          <a:prstGeom prst="rect">
            <a:avLst/>
          </a:prstGeom>
          <a:noFill/>
          <a:ln w="0">
            <a:noFill/>
          </a:ln>
        </p:spPr>
        <p:txBody>
          <a:bodyPr wrap="none" lIns="0" tIns="0" rIns="0" bIns="0" anchor="t">
            <a:noAutofit/>
          </a:bodyPr>
          <a:lstStyle>
            <a:defPPr algn="ctr">
              <a:defRPr sz="3150" b="1">
                <a:solidFill>
                  <a:srgbClr val="777777"/>
                </a:solidFill>
                <a:latin typeface="Pretendard"/>
                <a:ea typeface="Pretendard"/>
                <a:cs typeface="Pretendard"/>
              </a:defRPr>
            </a:defPPr>
            <a:lvl1pPr algn="ctr">
              <a:defRPr sz="3150" b="1">
                <a:solidFill>
                  <a:srgbClr val="777777"/>
                </a:solidFill>
                <a:latin typeface="Pretendard"/>
                <a:ea typeface="Pretendard"/>
                <a:cs typeface="Pretendard"/>
              </a:defRPr>
            </a:lvl1pPr>
            <a:lvl2pPr algn="ctr">
              <a:defRPr sz="3150" b="1">
                <a:solidFill>
                  <a:srgbClr val="777777"/>
                </a:solidFill>
                <a:latin typeface="Pretendard"/>
                <a:ea typeface="Pretendard"/>
                <a:cs typeface="Pretendard"/>
              </a:defRPr>
            </a:lvl2pPr>
            <a:lvl3pPr algn="ctr">
              <a:defRPr sz="3150" b="1">
                <a:solidFill>
                  <a:srgbClr val="777777"/>
                </a:solidFill>
                <a:latin typeface="Pretendard"/>
                <a:ea typeface="Pretendard"/>
                <a:cs typeface="Pretendard"/>
              </a:defRPr>
            </a:lvl3pPr>
            <a:lvl4pPr algn="ctr">
              <a:defRPr sz="3150" b="1">
                <a:solidFill>
                  <a:srgbClr val="777777"/>
                </a:solidFill>
                <a:latin typeface="Pretendard"/>
                <a:ea typeface="Pretendard"/>
                <a:cs typeface="Pretendard"/>
              </a:defRPr>
            </a:lvl4pPr>
            <a:lvl5pPr algn="ctr">
              <a:defRPr sz="3150" b="1">
                <a:solidFill>
                  <a:srgbClr val="777777"/>
                </a:solidFill>
                <a:latin typeface="Pretendard"/>
                <a:ea typeface="Pretendard"/>
                <a:cs typeface="Pretendard"/>
              </a:defRPr>
            </a:lvl5pPr>
            <a:lvl6pPr algn="ctr">
              <a:defRPr sz="3150" b="1">
                <a:solidFill>
                  <a:srgbClr val="777777"/>
                </a:solidFill>
                <a:latin typeface="Pretendard"/>
                <a:ea typeface="Pretendard"/>
                <a:cs typeface="Pretendard"/>
              </a:defRPr>
            </a:lvl6pPr>
            <a:lvl7pPr algn="ctr">
              <a:defRPr sz="3150" b="1">
                <a:solidFill>
                  <a:srgbClr val="777777"/>
                </a:solidFill>
                <a:latin typeface="Pretendard"/>
                <a:ea typeface="Pretendard"/>
                <a:cs typeface="Pretendard"/>
              </a:defRPr>
            </a:lvl7pPr>
            <a:lvl8pPr algn="ctr">
              <a:defRPr sz="3150" b="1">
                <a:solidFill>
                  <a:srgbClr val="777777"/>
                </a:solidFill>
                <a:latin typeface="Pretendard"/>
                <a:ea typeface="Pretendard"/>
                <a:cs typeface="Pretendard"/>
              </a:defRPr>
            </a:lvl8pPr>
            <a:lvl9pPr algn="ctr">
              <a:defRPr sz="3150" b="1">
                <a:solidFill>
                  <a:srgbClr val="777777"/>
                </a:solidFill>
                <a:latin typeface="Pretendard"/>
                <a:ea typeface="Pretendard"/>
                <a:cs typeface="Pretendard"/>
              </a:defRPr>
            </a:lvl9pPr>
          </a:lstStyle>
          <a:p>
            <a:pPr algn="ctr">
              <a:defRPr sz="3150" b="1">
                <a:solidFill>
                  <a:srgbClr val="777777"/>
                </a:solidFill>
                <a:latin typeface="Pretendard"/>
                <a:ea typeface="Pretendard"/>
                <a:cs typeface="Pretendard"/>
              </a:defRPr>
            </a:pPr>
            <a:r>
              <a:rPr sz="3150" b="1">
                <a:solidFill>
                  <a:srgbClr val="777777"/>
                </a:solidFill>
                <a:latin typeface="Pretendard"/>
                <a:ea typeface="Pretendard"/>
                <a:cs typeface="Pretendard"/>
              </a:rPr>
              <a:t>일정한 압력에서</a:t>
            </a:r>
          </a:p>
        </p:txBody>
      </p:sp>
      <p:sp>
        <p:nvSpPr>
          <p:cNvPr id="11" name="definition-body">
            <a:extLst>
              <a:ext uri="{FF2B5EF4-FFF2-40B4-BE49-F238E27FC236}">
                <ns2:creationId id="{7539C94F-B334-437E-850B-20C0CD8AB9B8}"/>
              </a:ext>
            </a:extLst>
          </p:cNvPr>
          <p:cNvSpPr>
            <a:spLocks noGrp="1"/>
          </p:cNvSpPr>
          <p:nvPr/>
        </p:nvSpPr>
        <p:spPr>
          <a:xfrm>
            <a:off x="6572250" y="6048375"/>
            <a:ext cx="9334500" cy="762000"/>
          </a:xfrm>
          <a:prstGeom prst="rect">
            <a:avLst/>
          </a:prstGeom>
          <a:noFill/>
          <a:ln w="0">
            <a:noFill/>
          </a:ln>
        </p:spPr>
        <p:txBody>
          <a:bodyPr wrap="none" lIns="0" tIns="0" rIns="0" bIns="0" anchor="t">
            <a:noAutofit/>
          </a:bodyPr>
          <a:lstStyle>
            <a:defPPr algn="ctr">
              <a:defRPr sz="3900" b="1">
                <a:solidFill>
                  <a:srgbClr val="111111"/>
                </a:solidFill>
                <a:latin typeface="Pretendard"/>
                <a:ea typeface="Pretendard"/>
                <a:cs typeface="Pretendard"/>
              </a:defRPr>
            </a:defPPr>
            <a:lvl1pPr algn="ctr">
              <a:defRPr sz="3900" b="1">
                <a:solidFill>
                  <a:srgbClr val="111111"/>
                </a:solidFill>
                <a:latin typeface="Pretendard"/>
                <a:ea typeface="Pretendard"/>
                <a:cs typeface="Pretendard"/>
              </a:defRPr>
            </a:lvl1pPr>
            <a:lvl2pPr algn="ctr">
              <a:defRPr sz="3900" b="1">
                <a:solidFill>
                  <a:srgbClr val="111111"/>
                </a:solidFill>
                <a:latin typeface="Pretendard"/>
                <a:ea typeface="Pretendard"/>
                <a:cs typeface="Pretendard"/>
              </a:defRPr>
            </a:lvl2pPr>
            <a:lvl3pPr algn="ctr">
              <a:defRPr sz="3900" b="1">
                <a:solidFill>
                  <a:srgbClr val="111111"/>
                </a:solidFill>
                <a:latin typeface="Pretendard"/>
                <a:ea typeface="Pretendard"/>
                <a:cs typeface="Pretendard"/>
              </a:defRPr>
            </a:lvl3pPr>
            <a:lvl4pPr algn="ctr">
              <a:defRPr sz="3900" b="1">
                <a:solidFill>
                  <a:srgbClr val="111111"/>
                </a:solidFill>
                <a:latin typeface="Pretendard"/>
                <a:ea typeface="Pretendard"/>
                <a:cs typeface="Pretendard"/>
              </a:defRPr>
            </a:lvl4pPr>
            <a:lvl5pPr algn="ctr">
              <a:defRPr sz="3900" b="1">
                <a:solidFill>
                  <a:srgbClr val="111111"/>
                </a:solidFill>
                <a:latin typeface="Pretendard"/>
                <a:ea typeface="Pretendard"/>
                <a:cs typeface="Pretendard"/>
              </a:defRPr>
            </a:lvl5pPr>
            <a:lvl6pPr algn="ctr">
              <a:defRPr sz="3900" b="1">
                <a:solidFill>
                  <a:srgbClr val="111111"/>
                </a:solidFill>
                <a:latin typeface="Pretendard"/>
                <a:ea typeface="Pretendard"/>
                <a:cs typeface="Pretendard"/>
              </a:defRPr>
            </a:lvl6pPr>
            <a:lvl7pPr algn="ctr">
              <a:defRPr sz="3900" b="1">
                <a:solidFill>
                  <a:srgbClr val="111111"/>
                </a:solidFill>
                <a:latin typeface="Pretendard"/>
                <a:ea typeface="Pretendard"/>
                <a:cs typeface="Pretendard"/>
              </a:defRPr>
            </a:lvl7pPr>
            <a:lvl8pPr algn="ctr">
              <a:defRPr sz="3900" b="1">
                <a:solidFill>
                  <a:srgbClr val="111111"/>
                </a:solidFill>
                <a:latin typeface="Pretendard"/>
                <a:ea typeface="Pretendard"/>
                <a:cs typeface="Pretendard"/>
              </a:defRPr>
            </a:lvl8pPr>
            <a:lvl9pPr algn="ctr">
              <a:defRPr sz="3900" b="1">
                <a:solidFill>
                  <a:srgbClr val="111111"/>
                </a:solidFill>
                <a:latin typeface="Pretendard"/>
                <a:ea typeface="Pretendard"/>
                <a:cs typeface="Pretendard"/>
              </a:defRPr>
            </a:lvl9pPr>
          </a:lstStyle>
          <a:p>
            <a:pPr algn="ctr">
              <a:defRPr sz="3900" b="1">
                <a:solidFill>
                  <a:srgbClr val="111111"/>
                </a:solidFill>
                <a:latin typeface="Pretendard"/>
                <a:ea typeface="Pretendard"/>
                <a:cs typeface="Pretendard"/>
              </a:defRPr>
            </a:pPr>
            <a:r>
              <a:rPr sz="3900" b="1">
                <a:solidFill>
                  <a:srgbClr val="111111"/>
                </a:solidFill>
                <a:latin typeface="Pretendard"/>
                <a:ea typeface="Pretendard"/>
                <a:cs typeface="Pretendard"/>
              </a:rPr>
              <a:t>어떤 물질이 갖는 에너지의 양</a:t>
            </a:r>
          </a:p>
        </p:txBody>
      </p:sp>
    </p:spTree>
    <p:extLst>
      <p:ext uri="{BB962C8B-B14F-4D97-AF65-F5344CB8AC3E}">
        <ns4:creationId val="1406493052"/>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11C74C39-DC5E-4F4F-B0AA-31CE8B1533F8}"/>
              </a:ext>
            </a:extLst>
          </p:cNvPr>
          <p:cNvPicPr>
            <a:picLocks noChangeAspect="1"/>
          </p:cNvPicPr>
          <p:nvPr/>
        </p:nvPicPr>
        <p:blipFill>
          <a:blip ns3:embed="Ra164fb0f5bd44caa"/>
          <a:stretch/>
        </p:blipFill>
        <p:spPr>
          <a:xfrm>
            <a:off x="16941800" y="382588"/>
            <a:ext cx="1028700" cy="733425"/>
          </a:xfrm>
          <a:prstGeom prst="rect">
            <a:avLst/>
          </a:prstGeom>
        </p:spPr>
      </p:pic>
      <p:sp>
        <p:nvSpPr>
          <p:cNvPr id="2" name="part_heading">
            <a:extLst>
              <a:ext uri="{FF2B5EF4-FFF2-40B4-BE49-F238E27FC236}">
                <ns2:creationId id="{76B9B2A3-3471-40AA-85C1-7A9E9CC6CBD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05C01328-A0CE-41EE-9FDB-B62BE3EACB7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08E66A0-F4A0-46C1-BB34-D4F172C9083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A2EB381E-16BF-4E9F-A248-FDA73534E47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화학 반응에서의 엔탈피 변화</a:t>
            </a:r>
          </a:p>
        </p:txBody>
      </p:sp>
      <p:sp>
        <p:nvSpPr>
          <p:cNvPr id="6" name="explanation">
            <a:extLst>
              <a:ext uri="{FF2B5EF4-FFF2-40B4-BE49-F238E27FC236}">
                <ns2:creationId id="{E0A69127-3F30-4D62-A76C-93EED3F49D5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화학 반응이 일어날 때의 엔탈피 변화를 반응 엔탈피라고 한다</a:t>
            </a:r>
          </a:p>
        </p:txBody>
      </p:sp>
      <p:sp>
        <p:nvSpPr>
          <p:cNvPr id="7" name="copyright">
            <a:extLst>
              <a:ext uri="{FF2B5EF4-FFF2-40B4-BE49-F238E27FC236}">
                <ns2:creationId id="{B64F5BFE-5F67-4C4F-87C9-267C73374B0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82A85E7-4654-4F1D-98D0-F098BE1BD4E9}"/>
              </a:ext>
            </a:extLst>
          </p:cNvPr>
          <p:cNvPicPr>
            <a:picLocks noChangeAspect="1"/>
          </p:cNvPicPr>
          <p:nvPr/>
        </p:nvPicPr>
        <p:blipFill>
          <a:blip ns3:embed="Rb40962373f7e495e"/>
          <a:stretch/>
        </p:blipFill>
        <p:spPr>
          <a:xfrm>
            <a:off x="1238250" y="4990042"/>
            <a:ext cx="15811500" cy="878417"/>
          </a:xfrm>
          <a:prstGeom prst="rect">
            <a:avLst/>
          </a:prstGeom>
        </p:spPr>
      </p:pic>
      <p:sp>
        <p:nvSpPr>
          <p:cNvPr id="9" name="after-label">
            <a:extLst>
              <a:ext uri="{FF2B5EF4-FFF2-40B4-BE49-F238E27FC236}">
                <ns2:creationId id="{D807E58F-474A-4E15-A8E6-74EB2A9F0688}"/>
              </a:ext>
            </a:extLst>
          </p:cNvPr>
          <p:cNvSpPr>
            <a:spLocks noGrp="1"/>
          </p:cNvSpPr>
          <p:nvPr/>
        </p:nvSpPr>
        <p:spPr>
          <a:xfrm>
            <a:off x="5762625" y="6572250"/>
            <a:ext cx="4286250" cy="619125"/>
          </a:xfrm>
          <a:prstGeom prst="rect">
            <a:avLst/>
          </a:prstGeom>
          <a:noFill/>
          <a:ln w="0">
            <a:noFill/>
          </a:ln>
        </p:spPr>
        <p:txBody>
          <a:bodyPr wrap="none" lIns="0" tIns="0" rIns="0" bIns="0" anchor="t">
            <a:noAutofit/>
          </a:bodyPr>
          <a:lstStyle>
            <a:defPPr algn="ctr">
              <a:defRPr sz="3450" b="1">
                <a:solidFill>
                  <a:srgbClr val="57962F"/>
                </a:solidFill>
                <a:latin typeface="Pretendard"/>
                <a:ea typeface="Pretendard"/>
                <a:cs typeface="Pretendard"/>
              </a:defRPr>
            </a:defPPr>
            <a:lvl1pPr algn="ctr">
              <a:defRPr sz="3450" b="1">
                <a:solidFill>
                  <a:srgbClr val="57962F"/>
                </a:solidFill>
                <a:latin typeface="Pretendard"/>
                <a:ea typeface="Pretendard"/>
                <a:cs typeface="Pretendard"/>
              </a:defRPr>
            </a:lvl1pPr>
            <a:lvl2pPr algn="ctr">
              <a:defRPr sz="3450" b="1">
                <a:solidFill>
                  <a:srgbClr val="57962F"/>
                </a:solidFill>
                <a:latin typeface="Pretendard"/>
                <a:ea typeface="Pretendard"/>
                <a:cs typeface="Pretendard"/>
              </a:defRPr>
            </a:lvl2pPr>
            <a:lvl3pPr algn="ctr">
              <a:defRPr sz="3450" b="1">
                <a:solidFill>
                  <a:srgbClr val="57962F"/>
                </a:solidFill>
                <a:latin typeface="Pretendard"/>
                <a:ea typeface="Pretendard"/>
                <a:cs typeface="Pretendard"/>
              </a:defRPr>
            </a:lvl3pPr>
            <a:lvl4pPr algn="ctr">
              <a:defRPr sz="3450" b="1">
                <a:solidFill>
                  <a:srgbClr val="57962F"/>
                </a:solidFill>
                <a:latin typeface="Pretendard"/>
                <a:ea typeface="Pretendard"/>
                <a:cs typeface="Pretendard"/>
              </a:defRPr>
            </a:lvl4pPr>
            <a:lvl5pPr algn="ctr">
              <a:defRPr sz="3450" b="1">
                <a:solidFill>
                  <a:srgbClr val="57962F"/>
                </a:solidFill>
                <a:latin typeface="Pretendard"/>
                <a:ea typeface="Pretendard"/>
                <a:cs typeface="Pretendard"/>
              </a:defRPr>
            </a:lvl5pPr>
            <a:lvl6pPr algn="ctr">
              <a:defRPr sz="3450" b="1">
                <a:solidFill>
                  <a:srgbClr val="57962F"/>
                </a:solidFill>
                <a:latin typeface="Pretendard"/>
                <a:ea typeface="Pretendard"/>
                <a:cs typeface="Pretendard"/>
              </a:defRPr>
            </a:lvl6pPr>
            <a:lvl7pPr algn="ctr">
              <a:defRPr sz="3450" b="1">
                <a:solidFill>
                  <a:srgbClr val="57962F"/>
                </a:solidFill>
                <a:latin typeface="Pretendard"/>
                <a:ea typeface="Pretendard"/>
                <a:cs typeface="Pretendard"/>
              </a:defRPr>
            </a:lvl7pPr>
            <a:lvl8pPr algn="ctr">
              <a:defRPr sz="3450" b="1">
                <a:solidFill>
                  <a:srgbClr val="57962F"/>
                </a:solidFill>
                <a:latin typeface="Pretendard"/>
                <a:ea typeface="Pretendard"/>
                <a:cs typeface="Pretendard"/>
              </a:defRPr>
            </a:lvl8pPr>
            <a:lvl9pPr algn="ctr">
              <a:defRPr sz="3450" b="1">
                <a:solidFill>
                  <a:srgbClr val="57962F"/>
                </a:solidFill>
                <a:latin typeface="Pretendard"/>
                <a:ea typeface="Pretendard"/>
                <a:cs typeface="Pretendard"/>
              </a:defRPr>
            </a:lvl9pPr>
          </a:lstStyle>
          <a:p>
            <a:pPr algn="ctr">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반응 후</a:t>
            </a:r>
          </a:p>
        </p:txBody>
      </p:sp>
      <p:sp>
        <p:nvSpPr>
          <p:cNvPr id="10" name="before-label">
            <a:extLst>
              <a:ext uri="{FF2B5EF4-FFF2-40B4-BE49-F238E27FC236}">
                <ns2:creationId id="{9525B12B-DCBE-472B-8DDD-AD648101E81E}"/>
              </a:ext>
            </a:extLst>
          </p:cNvPr>
          <p:cNvSpPr>
            <a:spLocks noGrp="1"/>
          </p:cNvSpPr>
          <p:nvPr/>
        </p:nvSpPr>
        <p:spPr>
          <a:xfrm>
            <a:off x="11430000" y="6572250"/>
            <a:ext cx="4286250" cy="619125"/>
          </a:xfrm>
          <a:prstGeom prst="rect">
            <a:avLst/>
          </a:prstGeom>
          <a:noFill/>
          <a:ln w="0">
            <a:noFill/>
          </a:ln>
        </p:spPr>
        <p:txBody>
          <a:bodyPr wrap="none" lIns="0" tIns="0" rIns="0" bIns="0" anchor="t">
            <a:noAutofit/>
          </a:bodyPr>
          <a:lstStyle>
            <a:defPPr algn="ctr">
              <a:defRPr sz="3450" b="1">
                <a:solidFill>
                  <a:srgbClr val="777777"/>
                </a:solidFill>
                <a:latin typeface="Pretendard"/>
                <a:ea typeface="Pretendard"/>
                <a:cs typeface="Pretendard"/>
              </a:defRPr>
            </a:defPPr>
            <a:lvl1pPr algn="ctr">
              <a:defRPr sz="3450" b="1">
                <a:solidFill>
                  <a:srgbClr val="777777"/>
                </a:solidFill>
                <a:latin typeface="Pretendard"/>
                <a:ea typeface="Pretendard"/>
                <a:cs typeface="Pretendard"/>
              </a:defRPr>
            </a:lvl1pPr>
            <a:lvl2pPr algn="ctr">
              <a:defRPr sz="3450" b="1">
                <a:solidFill>
                  <a:srgbClr val="777777"/>
                </a:solidFill>
                <a:latin typeface="Pretendard"/>
                <a:ea typeface="Pretendard"/>
                <a:cs typeface="Pretendard"/>
              </a:defRPr>
            </a:lvl2pPr>
            <a:lvl3pPr algn="ctr">
              <a:defRPr sz="3450" b="1">
                <a:solidFill>
                  <a:srgbClr val="777777"/>
                </a:solidFill>
                <a:latin typeface="Pretendard"/>
                <a:ea typeface="Pretendard"/>
                <a:cs typeface="Pretendard"/>
              </a:defRPr>
            </a:lvl3pPr>
            <a:lvl4pPr algn="ctr">
              <a:defRPr sz="3450" b="1">
                <a:solidFill>
                  <a:srgbClr val="777777"/>
                </a:solidFill>
                <a:latin typeface="Pretendard"/>
                <a:ea typeface="Pretendard"/>
                <a:cs typeface="Pretendard"/>
              </a:defRPr>
            </a:lvl4pPr>
            <a:lvl5pPr algn="ctr">
              <a:defRPr sz="3450" b="1">
                <a:solidFill>
                  <a:srgbClr val="777777"/>
                </a:solidFill>
                <a:latin typeface="Pretendard"/>
                <a:ea typeface="Pretendard"/>
                <a:cs typeface="Pretendard"/>
              </a:defRPr>
            </a:lvl5pPr>
            <a:lvl6pPr algn="ctr">
              <a:defRPr sz="3450" b="1">
                <a:solidFill>
                  <a:srgbClr val="777777"/>
                </a:solidFill>
                <a:latin typeface="Pretendard"/>
                <a:ea typeface="Pretendard"/>
                <a:cs typeface="Pretendard"/>
              </a:defRPr>
            </a:lvl6pPr>
            <a:lvl7pPr algn="ctr">
              <a:defRPr sz="3450" b="1">
                <a:solidFill>
                  <a:srgbClr val="777777"/>
                </a:solidFill>
                <a:latin typeface="Pretendard"/>
                <a:ea typeface="Pretendard"/>
                <a:cs typeface="Pretendard"/>
              </a:defRPr>
            </a:lvl7pPr>
            <a:lvl8pPr algn="ctr">
              <a:defRPr sz="3450" b="1">
                <a:solidFill>
                  <a:srgbClr val="777777"/>
                </a:solidFill>
                <a:latin typeface="Pretendard"/>
                <a:ea typeface="Pretendard"/>
                <a:cs typeface="Pretendard"/>
              </a:defRPr>
            </a:lvl8pPr>
            <a:lvl9pPr algn="ctr">
              <a:defRPr sz="3450" b="1">
                <a:solidFill>
                  <a:srgbClr val="777777"/>
                </a:solidFill>
                <a:latin typeface="Pretendard"/>
                <a:ea typeface="Pretendard"/>
                <a:cs typeface="Pretendard"/>
              </a:defRPr>
            </a:lvl9pPr>
          </a:lstStyle>
          <a:p>
            <a:pPr algn="ctr">
              <a:defRPr sz="3450" b="1">
                <a:solidFill>
                  <a:srgbClr val="777777"/>
                </a:solidFill>
                <a:latin typeface="Pretendard"/>
                <a:ea typeface="Pretendard"/>
                <a:cs typeface="Pretendard"/>
              </a:defRPr>
            </a:pPr>
            <a:r>
              <a:rPr sz="3450" b="1">
                <a:solidFill>
                  <a:srgbClr val="777777"/>
                </a:solidFill>
                <a:latin typeface="Pretendard"/>
                <a:ea typeface="Pretendard"/>
                <a:cs typeface="Pretendard"/>
              </a:rPr>
              <a:t>반응 전</a:t>
            </a:r>
          </a:p>
        </p:txBody>
      </p:sp>
      <p:sp>
        <p:nvSpPr>
          <p:cNvPr id="11" name="change-meaning">
            <a:extLst>
              <a:ext uri="{FF2B5EF4-FFF2-40B4-BE49-F238E27FC236}">
                <ns2:creationId id="{0692139D-8491-4530-BFB4-964002AC4243}"/>
              </a:ext>
            </a:extLst>
          </p:cNvPr>
          <p:cNvSpPr>
            <a:spLocks noGrp="1"/>
          </p:cNvSpPr>
          <p:nvPr/>
        </p:nvSpPr>
        <p:spPr>
          <a:xfrm>
            <a:off x="1905000" y="7477125"/>
            <a:ext cx="14478000" cy="619125"/>
          </a:xfrm>
          <a:prstGeom prst="rect">
            <a:avLst/>
          </a:prstGeom>
          <a:noFill/>
          <a:ln w="0">
            <a:noFill/>
          </a:ln>
        </p:spPr>
        <p:txBody>
          <a:bodyPr wrap="none" lIns="0" tIns="0" rIns="0" bIns="0" anchor="t">
            <a:noAutofit/>
          </a:bodyPr>
          <a:lstStyle>
            <a:defPPr algn="ctr">
              <a:defRPr sz="2850" b="1">
                <a:solidFill>
                  <a:srgbClr val="888888"/>
                </a:solidFill>
                <a:latin typeface="Pretendard"/>
                <a:ea typeface="Pretendard"/>
                <a:cs typeface="Pretendard"/>
              </a:defRPr>
            </a:defPPr>
            <a:lvl1pPr algn="ctr">
              <a:defRPr sz="2850" b="1">
                <a:solidFill>
                  <a:srgbClr val="888888"/>
                </a:solidFill>
                <a:latin typeface="Pretendard"/>
                <a:ea typeface="Pretendard"/>
                <a:cs typeface="Pretendard"/>
              </a:defRPr>
            </a:lvl1pPr>
            <a:lvl2pPr algn="ctr">
              <a:defRPr sz="2850" b="1">
                <a:solidFill>
                  <a:srgbClr val="888888"/>
                </a:solidFill>
                <a:latin typeface="Pretendard"/>
                <a:ea typeface="Pretendard"/>
                <a:cs typeface="Pretendard"/>
              </a:defRPr>
            </a:lvl2pPr>
            <a:lvl3pPr algn="ctr">
              <a:defRPr sz="2850" b="1">
                <a:solidFill>
                  <a:srgbClr val="888888"/>
                </a:solidFill>
                <a:latin typeface="Pretendard"/>
                <a:ea typeface="Pretendard"/>
                <a:cs typeface="Pretendard"/>
              </a:defRPr>
            </a:lvl3pPr>
            <a:lvl4pPr algn="ctr">
              <a:defRPr sz="2850" b="1">
                <a:solidFill>
                  <a:srgbClr val="888888"/>
                </a:solidFill>
                <a:latin typeface="Pretendard"/>
                <a:ea typeface="Pretendard"/>
                <a:cs typeface="Pretendard"/>
              </a:defRPr>
            </a:lvl4pPr>
            <a:lvl5pPr algn="ctr">
              <a:defRPr sz="2850" b="1">
                <a:solidFill>
                  <a:srgbClr val="888888"/>
                </a:solidFill>
                <a:latin typeface="Pretendard"/>
                <a:ea typeface="Pretendard"/>
                <a:cs typeface="Pretendard"/>
              </a:defRPr>
            </a:lvl5pPr>
            <a:lvl6pPr algn="ctr">
              <a:defRPr sz="2850" b="1">
                <a:solidFill>
                  <a:srgbClr val="888888"/>
                </a:solidFill>
                <a:latin typeface="Pretendard"/>
                <a:ea typeface="Pretendard"/>
                <a:cs typeface="Pretendard"/>
              </a:defRPr>
            </a:lvl6pPr>
            <a:lvl7pPr algn="ctr">
              <a:defRPr sz="2850" b="1">
                <a:solidFill>
                  <a:srgbClr val="888888"/>
                </a:solidFill>
                <a:latin typeface="Pretendard"/>
                <a:ea typeface="Pretendard"/>
                <a:cs typeface="Pretendard"/>
              </a:defRPr>
            </a:lvl7pPr>
            <a:lvl8pPr algn="ctr">
              <a:defRPr sz="2850" b="1">
                <a:solidFill>
                  <a:srgbClr val="888888"/>
                </a:solidFill>
                <a:latin typeface="Pretendard"/>
                <a:ea typeface="Pretendard"/>
                <a:cs typeface="Pretendard"/>
              </a:defRPr>
            </a:lvl8pPr>
            <a:lvl9pPr algn="ctr">
              <a:defRPr sz="2850" b="1">
                <a:solidFill>
                  <a:srgbClr val="888888"/>
                </a:solidFill>
                <a:latin typeface="Pretendard"/>
                <a:ea typeface="Pretendard"/>
                <a:cs typeface="Pretendard"/>
              </a:defRPr>
            </a:lvl9pPr>
          </a:lstStyle>
          <a:p>
            <a:pPr algn="ctr">
              <a:defRPr sz="2850" b="1">
                <a:solidFill>
                  <a:srgbClr val="888888"/>
                </a:solidFill>
                <a:latin typeface="Pretendard"/>
                <a:ea typeface="Pretendard"/>
                <a:cs typeface="Pretendard"/>
              </a:defRPr>
            </a:pPr>
            <a:r>
              <a:rPr sz="2850" b="1">
                <a:solidFill>
                  <a:srgbClr val="888888"/>
                </a:solidFill>
                <a:latin typeface="Pretendard"/>
                <a:ea typeface="Pretendard"/>
                <a:cs typeface="Pretendard"/>
              </a:rPr>
              <a:t>Δ는 변화량을 뜻한다</a:t>
            </a:r>
          </a:p>
        </p:txBody>
      </p:sp>
    </p:spTree>
    <p:extLst>
      <p:ext uri="{BB962C8B-B14F-4D97-AF65-F5344CB8AC3E}">
        <ns4:creationId val="1177555343"/>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0D153E0E-109D-4EF2-9334-9ECF8D5EF947}"/>
              </a:ext>
            </a:extLst>
          </p:cNvPr>
          <p:cNvPicPr>
            <a:picLocks noChangeAspect="1"/>
          </p:cNvPicPr>
          <p:nvPr/>
        </p:nvPicPr>
        <p:blipFill>
          <a:blip ns3:embed="R04248ba6ca4240ce"/>
          <a:stretch/>
        </p:blipFill>
        <p:spPr>
          <a:xfrm>
            <a:off x="16941800" y="382588"/>
            <a:ext cx="1028700" cy="733425"/>
          </a:xfrm>
          <a:prstGeom prst="rect">
            <a:avLst/>
          </a:prstGeom>
        </p:spPr>
      </p:pic>
      <p:sp>
        <p:nvSpPr>
          <p:cNvPr id="2" name="part_heading">
            <a:extLst>
              <a:ext uri="{FF2B5EF4-FFF2-40B4-BE49-F238E27FC236}">
                <ns2:creationId id="{4ACD8119-EC0C-476D-9330-F5CD0A2B232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EF5F5771-1597-4BF7-B73D-1B0F2E89EB6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C54F5F6-87B6-4532-95E1-8E65DE329B30}"/>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71B0C060-E324-4487-87E2-F2CD5BF08C4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반응의 엔탈피 변화</a:t>
            </a:r>
          </a:p>
        </p:txBody>
      </p:sp>
      <p:sp>
        <p:nvSpPr>
          <p:cNvPr id="6" name="explanation">
            <a:extLst>
              <a:ext uri="{FF2B5EF4-FFF2-40B4-BE49-F238E27FC236}">
                <ns2:creationId id="{3BB1985D-4D98-4516-AE9C-07FB72E1E3C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발열 반응은 엔탈피가 감소하고, 흡열 반응은 엔탈피가 증가한다</a:t>
            </a:r>
          </a:p>
        </p:txBody>
      </p:sp>
      <p:sp>
        <p:nvSpPr>
          <p:cNvPr id="7" name="copyright">
            <a:extLst>
              <a:ext uri="{FF2B5EF4-FFF2-40B4-BE49-F238E27FC236}">
                <ns2:creationId id="{FBFFA853-9157-4D93-9B58-E90B07C11A6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D2791A7-FC4D-4A69-B65E-DE806FF683CE}"/>
              </a:ext>
            </a:extLst>
          </p:cNvPr>
          <p:cNvPicPr>
            <a:picLocks noChangeAspect="1"/>
          </p:cNvPicPr>
          <p:nvPr/>
        </p:nvPicPr>
        <p:blipFill>
          <a:blip ns3:embed="R60f37f6415b34902"/>
          <a:stretch/>
        </p:blipFill>
        <p:spPr>
          <a:xfrm>
            <a:off x="2884112" y="4762500"/>
            <a:ext cx="5280776" cy="4857750"/>
          </a:xfrm>
          <a:prstGeom prst="rect">
            <a:avLst/>
          </a:prstGeom>
        </p:spPr>
      </p:pic>
      <p:pic>
        <p:nvPicPr>
          <p:cNvPr id="9" name="">
            <a:extLst>
              <a:ext uri="{FF2B5EF4-FFF2-40B4-BE49-F238E27FC236}">
                <ns2:creationId id="{20DCF336-CEF2-4D8B-8BC8-CDBAD3FDCBCE}"/>
              </a:ext>
            </a:extLst>
          </p:cNvPr>
          <p:cNvPicPr>
            <a:picLocks noChangeAspect="1"/>
          </p:cNvPicPr>
          <p:nvPr/>
        </p:nvPicPr>
        <p:blipFill>
          <a:blip ns3:embed="R77ce640e8f474902"/>
          <a:stretch/>
        </p:blipFill>
        <p:spPr>
          <a:xfrm>
            <a:off x="10116062" y="4762500"/>
            <a:ext cx="5294877" cy="4857750"/>
          </a:xfrm>
          <a:prstGeom prst="rect">
            <a:avLst/>
          </a:prstGeom>
        </p:spPr>
      </p:pic>
    </p:spTree>
    <p:extLst>
      <p:ext uri="{BB962C8B-B14F-4D97-AF65-F5344CB8AC3E}">
        <ns4:creationId val="392876548"/>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E7A65E98-7D6C-4E58-98B2-D4C7E31A5225}"/>
              </a:ext>
            </a:extLst>
          </p:cNvPr>
          <p:cNvPicPr>
            <a:picLocks noChangeAspect="1"/>
          </p:cNvPicPr>
          <p:nvPr/>
        </p:nvPicPr>
        <p:blipFill>
          <a:blip ns3:embed="Red797db61f5c486e"/>
          <a:stretch/>
        </p:blipFill>
        <p:spPr>
          <a:xfrm>
            <a:off x="16941800" y="382588"/>
            <a:ext cx="1028700" cy="733425"/>
          </a:xfrm>
          <a:prstGeom prst="rect">
            <a:avLst/>
          </a:prstGeom>
        </p:spPr>
      </p:pic>
      <p:sp>
        <p:nvSpPr>
          <p:cNvPr id="2" name="part_heading">
            <a:extLst>
              <a:ext uri="{FF2B5EF4-FFF2-40B4-BE49-F238E27FC236}">
                <ns2:creationId id="{9FDE1972-96CF-4A3D-AA3C-7DEC5C1398B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a:t>
            </a:r>
          </a:p>
        </p:txBody>
      </p:sp>
      <p:sp>
        <p:nvSpPr>
          <p:cNvPr id="3" name="topic_number">
            <a:extLst>
              <a:ext uri="{FF2B5EF4-FFF2-40B4-BE49-F238E27FC236}">
                <ns2:creationId id="{86DC5F72-6E95-45CB-B65F-00F65382CB8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4D86013-EE58-44D8-9399-B5887F9F2D0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9C35A0F2-F435-4242-AC23-F7317358F93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엔탈피의 부호</a:t>
            </a:r>
          </a:p>
        </p:txBody>
      </p:sp>
      <p:sp>
        <p:nvSpPr>
          <p:cNvPr id="6" name="explanation">
            <a:extLst>
              <a:ext uri="{FF2B5EF4-FFF2-40B4-BE49-F238E27FC236}">
                <ns2:creationId id="{7A70B988-D3A0-4FC8-B8E8-FC714C0F533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생성물과 반응물의 엔탈피 합의 차이에 따라 부호가 달라진다</a:t>
            </a:r>
          </a:p>
        </p:txBody>
      </p:sp>
      <p:sp>
        <p:nvSpPr>
          <p:cNvPr id="7" name="copyright">
            <a:extLst>
              <a:ext uri="{FF2B5EF4-FFF2-40B4-BE49-F238E27FC236}">
                <ns2:creationId id="{0085AA91-5DA7-466B-9323-29807FB7CFD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0BCD132-E03A-407D-A064-CF05417359B4}"/>
              </a:ext>
            </a:extLst>
          </p:cNvPr>
          <p:cNvPicPr>
            <a:picLocks noChangeAspect="1"/>
          </p:cNvPicPr>
          <p:nvPr/>
        </p:nvPicPr>
        <p:blipFill>
          <a:blip ns3:embed="R4fcb2b6fd88d4c6a"/>
          <a:stretch/>
        </p:blipFill>
        <p:spPr>
          <a:xfrm>
            <a:off x="1714500" y="5280105"/>
            <a:ext cx="14859000" cy="2298540"/>
          </a:xfrm>
          <a:prstGeom prst="rect">
            <a:avLst/>
          </a:prstGeom>
        </p:spPr>
      </p:pic>
    </p:spTree>
    <p:extLst>
      <p:ext uri="{BB962C8B-B14F-4D97-AF65-F5344CB8AC3E}">
        <ns4:creationId val="308353670"/>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DD8D1280-A40E-4C51-9ED7-D5032EF0E0C9}"/>
              </a:ext>
            </a:extLst>
          </p:cNvPr>
          <p:cNvPicPr>
            <a:picLocks noChangeAspect="1"/>
          </p:cNvPicPr>
          <p:nvPr/>
        </p:nvPicPr>
        <p:blipFill>
          <a:blip ns3:embed="R3b8fc29f6c584654"/>
          <a:stretch/>
        </p:blipFill>
        <p:spPr>
          <a:xfrm>
            <a:off x="4859" y="0"/>
            <a:ext cx="18278283" cy="10287000"/>
          </a:xfrm>
          <a:prstGeom prst="rect">
            <a:avLst/>
          </a:prstGeom>
        </p:spPr>
      </p:pic>
      <p:sp>
        <p:nvSpPr>
          <p:cNvPr id="2" name="reference_green_fade">
            <a:extLst>
              <a:ext uri="{FF2B5EF4-FFF2-40B4-BE49-F238E27FC236}">
                <ns2:creationId id="{F7B0C041-1573-4DE2-9165-B4B5985F1162}"/>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97D533E6-34A9-4D74-B47E-628F5DF33C29}"/>
              </a:ext>
            </a:extLst>
          </p:cNvPr>
          <p:cNvPicPr>
            <a:picLocks noChangeAspect="1"/>
          </p:cNvPicPr>
          <p:nvPr/>
        </p:nvPicPr>
        <p:blipFill>
          <a:blip ns3:embed="R2f09b1d810c445b8"/>
          <a:stretch/>
        </p:blipFill>
        <p:spPr>
          <a:xfrm>
            <a:off x="16916400" y="332392"/>
            <a:ext cx="1079500" cy="668717"/>
          </a:xfrm>
          <a:prstGeom prst="rect">
            <a:avLst/>
          </a:prstGeom>
        </p:spPr>
      </p:pic>
      <p:sp>
        <p:nvSpPr>
          <p:cNvPr id="4" name="copyright">
            <a:extLst>
              <a:ext uri="{FF2B5EF4-FFF2-40B4-BE49-F238E27FC236}">
                <ns2:creationId id="{4C72451D-CB5F-4792-AD6C-0A3E7B790157}"/>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2F4D81F7-8181-4106-A36B-E2BAB33009B1}"/>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8D75AE4C-63DD-4262-BDC7-00D47F5623F5}"/>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열화학 반응식</a:t>
            </a:r>
          </a:p>
        </p:txBody>
      </p:sp>
      <p:sp>
        <p:nvSpPr>
          <p:cNvPr id="7" name="theory_curiosity">
            <a:extLst>
              <a:ext uri="{FF2B5EF4-FFF2-40B4-BE49-F238E27FC236}">
                <ns2:creationId id="{77F67213-E8F5-41F5-884B-4F7AD05DDD5C}"/>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913494118"/>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72E31F5E-831C-4D45-8061-9089580A0831}"/>
              </a:ext>
            </a:extLst>
          </p:cNvPr>
          <p:cNvPicPr>
            <a:picLocks noChangeAspect="1"/>
          </p:cNvPicPr>
          <p:nvPr/>
        </p:nvPicPr>
        <p:blipFill>
          <a:blip ns3:embed="Rb3e16d11293d41a0"/>
          <a:stretch/>
        </p:blipFill>
        <p:spPr>
          <a:xfrm>
            <a:off x="16941800" y="382588"/>
            <a:ext cx="1028700" cy="733425"/>
          </a:xfrm>
          <a:prstGeom prst="rect">
            <a:avLst/>
          </a:prstGeom>
        </p:spPr>
      </p:pic>
      <p:sp>
        <p:nvSpPr>
          <p:cNvPr id="2" name="part_heading">
            <a:extLst>
              <a:ext uri="{FF2B5EF4-FFF2-40B4-BE49-F238E27FC236}">
                <ns2:creationId id="{D9432E09-4AE0-4BE4-B3D1-7E280A8844F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2B48CB82-634C-47A3-9BAB-9C66322473F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E1B38B3D-99DD-450C-905B-DF68FB3EEAC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74C2816E-DE5F-4DD1-853F-B9867019D5B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반응식이란?</a:t>
            </a:r>
          </a:p>
        </p:txBody>
      </p:sp>
      <p:sp>
        <p:nvSpPr>
          <p:cNvPr id="6" name="copyright">
            <a:extLst>
              <a:ext uri="{FF2B5EF4-FFF2-40B4-BE49-F238E27FC236}">
                <ns2:creationId id="{C9B89932-8485-492F-97B6-302C5B155F1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definition-box">
            <a:extLst>
              <a:ext uri="{FF2B5EF4-FFF2-40B4-BE49-F238E27FC236}">
                <ns2:creationId id="{54FE4CD5-4F50-41F6-B037-81D43903AAF1}"/>
              </a:ext>
            </a:extLst>
          </p:cNvPr>
          <p:cNvSpPr>
            <a:spLocks noGrp="1"/>
          </p:cNvSpPr>
          <p:nvPr/>
        </p:nvSpPr>
        <p:spPr>
          <a:xfrm>
            <a:off x="2190750" y="4762500"/>
            <a:ext cx="13906500" cy="2190750"/>
          </a:xfrm>
          <a:prstGeom prst="roundRect">
            <a:avLst>
              <a:gd name="adj" fmla="val 10435"/>
            </a:avLst>
          </a:prstGeom>
          <a:solidFill>
            <a:srgbClr val="F2F2F2"/>
          </a:solidFill>
          <a:ln w="0">
            <a:noFill/>
          </a:ln>
        </p:spPr>
      </p:sp>
      <p:sp>
        <p:nvSpPr>
          <p:cNvPr id="8" name="definition-line-1">
            <a:extLst>
              <a:ext uri="{FF2B5EF4-FFF2-40B4-BE49-F238E27FC236}">
                <ns2:creationId id="{C76BE4AC-956B-4931-AB37-10B25D2531EC}"/>
              </a:ext>
            </a:extLst>
          </p:cNvPr>
          <p:cNvSpPr>
            <a:spLocks noGrp="1"/>
          </p:cNvSpPr>
          <p:nvPr/>
        </p:nvSpPr>
        <p:spPr>
          <a:xfrm>
            <a:off x="2571750" y="5191125"/>
            <a:ext cx="13144500" cy="714375"/>
          </a:xfrm>
          <a:prstGeom prst="rect">
            <a:avLst/>
          </a:prstGeom>
          <a:noFill/>
          <a:ln w="0">
            <a:noFill/>
          </a:ln>
        </p:spPr>
        <p:txBody>
          <a:bodyPr wrap="none" lIns="0" tIns="0" rIns="0" bIns="0" anchor="t">
            <a:noAutofit/>
          </a:bodyPr>
          <a:lstStyle>
            <a:defPPr algn="ctr">
              <a:defRPr sz="4050" b="1">
                <a:solidFill>
                  <a:srgbClr val="111111"/>
                </a:solidFill>
                <a:latin typeface="Pretendard"/>
                <a:ea typeface="Pretendard"/>
                <a:cs typeface="Pretendard"/>
              </a:defRPr>
            </a:defPPr>
            <a:lvl1pPr algn="ctr">
              <a:defRPr sz="4050" b="1">
                <a:solidFill>
                  <a:srgbClr val="111111"/>
                </a:solidFill>
                <a:latin typeface="Pretendard"/>
                <a:ea typeface="Pretendard"/>
                <a:cs typeface="Pretendard"/>
              </a:defRPr>
            </a:lvl1pPr>
            <a:lvl2pPr algn="ctr">
              <a:defRPr sz="4050" b="1">
                <a:solidFill>
                  <a:srgbClr val="111111"/>
                </a:solidFill>
                <a:latin typeface="Pretendard"/>
                <a:ea typeface="Pretendard"/>
                <a:cs typeface="Pretendard"/>
              </a:defRPr>
            </a:lvl2pPr>
            <a:lvl3pPr algn="ctr">
              <a:defRPr sz="4050" b="1">
                <a:solidFill>
                  <a:srgbClr val="111111"/>
                </a:solidFill>
                <a:latin typeface="Pretendard"/>
                <a:ea typeface="Pretendard"/>
                <a:cs typeface="Pretendard"/>
              </a:defRPr>
            </a:lvl3pPr>
            <a:lvl4pPr algn="ctr">
              <a:defRPr sz="4050" b="1">
                <a:solidFill>
                  <a:srgbClr val="111111"/>
                </a:solidFill>
                <a:latin typeface="Pretendard"/>
                <a:ea typeface="Pretendard"/>
                <a:cs typeface="Pretendard"/>
              </a:defRPr>
            </a:lvl4pPr>
            <a:lvl5pPr algn="ctr">
              <a:defRPr sz="4050" b="1">
                <a:solidFill>
                  <a:srgbClr val="111111"/>
                </a:solidFill>
                <a:latin typeface="Pretendard"/>
                <a:ea typeface="Pretendard"/>
                <a:cs typeface="Pretendard"/>
              </a:defRPr>
            </a:lvl5pPr>
            <a:lvl6pPr algn="ctr">
              <a:defRPr sz="4050" b="1">
                <a:solidFill>
                  <a:srgbClr val="111111"/>
                </a:solidFill>
                <a:latin typeface="Pretendard"/>
                <a:ea typeface="Pretendard"/>
                <a:cs typeface="Pretendard"/>
              </a:defRPr>
            </a:lvl6pPr>
            <a:lvl7pPr algn="ctr">
              <a:defRPr sz="4050" b="1">
                <a:solidFill>
                  <a:srgbClr val="111111"/>
                </a:solidFill>
                <a:latin typeface="Pretendard"/>
                <a:ea typeface="Pretendard"/>
                <a:cs typeface="Pretendard"/>
              </a:defRPr>
            </a:lvl7pPr>
            <a:lvl8pPr algn="ctr">
              <a:defRPr sz="4050" b="1">
                <a:solidFill>
                  <a:srgbClr val="111111"/>
                </a:solidFill>
                <a:latin typeface="Pretendard"/>
                <a:ea typeface="Pretendard"/>
                <a:cs typeface="Pretendard"/>
              </a:defRPr>
            </a:lvl8pPr>
            <a:lvl9pPr algn="ctr">
              <a:defRPr sz="4050" b="1">
                <a:solidFill>
                  <a:srgbClr val="111111"/>
                </a:solidFill>
                <a:latin typeface="Pretendard"/>
                <a:ea typeface="Pretendard"/>
                <a:cs typeface="Pretendard"/>
              </a:defRPr>
            </a:lvl9pPr>
          </a:lstStyle>
          <a:p>
            <a:pPr algn="ctr">
              <a:defRPr sz="4050" b="1">
                <a:solidFill>
                  <a:srgbClr val="111111"/>
                </a:solidFill>
                <a:latin typeface="Pretendard"/>
                <a:ea typeface="Pretendard"/>
                <a:cs typeface="Pretendard"/>
              </a:defRPr>
            </a:pPr>
            <a:r>
              <a:rPr sz="4050" b="1">
                <a:solidFill>
                  <a:srgbClr val="111111"/>
                </a:solidFill>
                <a:latin typeface="Pretendard"/>
                <a:ea typeface="Pretendard"/>
                <a:cs typeface="Pretendard"/>
              </a:rPr>
              <a:t>화학 반응식에 반응 엔탈피를</a:t>
            </a:r>
          </a:p>
        </p:txBody>
      </p:sp>
      <p:sp>
        <p:nvSpPr>
          <p:cNvPr id="9" name="definition-line-2">
            <a:extLst>
              <a:ext uri="{FF2B5EF4-FFF2-40B4-BE49-F238E27FC236}">
                <ns2:creationId id="{DDF501FC-6982-489D-8239-5333C8C2405B}"/>
              </a:ext>
            </a:extLst>
          </p:cNvPr>
          <p:cNvSpPr>
            <a:spLocks noGrp="1"/>
          </p:cNvSpPr>
          <p:nvPr/>
        </p:nvSpPr>
        <p:spPr>
          <a:xfrm>
            <a:off x="2571750" y="6048375"/>
            <a:ext cx="13144500" cy="714375"/>
          </a:xfrm>
          <a:prstGeom prst="rect">
            <a:avLst/>
          </a:prstGeom>
          <a:noFill/>
          <a:ln w="0">
            <a:noFill/>
          </a:ln>
        </p:spPr>
        <p:txBody>
          <a:bodyPr wrap="none" lIns="0" tIns="0" rIns="0" bIns="0" anchor="t">
            <a:noAutofit/>
          </a:bodyPr>
          <a:lstStyle>
            <a:defPPr algn="ctr">
              <a:defRPr sz="4050" b="1">
                <a:solidFill>
                  <a:srgbClr val="111111"/>
                </a:solidFill>
                <a:latin typeface="Pretendard"/>
                <a:ea typeface="Pretendard"/>
                <a:cs typeface="Pretendard"/>
              </a:defRPr>
            </a:defPPr>
            <a:lvl1pPr algn="ctr">
              <a:defRPr sz="4050" b="1">
                <a:solidFill>
                  <a:srgbClr val="111111"/>
                </a:solidFill>
                <a:latin typeface="Pretendard"/>
                <a:ea typeface="Pretendard"/>
                <a:cs typeface="Pretendard"/>
              </a:defRPr>
            </a:lvl1pPr>
            <a:lvl2pPr algn="ctr">
              <a:defRPr sz="4050" b="1">
                <a:solidFill>
                  <a:srgbClr val="111111"/>
                </a:solidFill>
                <a:latin typeface="Pretendard"/>
                <a:ea typeface="Pretendard"/>
                <a:cs typeface="Pretendard"/>
              </a:defRPr>
            </a:lvl2pPr>
            <a:lvl3pPr algn="ctr">
              <a:defRPr sz="4050" b="1">
                <a:solidFill>
                  <a:srgbClr val="111111"/>
                </a:solidFill>
                <a:latin typeface="Pretendard"/>
                <a:ea typeface="Pretendard"/>
                <a:cs typeface="Pretendard"/>
              </a:defRPr>
            </a:lvl3pPr>
            <a:lvl4pPr algn="ctr">
              <a:defRPr sz="4050" b="1">
                <a:solidFill>
                  <a:srgbClr val="111111"/>
                </a:solidFill>
                <a:latin typeface="Pretendard"/>
                <a:ea typeface="Pretendard"/>
                <a:cs typeface="Pretendard"/>
              </a:defRPr>
            </a:lvl4pPr>
            <a:lvl5pPr algn="ctr">
              <a:defRPr sz="4050" b="1">
                <a:solidFill>
                  <a:srgbClr val="111111"/>
                </a:solidFill>
                <a:latin typeface="Pretendard"/>
                <a:ea typeface="Pretendard"/>
                <a:cs typeface="Pretendard"/>
              </a:defRPr>
            </a:lvl5pPr>
            <a:lvl6pPr algn="ctr">
              <a:defRPr sz="4050" b="1">
                <a:solidFill>
                  <a:srgbClr val="111111"/>
                </a:solidFill>
                <a:latin typeface="Pretendard"/>
                <a:ea typeface="Pretendard"/>
                <a:cs typeface="Pretendard"/>
              </a:defRPr>
            </a:lvl6pPr>
            <a:lvl7pPr algn="ctr">
              <a:defRPr sz="4050" b="1">
                <a:solidFill>
                  <a:srgbClr val="111111"/>
                </a:solidFill>
                <a:latin typeface="Pretendard"/>
                <a:ea typeface="Pretendard"/>
                <a:cs typeface="Pretendard"/>
              </a:defRPr>
            </a:lvl7pPr>
            <a:lvl8pPr algn="ctr">
              <a:defRPr sz="4050" b="1">
                <a:solidFill>
                  <a:srgbClr val="111111"/>
                </a:solidFill>
                <a:latin typeface="Pretendard"/>
                <a:ea typeface="Pretendard"/>
                <a:cs typeface="Pretendard"/>
              </a:defRPr>
            </a:lvl8pPr>
            <a:lvl9pPr algn="ctr">
              <a:defRPr sz="4050" b="1">
                <a:solidFill>
                  <a:srgbClr val="111111"/>
                </a:solidFill>
                <a:latin typeface="Pretendard"/>
                <a:ea typeface="Pretendard"/>
                <a:cs typeface="Pretendard"/>
              </a:defRPr>
            </a:lvl9pPr>
          </a:lstStyle>
          <a:p>
            <a:pPr algn="ctr">
              <a:defRPr sz="4050" b="1">
                <a:solidFill>
                  <a:srgbClr val="111111"/>
                </a:solidFill>
                <a:latin typeface="Pretendard"/>
                <a:ea typeface="Pretendard"/>
                <a:cs typeface="Pretendard"/>
              </a:defRPr>
            </a:pPr>
            <a:r>
              <a:rPr sz="4050" b="1">
                <a:solidFill>
                  <a:srgbClr val="111111"/>
                </a:solidFill>
                <a:latin typeface="Pretendard"/>
                <a:ea typeface="Pretendard"/>
                <a:cs typeface="Pretendard"/>
              </a:rPr>
              <a:t>함께 나타낸 것을 열화학 반응식이라고 한다</a:t>
            </a:r>
          </a:p>
        </p:txBody>
      </p:sp>
      <p:pic>
        <p:nvPicPr>
          <p:cNvPr id="10" name="">
            <a:extLst>
              <a:ext uri="{FF2B5EF4-FFF2-40B4-BE49-F238E27FC236}">
                <ns2:creationId id="{53EE7782-A657-4D4F-BB3D-B682BD53761A}"/>
              </a:ext>
            </a:extLst>
          </p:cNvPr>
          <p:cNvPicPr>
            <a:picLocks noChangeAspect="1"/>
          </p:cNvPicPr>
          <p:nvPr/>
        </p:nvPicPr>
        <p:blipFill>
          <a:blip ns3:embed="Rf1c210fb5fb94a58"/>
          <a:stretch/>
        </p:blipFill>
        <p:spPr>
          <a:xfrm>
            <a:off x="1809750" y="7756677"/>
            <a:ext cx="14668500" cy="726771"/>
          </a:xfrm>
          <a:prstGeom prst="rect">
            <a:avLst/>
          </a:prstGeom>
        </p:spPr>
      </p:pic>
    </p:spTree>
    <p:extLst>
      <p:ext uri="{BB962C8B-B14F-4D97-AF65-F5344CB8AC3E}">
        <ns4:creationId val="568556492"/>
      </p:ext>
    </p:extLst>
  </p:cSld>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613E9C0E-302B-46EF-B668-23FF0E9DFDCD}"/>
              </a:ext>
            </a:extLst>
          </p:cNvPr>
          <p:cNvPicPr>
            <a:picLocks noChangeAspect="1"/>
          </p:cNvPicPr>
          <p:nvPr/>
        </p:nvPicPr>
        <p:blipFill>
          <a:blip ns3:embed="Rd9a11b13dbae4123"/>
          <a:stretch/>
        </p:blipFill>
        <p:spPr>
          <a:xfrm>
            <a:off x="16941800" y="382588"/>
            <a:ext cx="1028700" cy="733425"/>
          </a:xfrm>
          <a:prstGeom prst="rect">
            <a:avLst/>
          </a:prstGeom>
        </p:spPr>
      </p:pic>
      <p:sp>
        <p:nvSpPr>
          <p:cNvPr id="2" name="part_heading">
            <a:extLst>
              <a:ext uri="{FF2B5EF4-FFF2-40B4-BE49-F238E27FC236}">
                <ns2:creationId id="{684055F6-B48C-46D8-9C54-F0132F91B90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85EE3758-83AD-4FB3-9A26-14428C0A091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2DA017C6-7C81-4F8B-9510-A6E7F347173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7F77D18F-749B-4632-954F-7BEEB793661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반응식에 나타낸 열 출입</a:t>
            </a:r>
          </a:p>
        </p:txBody>
      </p:sp>
      <p:sp>
        <p:nvSpPr>
          <p:cNvPr id="6" name="explanation">
            <a:extLst>
              <a:ext uri="{FF2B5EF4-FFF2-40B4-BE49-F238E27FC236}">
                <ns2:creationId id="{8FD399D9-6F87-4633-B25A-89C7C0BADFF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 엔탈피는 반응식에 나타낸 물질의 상태와 양을 기준으로 한다</a:t>
            </a:r>
          </a:p>
        </p:txBody>
      </p:sp>
      <p:sp>
        <p:nvSpPr>
          <p:cNvPr id="7" name="copyright">
            <a:extLst>
              <a:ext uri="{FF2B5EF4-FFF2-40B4-BE49-F238E27FC236}">
                <ns2:creationId id="{BE209868-A14E-4C29-871E-4B0B1CED185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868E0B2-CD49-4F45-84D1-4C4C551F0827}"/>
              </a:ext>
            </a:extLst>
          </p:cNvPr>
          <p:cNvPicPr>
            <a:picLocks noChangeAspect="1"/>
          </p:cNvPicPr>
          <p:nvPr/>
        </p:nvPicPr>
        <p:blipFill>
          <a:blip ns3:embed="R5f2a8b8490994fdc"/>
          <a:stretch/>
        </p:blipFill>
        <p:spPr>
          <a:xfrm>
            <a:off x="1838727" y="4762500"/>
            <a:ext cx="14610545" cy="723900"/>
          </a:xfrm>
          <a:prstGeom prst="rect">
            <a:avLst/>
          </a:prstGeom>
        </p:spPr>
      </p:pic>
      <p:pic>
        <p:nvPicPr>
          <p:cNvPr id="9" name="">
            <a:extLst>
              <a:ext uri="{FF2B5EF4-FFF2-40B4-BE49-F238E27FC236}">
                <ns2:creationId id="{AA678A1F-3EB3-4A9C-A7CB-DADEBDB9FECC}"/>
              </a:ext>
            </a:extLst>
          </p:cNvPr>
          <p:cNvPicPr>
            <a:picLocks noChangeAspect="1"/>
          </p:cNvPicPr>
          <p:nvPr/>
        </p:nvPicPr>
        <p:blipFill>
          <a:blip ns3:embed="Rfca728e6583b48f4"/>
          <a:stretch/>
        </p:blipFill>
        <p:spPr>
          <a:xfrm>
            <a:off x="3050349" y="5810250"/>
            <a:ext cx="12187303" cy="723900"/>
          </a:xfrm>
          <a:prstGeom prst="rect">
            <a:avLst/>
          </a:prstGeom>
        </p:spPr>
      </p:pic>
      <p:sp>
        <p:nvSpPr>
          <p:cNvPr id="10" name="interpretation-panel">
            <a:extLst>
              <a:ext uri="{FF2B5EF4-FFF2-40B4-BE49-F238E27FC236}">
                <ns2:creationId id="{80489157-0BA8-4691-9D86-120005833C94}"/>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0180E27F-E222-46E3-9E26-82BED8A6DDD0}"/>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8755BD5B-5DD1-4FE2-AB56-85BCE9FF5160}"/>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791500955"/>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7" name="">
            <a:extLst>
              <a:ext uri="{FF2B5EF4-FFF2-40B4-BE49-F238E27FC236}">
                <ns2:creationId id="{AF05E2CE-BAC8-4959-8C7D-F635FED246BD}"/>
              </a:ext>
            </a:extLst>
          </p:cNvPr>
          <p:cNvPicPr>
            <a:picLocks noChangeAspect="1"/>
          </p:cNvPicPr>
          <p:nvPr/>
        </p:nvPicPr>
        <p:blipFill>
          <a:blip ns3:embed="R34eb797ddc8847ba"/>
          <a:stretch/>
        </p:blipFill>
        <p:spPr>
          <a:xfrm>
            <a:off x="16941800" y="382588"/>
            <a:ext cx="1028700" cy="733425"/>
          </a:xfrm>
          <a:prstGeom prst="rect">
            <a:avLst/>
          </a:prstGeom>
        </p:spPr>
      </p:pic>
      <p:sp>
        <p:nvSpPr>
          <p:cNvPr id="2" name="part_heading">
            <a:extLst>
              <a:ext uri="{FF2B5EF4-FFF2-40B4-BE49-F238E27FC236}">
                <ns2:creationId id="{21764ECD-C235-448E-8889-F4A382DA184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28B5F7CB-CB77-4C76-B796-D2D7C7865C1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86950108-2EEC-41F5-8B1A-8F2E9306487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91B2A0A8-BB19-42C0-B257-02AFC05C7C0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반응식의 세 가지 특징</a:t>
            </a:r>
          </a:p>
        </p:txBody>
      </p:sp>
      <p:sp>
        <p:nvSpPr>
          <p:cNvPr id="6" name="copyright">
            <a:extLst>
              <a:ext uri="{FF2B5EF4-FFF2-40B4-BE49-F238E27FC236}">
                <ns2:creationId id="{48655EF4-958C-439C-BB7B-D2F3242C3A6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E9E503BB-431C-43E2-98C6-7FB41B03F469}"/>
              </a:ext>
            </a:extLst>
          </p:cNvPr>
          <p:cNvSpPr>
            <a:spLocks noGrp="1"/>
          </p:cNvSpPr>
          <p:nvPr/>
        </p:nvSpPr>
        <p:spPr>
          <a:xfrm>
            <a:off x="1905000" y="4857750"/>
            <a:ext cx="14478000" cy="3524250"/>
          </a:xfrm>
          <a:prstGeom prst="rect">
            <a:avLst/>
          </a:prstGeom>
          <a:solidFill>
            <a:srgbClr val="252525"/>
          </a:solidFill>
          <a:ln w="0">
            <a:noFill/>
          </a:ln>
        </p:spPr>
      </p:sp>
      <p:graphicFrame>
        <p:nvGraphicFramePr>
          <p:cNvPr id="8" name="">
            <a:extLst>
              <a:ext uri="{FF2B5EF4-FFF2-40B4-BE49-F238E27FC236}">
                <ns2:creationId id="{1BE33BBB-2946-44F5-BE57-C67DDDF54D59}"/>
              </a:ext>
            </a:extLst>
          </p:cNvPr>
          <p:cNvGraphicFramePr/>
          <p:nvPr/>
        </p:nvGraphicFramePr>
        <p:xfrm>
          <a:off x="1905000" y="4857750"/>
          <a:ext cx="14478000" cy="3524250"/>
        </p:xfrm>
        <a:graphic>
          <a:graphicData uri="http://schemas.openxmlformats.org/drawingml/2006/table">
            <a:tbl>
              <a:tblPr/>
              <a:tblGrid>
                <a:gridCol w="3429000"/>
                <a:gridCol w="11049000"/>
              </a:tblGrid>
              <a:tr h="881063">
                <a:tc>
                  <a:txBody>
                    <a:bodyPr lIns="114300" tIns="114300" rIns="114300" bIns="114300"/>
                    <a:lstStyle/>
                    <a:p>
                      <a:pPr algn="ctr"/>
                      <a:r>
                        <a:rPr sz="2850" b="1">
                          <a:solidFill>
                            <a:srgbClr val="FFFFFF"/>
                          </a:solidFill>
                          <a:latin typeface="Pretendard"/>
                          <a:ea typeface="Pretendard"/>
                          <a:cs typeface="Pretendard"/>
                        </a:rPr>
                        <a:t>특징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 엔탈피의 변화</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81063">
                <a:tc>
                  <a:txBody>
                    <a:bodyPr lIns="114300" tIns="114300" rIns="114300" bIns="114300"/>
                    <a:lstStyle/>
                    <a:p>
                      <a:pPr algn="ctr"/>
                      <a:r>
                        <a:rPr sz="2850" b="0">
                          <a:solidFill>
                            <a:srgbClr val="FFFFFF"/>
                          </a:solidFill>
                          <a:latin typeface="Pretendard"/>
                          <a:ea typeface="Pretendard"/>
                          <a:cs typeface="Pretendard"/>
                        </a:rPr>
                        <a:t>계수</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반응식 전체의 계수 × n  →  Δ</a:t>
                      </a:r>
                      <a:r>
                        <a:rPr sz="2850" b="1" i="1">
                          <a:solidFill>
                            <a:srgbClr val="FFFFFF"/>
                          </a:solidFill>
                          <a:latin typeface="Pretendard"/>
                          <a:ea typeface="Pretendard"/>
                          <a:cs typeface="Pretendard"/>
                        </a:rPr>
                        <a:t>H</a:t>
                      </a:r>
                      <a:r>
                        <a:rPr sz="2850" b="1">
                          <a:solidFill>
                            <a:srgbClr val="FFFFFF"/>
                          </a:solidFill>
                          <a:latin typeface="Pretendard"/>
                          <a:ea typeface="Pretendard"/>
                          <a:cs typeface="Pretendard"/>
                        </a:rPr>
                        <a:t> × n</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81063">
                <a:tc>
                  <a:txBody>
                    <a:bodyPr lIns="114300" tIns="114300" rIns="114300" bIns="114300"/>
                    <a:lstStyle/>
                    <a:p>
                      <a:pPr algn="ctr"/>
                      <a:r>
                        <a:rPr sz="2850" b="0">
                          <a:solidFill>
                            <a:srgbClr val="FFFFFF"/>
                          </a:solidFill>
                          <a:latin typeface="Pretendard"/>
                          <a:ea typeface="Pretendard"/>
                          <a:cs typeface="Pretendard"/>
                        </a:rPr>
                        <a:t>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물질의 상태가 다르면 Δ</a:t>
                      </a:r>
                      <a:r>
                        <a:rPr sz="2850" b="1" i="1">
                          <a:solidFill>
                            <a:srgbClr val="FFFFFF"/>
                          </a:solidFill>
                          <a:latin typeface="Pretendard"/>
                          <a:ea typeface="Pretendard"/>
                          <a:cs typeface="Pretendard"/>
                        </a:rPr>
                        <a:t>H</a:t>
                      </a:r>
                      <a:r>
                        <a:rPr sz="2850" b="1">
                          <a:solidFill>
                            <a:srgbClr val="FFFFFF"/>
                          </a:solidFill>
                          <a:latin typeface="Pretendard"/>
                          <a:ea typeface="Pretendard"/>
                          <a:cs typeface="Pretendard"/>
                        </a:rPr>
                        <a:t>도 달라진다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81063">
                <a:tc>
                  <a:txBody>
                    <a:bodyPr lIns="114300" tIns="114300" rIns="114300" bIns="114300"/>
                    <a:lstStyle/>
                    <a:p>
                      <a:pPr algn="ctr"/>
                      <a:r>
                        <a:rPr sz="2850" b="0">
                          <a:solidFill>
                            <a:srgbClr val="FFFFFF"/>
                          </a:solidFill>
                          <a:latin typeface="Pretendard"/>
                          <a:ea typeface="Pretendard"/>
                          <a:cs typeface="Pretendard"/>
                        </a:rPr>
                        <a:t>역반응</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850" b="1">
                          <a:solidFill>
                            <a:srgbClr val="FFFFFF"/>
                          </a:solidFill>
                          <a:latin typeface="Pretendard"/>
                          <a:ea typeface="Pretendard"/>
                          <a:cs typeface="Pretendard"/>
                        </a:rPr>
                        <a:t>반응 엔탈피의 크기는 같고 부호는 반대</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CD3D7CCE-960B-4323-A960-1AA5008FD6E7}"/>
              </a:ext>
            </a:extLst>
          </p:cNvPr>
          <p:cNvSpPr>
            <a:spLocks noGrp="1"/>
          </p:cNvSpPr>
          <p:nvPr/>
        </p:nvSpPr>
        <p:spPr>
          <a:xfrm>
            <a:off x="1905000" y="5738813"/>
            <a:ext cx="14478000" cy="14288"/>
          </a:xfrm>
          <a:prstGeom prst="rect">
            <a:avLst/>
          </a:prstGeom>
          <a:solidFill>
            <a:srgbClr val="777777"/>
          </a:solidFill>
          <a:ln w="0">
            <a:noFill/>
          </a:ln>
        </p:spPr>
      </p:sp>
      <p:sp>
        <p:nvSpPr>
          <p:cNvPr id="10" name="table-row-rule-2">
            <a:extLst>
              <a:ext uri="{FF2B5EF4-FFF2-40B4-BE49-F238E27FC236}">
                <ns2:creationId id="{5F741A9D-D8A4-4DFE-9E2B-1D11573956D2}"/>
              </a:ext>
            </a:extLst>
          </p:cNvPr>
          <p:cNvSpPr>
            <a:spLocks noGrp="1"/>
          </p:cNvSpPr>
          <p:nvPr/>
        </p:nvSpPr>
        <p:spPr>
          <a:xfrm>
            <a:off x="1905000" y="6619875"/>
            <a:ext cx="14478000" cy="14288"/>
          </a:xfrm>
          <a:prstGeom prst="rect">
            <a:avLst/>
          </a:prstGeom>
          <a:solidFill>
            <a:srgbClr val="777777"/>
          </a:solidFill>
          <a:ln w="0">
            <a:noFill/>
          </a:ln>
        </p:spPr>
      </p:sp>
      <p:sp>
        <p:nvSpPr>
          <p:cNvPr id="11" name="table-row-rule-3">
            <a:extLst>
              <a:ext uri="{FF2B5EF4-FFF2-40B4-BE49-F238E27FC236}">
                <ns2:creationId id="{22032614-574D-453A-A4C9-E780D84C3611}"/>
              </a:ext>
            </a:extLst>
          </p:cNvPr>
          <p:cNvSpPr>
            <a:spLocks noGrp="1"/>
          </p:cNvSpPr>
          <p:nvPr/>
        </p:nvSpPr>
        <p:spPr>
          <a:xfrm>
            <a:off x="1905000" y="7500938"/>
            <a:ext cx="14478000" cy="14288"/>
          </a:xfrm>
          <a:prstGeom prst="rect">
            <a:avLst/>
          </a:prstGeom>
          <a:solidFill>
            <a:srgbClr val="777777"/>
          </a:solidFill>
          <a:ln w="0">
            <a:noFill/>
          </a:ln>
        </p:spPr>
      </p:sp>
      <p:sp>
        <p:nvSpPr>
          <p:cNvPr id="12" name="table-rounded-corner-0">
            <a:extLst>
              <a:ext uri="{FF2B5EF4-FFF2-40B4-BE49-F238E27FC236}">
                <ns2:creationId id="{22DB8119-E7B0-404F-B069-2B675BECB23A}"/>
              </a:ext>
            </a:extLst>
          </p:cNvPr>
          <p:cNvSpPr>
            <a:spLocks noGrp="1"/>
          </p:cNvSpPr>
          <p:nvPr/>
        </p:nvSpPr>
        <p:spPr>
          <a:xfrm rot="0">
            <a:off x="1905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3" name="table-rounded-corner-1">
            <a:extLst>
              <a:ext uri="{FF2B5EF4-FFF2-40B4-BE49-F238E27FC236}">
                <ns2:creationId id="{311E7C8F-2539-4982-BB41-EE6892BFBCC1}"/>
              </a:ext>
            </a:extLst>
          </p:cNvPr>
          <p:cNvSpPr>
            <a:spLocks noGrp="1"/>
          </p:cNvSpPr>
          <p:nvPr/>
        </p:nvSpPr>
        <p:spPr>
          <a:xfrm rot="5400000">
            <a:off x="16154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2">
            <a:extLst>
              <a:ext uri="{FF2B5EF4-FFF2-40B4-BE49-F238E27FC236}">
                <ns2:creationId id="{24675D1A-509C-4DCF-8815-A165BFBB209A}"/>
              </a:ext>
            </a:extLst>
          </p:cNvPr>
          <p:cNvSpPr>
            <a:spLocks noGrp="1"/>
          </p:cNvSpPr>
          <p:nvPr/>
        </p:nvSpPr>
        <p:spPr>
          <a:xfrm rot="10800000">
            <a:off x="161544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3">
            <a:extLst>
              <a:ext uri="{FF2B5EF4-FFF2-40B4-BE49-F238E27FC236}">
                <ns2:creationId id="{1024912E-B511-455C-B4FF-DD05694E5A19}"/>
              </a:ext>
            </a:extLst>
          </p:cNvPr>
          <p:cNvSpPr>
            <a:spLocks noGrp="1"/>
          </p:cNvSpPr>
          <p:nvPr/>
        </p:nvSpPr>
        <p:spPr>
          <a:xfrm rot="16200000">
            <a:off x="19050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reverse-condition">
            <a:extLst>
              <a:ext uri="{FF2B5EF4-FFF2-40B4-BE49-F238E27FC236}">
                <ns2:creationId id="{1455FE04-029B-49D3-B490-B86DDA30F7EE}"/>
              </a:ext>
            </a:extLst>
          </p:cNvPr>
          <p:cNvSpPr>
            <a:spLocks noGrp="1"/>
          </p:cNvSpPr>
          <p:nvPr/>
        </p:nvSpPr>
        <p:spPr>
          <a:xfrm>
            <a:off x="1619250" y="8810625"/>
            <a:ext cx="15049500" cy="619125"/>
          </a:xfrm>
          <a:prstGeom prst="rect">
            <a:avLst/>
          </a:prstGeom>
          <a:noFill/>
          <a:ln w="0">
            <a:noFill/>
          </a:ln>
        </p:spPr>
        <p:txBody>
          <a:bodyPr wrap="none" lIns="0" tIns="0" rIns="0" bIns="0" anchor="t">
            <a:noAutofit/>
          </a:bodyPr>
          <a:lstStyle>
            <a:defPPr algn="ctr">
              <a:defRPr sz="2550" b="1">
                <a:solidFill>
                  <a:srgbClr val="888888"/>
                </a:solidFill>
                <a:latin typeface="Pretendard"/>
                <a:ea typeface="Pretendard"/>
                <a:cs typeface="Pretendard"/>
              </a:defRPr>
            </a:defPPr>
            <a:lvl1pPr algn="ctr">
              <a:defRPr sz="2550" b="1">
                <a:solidFill>
                  <a:srgbClr val="888888"/>
                </a:solidFill>
                <a:latin typeface="Pretendard"/>
                <a:ea typeface="Pretendard"/>
                <a:cs typeface="Pretendard"/>
              </a:defRPr>
            </a:lvl1pPr>
            <a:lvl2pPr algn="ctr">
              <a:defRPr sz="2550" b="1">
                <a:solidFill>
                  <a:srgbClr val="888888"/>
                </a:solidFill>
                <a:latin typeface="Pretendard"/>
                <a:ea typeface="Pretendard"/>
                <a:cs typeface="Pretendard"/>
              </a:defRPr>
            </a:lvl2pPr>
            <a:lvl3pPr algn="ctr">
              <a:defRPr sz="2550" b="1">
                <a:solidFill>
                  <a:srgbClr val="888888"/>
                </a:solidFill>
                <a:latin typeface="Pretendard"/>
                <a:ea typeface="Pretendard"/>
                <a:cs typeface="Pretendard"/>
              </a:defRPr>
            </a:lvl3pPr>
            <a:lvl4pPr algn="ctr">
              <a:defRPr sz="2550" b="1">
                <a:solidFill>
                  <a:srgbClr val="888888"/>
                </a:solidFill>
                <a:latin typeface="Pretendard"/>
                <a:ea typeface="Pretendard"/>
                <a:cs typeface="Pretendard"/>
              </a:defRPr>
            </a:lvl4pPr>
            <a:lvl5pPr algn="ctr">
              <a:defRPr sz="2550" b="1">
                <a:solidFill>
                  <a:srgbClr val="888888"/>
                </a:solidFill>
                <a:latin typeface="Pretendard"/>
                <a:ea typeface="Pretendard"/>
                <a:cs typeface="Pretendard"/>
              </a:defRPr>
            </a:lvl5pPr>
            <a:lvl6pPr algn="ctr">
              <a:defRPr sz="2550" b="1">
                <a:solidFill>
                  <a:srgbClr val="888888"/>
                </a:solidFill>
                <a:latin typeface="Pretendard"/>
                <a:ea typeface="Pretendard"/>
                <a:cs typeface="Pretendard"/>
              </a:defRPr>
            </a:lvl6pPr>
            <a:lvl7pPr algn="ctr">
              <a:defRPr sz="2550" b="1">
                <a:solidFill>
                  <a:srgbClr val="888888"/>
                </a:solidFill>
                <a:latin typeface="Pretendard"/>
                <a:ea typeface="Pretendard"/>
                <a:cs typeface="Pretendard"/>
              </a:defRPr>
            </a:lvl7pPr>
            <a:lvl8pPr algn="ctr">
              <a:defRPr sz="2550" b="1">
                <a:solidFill>
                  <a:srgbClr val="888888"/>
                </a:solidFill>
                <a:latin typeface="Pretendard"/>
                <a:ea typeface="Pretendard"/>
                <a:cs typeface="Pretendard"/>
              </a:defRPr>
            </a:lvl8pPr>
            <a:lvl9pPr algn="ctr">
              <a:defRPr sz="2550" b="1">
                <a:solidFill>
                  <a:srgbClr val="888888"/>
                </a:solidFill>
                <a:latin typeface="Pretendard"/>
                <a:ea typeface="Pretendard"/>
                <a:cs typeface="Pretendard"/>
              </a:defRPr>
            </a:lvl9pPr>
          </a:lstStyle>
          <a:p>
            <a:pPr algn="ctr">
              <a:defRPr sz="2550" b="1">
                <a:solidFill>
                  <a:srgbClr val="888888"/>
                </a:solidFill>
                <a:latin typeface="Pretendard"/>
                <a:ea typeface="Pretendard"/>
                <a:cs typeface="Pretendard"/>
              </a:defRPr>
            </a:pPr>
            <a:r>
              <a:rPr sz="2550" b="1">
                <a:solidFill>
                  <a:srgbClr val="888888"/>
                </a:solidFill>
                <a:latin typeface="Pretendard"/>
                <a:ea typeface="Pretendard"/>
                <a:cs typeface="Pretendard"/>
              </a:rPr>
              <a:t>온도·압력이 같고 물질의 상태와 양이 대응하는 정반응과 역반응의 비교</a:t>
            </a:r>
          </a:p>
        </p:txBody>
      </p:sp>
    </p:spTree>
    <p:extLst>
      <p:ext uri="{BB962C8B-B14F-4D97-AF65-F5344CB8AC3E}">
        <ns4:creationId val="909103473"/>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E4D1E53D-182B-4E26-90DE-BF55AB56CFAF}"/>
              </a:ext>
            </a:extLst>
          </p:cNvPr>
          <p:cNvPicPr>
            <a:picLocks noChangeAspect="1"/>
          </p:cNvPicPr>
          <p:nvPr/>
        </p:nvPicPr>
        <p:blipFill>
          <a:blip ns3:embed="Rd73969b32f4c4826"/>
          <a:stretch/>
        </p:blipFill>
        <p:spPr>
          <a:xfrm>
            <a:off x="16941800" y="382588"/>
            <a:ext cx="1028700" cy="733425"/>
          </a:xfrm>
          <a:prstGeom prst="rect">
            <a:avLst/>
          </a:prstGeom>
        </p:spPr>
      </p:pic>
      <p:sp>
        <p:nvSpPr>
          <p:cNvPr id="2" name="part_heading">
            <a:extLst>
              <a:ext uri="{FF2B5EF4-FFF2-40B4-BE49-F238E27FC236}">
                <ns2:creationId id="{92BD3099-BCE1-444E-A2B6-FF7B79C1B90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22CAA63C-1741-4A71-9591-92CA937E6E5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55F2AF7-3EF6-43BC-8151-03BF255E029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5EB4ADD7-0746-49AB-B205-5B612A74F29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E9A22A4E-D8DA-4290-B586-EA572810AE5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ABF0407B-B456-492D-AEA3-6C0F1F5804D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6597C6F-BC55-4C41-9DA0-EA9FD1C7B10F}"/>
              </a:ext>
            </a:extLst>
          </p:cNvPr>
          <p:cNvPicPr>
            <a:picLocks noChangeAspect="1"/>
          </p:cNvPicPr>
          <p:nvPr/>
        </p:nvPicPr>
        <p:blipFill>
          <a:blip ns3:embed="Ra800e0ad537e43d4"/>
          <a:stretch/>
        </p:blipFill>
        <p:spPr>
          <a:xfrm>
            <a:off x="5003602" y="4524375"/>
            <a:ext cx="8280797" cy="4762500"/>
          </a:xfrm>
          <a:prstGeom prst="rect">
            <a:avLst/>
          </a:prstGeom>
        </p:spPr>
      </p:pic>
    </p:spTree>
    <p:extLst>
      <p:ext uri="{BB962C8B-B14F-4D97-AF65-F5344CB8AC3E}">
        <ns4:creationId val="1309753517"/>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0196028F-3418-4C51-A56D-6E83193F89B9}"/>
              </a:ext>
            </a:extLst>
          </p:cNvPr>
          <p:cNvPicPr>
            <a:picLocks noChangeAspect="1"/>
          </p:cNvPicPr>
          <p:nvPr/>
        </p:nvPicPr>
        <p:blipFill>
          <a:blip ns3:embed="R6fba1eef908e44ea"/>
          <a:stretch/>
        </p:blipFill>
        <p:spPr>
          <a:xfrm>
            <a:off x="16941800" y="382588"/>
            <a:ext cx="1028700" cy="733425"/>
          </a:xfrm>
          <a:prstGeom prst="rect">
            <a:avLst/>
          </a:prstGeom>
        </p:spPr>
      </p:pic>
      <p:sp>
        <p:nvSpPr>
          <p:cNvPr id="2" name="part_heading">
            <a:extLst>
              <a:ext uri="{FF2B5EF4-FFF2-40B4-BE49-F238E27FC236}">
                <ns2:creationId id="{4A7AA33B-514F-483B-99CE-1C0C4185EA9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3A3B08F7-41A5-40CE-AAB2-679E4F216F1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3102497D-09A9-4F4C-A087-5A7920930EB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74552C82-EC0D-4CCD-8043-29C245586AF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생성물의 상태에 따른 반응 엔탈피</a:t>
            </a:r>
          </a:p>
        </p:txBody>
      </p:sp>
      <p:sp>
        <p:nvSpPr>
          <p:cNvPr id="6" name="explanation">
            <a:extLst>
              <a:ext uri="{FF2B5EF4-FFF2-40B4-BE49-F238E27FC236}">
                <ns2:creationId id="{D04581F6-BAF6-4478-8729-860438CB0D6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양이 반응해도 생성물이 액체 물인지 수증기인지에 따라 방출열이 다르다</a:t>
            </a:r>
          </a:p>
        </p:txBody>
      </p:sp>
      <p:sp>
        <p:nvSpPr>
          <p:cNvPr id="7" name="copyright">
            <a:extLst>
              <a:ext uri="{FF2B5EF4-FFF2-40B4-BE49-F238E27FC236}">
                <ns2:creationId id="{6BA530FF-2011-444B-A507-96B38C06D27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4C92BCF-2B15-4AF2-B38F-823AEA34C597}"/>
              </a:ext>
            </a:extLst>
          </p:cNvPr>
          <p:cNvPicPr>
            <a:picLocks noChangeAspect="1"/>
          </p:cNvPicPr>
          <p:nvPr/>
        </p:nvPicPr>
        <p:blipFill>
          <a:blip ns3:embed="R321cbcd511024e57"/>
          <a:stretch/>
        </p:blipFill>
        <p:spPr>
          <a:xfrm>
            <a:off x="4000500" y="5017064"/>
            <a:ext cx="10287000" cy="2062622"/>
          </a:xfrm>
          <a:prstGeom prst="rect">
            <a:avLst/>
          </a:prstGeom>
        </p:spPr>
      </p:pic>
      <p:sp>
        <p:nvSpPr>
          <p:cNvPr id="9" name="takeaway-box">
            <a:extLst>
              <a:ext uri="{FF2B5EF4-FFF2-40B4-BE49-F238E27FC236}">
                <ns2:creationId id="{3ABB2297-D7DD-4551-B245-DD3C6B91293F}"/>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78B6F0FC-89F9-46C3-B979-78E4E3A26296}"/>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1006723464"/>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34F0A02F-C7D0-4229-BBF7-BAFAE4F21C5A}"/>
              </a:ext>
            </a:extLst>
          </p:cNvPr>
          <p:cNvPicPr>
            <a:picLocks noChangeAspect="1"/>
          </p:cNvPicPr>
          <p:nvPr/>
        </p:nvPicPr>
        <p:blipFill>
          <a:blip ns3:embed="R6cda0cf4e8e04cc0"/>
          <a:stretch/>
        </p:blipFill>
        <p:spPr>
          <a:xfrm>
            <a:off x="16941800" y="382588"/>
            <a:ext cx="1028700" cy="733425"/>
          </a:xfrm>
          <a:prstGeom prst="rect">
            <a:avLst/>
          </a:prstGeom>
        </p:spPr>
      </p:pic>
      <p:sp>
        <p:nvSpPr>
          <p:cNvPr id="2" name="part_heading">
            <a:extLst>
              <a:ext uri="{FF2B5EF4-FFF2-40B4-BE49-F238E27FC236}">
                <ns2:creationId id="{A397ECA5-2934-4254-8382-4AF891DD505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CD200EC6-8A83-423D-A2FD-5EB81D94551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CB45B8B7-E4DC-4F2A-8315-195AB00D11E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E5433B96-DAB4-4323-99D8-5764184EC5F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 전후의 엔탈피 변화</a:t>
            </a:r>
          </a:p>
        </p:txBody>
      </p:sp>
      <p:sp>
        <p:nvSpPr>
          <p:cNvPr id="6" name="explanation">
            <a:extLst>
              <a:ext uri="{FF2B5EF4-FFF2-40B4-BE49-F238E27FC236}">
                <ns2:creationId id="{38C9AE9E-97FD-43D6-9B87-0E822C4B7E4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생성물의 엔탈피 합이 반응물보다 작으면 그 차이만큼 열을 방출한다</a:t>
            </a:r>
          </a:p>
        </p:txBody>
      </p:sp>
      <p:sp>
        <p:nvSpPr>
          <p:cNvPr id="7" name="copyright">
            <a:extLst>
              <a:ext uri="{FF2B5EF4-FFF2-40B4-BE49-F238E27FC236}">
                <ns2:creationId id="{F5266E55-A040-4C5E-9D04-6AFE03A7D13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82552594-6C81-4FD2-8F8F-6A2D058F2F2F}"/>
              </a:ext>
            </a:extLst>
          </p:cNvPr>
          <p:cNvPicPr>
            <a:picLocks noChangeAspect="1"/>
          </p:cNvPicPr>
          <p:nvPr/>
        </p:nvPicPr>
        <p:blipFill>
          <a:blip ns3:embed="R29bc781384ea46fe"/>
          <a:stretch/>
        </p:blipFill>
        <p:spPr>
          <a:xfrm>
            <a:off x="2000250" y="4675188"/>
            <a:ext cx="14287500" cy="793750"/>
          </a:xfrm>
          <a:prstGeom prst="rect">
            <a:avLst/>
          </a:prstGeom>
        </p:spPr>
      </p:pic>
      <p:pic>
        <p:nvPicPr>
          <p:cNvPr id="9" name="">
            <a:extLst>
              <a:ext uri="{FF2B5EF4-FFF2-40B4-BE49-F238E27FC236}">
                <ns2:creationId id="{4D843D6D-4A6C-4D67-B98C-0AD92C6BF050}"/>
              </a:ext>
            </a:extLst>
          </p:cNvPr>
          <p:cNvPicPr>
            <a:picLocks noChangeAspect="1"/>
          </p:cNvPicPr>
          <p:nvPr/>
        </p:nvPicPr>
        <p:blipFill>
          <a:blip ns3:embed="R188a9faada374373"/>
          <a:stretch/>
        </p:blipFill>
        <p:spPr>
          <a:xfrm>
            <a:off x="7098994" y="5810250"/>
            <a:ext cx="4090013" cy="3762375"/>
          </a:xfrm>
          <a:prstGeom prst="rect">
            <a:avLst/>
          </a:prstGeom>
        </p:spPr>
      </p:pic>
    </p:spTree>
    <p:extLst>
      <p:ext uri="{BB962C8B-B14F-4D97-AF65-F5344CB8AC3E}">
        <ns4:creationId val="447321553"/>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7FBD7D2A-387B-4660-B943-3E0D1186693A}"/>
              </a:ext>
            </a:extLst>
          </p:cNvPr>
          <p:cNvPicPr>
            <a:picLocks noChangeAspect="1"/>
          </p:cNvPicPr>
          <p:nvPr/>
        </p:nvPicPr>
        <p:blipFill>
          <a:blip ns3:embed="Ref3b7efe49474440"/>
          <a:stretch/>
        </p:blipFill>
        <p:spPr>
          <a:xfrm>
            <a:off x="16941800" y="382588"/>
            <a:ext cx="1028700" cy="733425"/>
          </a:xfrm>
          <a:prstGeom prst="rect">
            <a:avLst/>
          </a:prstGeom>
        </p:spPr>
      </p:pic>
      <p:sp>
        <p:nvSpPr>
          <p:cNvPr id="2" name="part_heading">
            <a:extLst>
              <a:ext uri="{FF2B5EF4-FFF2-40B4-BE49-F238E27FC236}">
                <ns2:creationId id="{DC754D7B-E70A-40A3-A8A0-4F84974B4B1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DBE02F70-E6C4-4970-B1E7-D99370C0E22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CB7234A1-F84A-4F46-9446-CFCC9BF3B8C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9AB8673F-016B-4C6B-B3B7-7F07A0EC439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여러 가지 반응의 열화학 반응식</a:t>
            </a:r>
          </a:p>
        </p:txBody>
      </p:sp>
      <p:sp>
        <p:nvSpPr>
          <p:cNvPr id="6" name="explanation">
            <a:extLst>
              <a:ext uri="{FF2B5EF4-FFF2-40B4-BE49-F238E27FC236}">
                <ns2:creationId id="{002A2F0C-F483-4115-9E08-C6115A0468C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 반응 · 연소 반응 · 중화 반응 · 용해 반응</a:t>
            </a:r>
          </a:p>
        </p:txBody>
      </p:sp>
      <p:sp>
        <p:nvSpPr>
          <p:cNvPr id="7" name="copyright">
            <a:extLst>
              <a:ext uri="{FF2B5EF4-FFF2-40B4-BE49-F238E27FC236}">
                <ns2:creationId id="{04596086-DF0D-434E-A1B4-C4EBD5EE0D6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DB0AE19-A85F-407B-9008-93CE3F54D950}"/>
              </a:ext>
            </a:extLst>
          </p:cNvPr>
          <p:cNvPicPr>
            <a:picLocks noChangeAspect="1"/>
          </p:cNvPicPr>
          <p:nvPr/>
        </p:nvPicPr>
        <p:blipFill>
          <a:blip ns3:embed="Rc6a70032c9924f4b"/>
          <a:stretch/>
        </p:blipFill>
        <p:spPr>
          <a:xfrm>
            <a:off x="2000250" y="4622107"/>
            <a:ext cx="14287500" cy="4681336"/>
          </a:xfrm>
          <a:prstGeom prst="rect">
            <a:avLst/>
          </a:prstGeom>
        </p:spPr>
      </p:pic>
    </p:spTree>
    <p:extLst>
      <p:ext uri="{BB962C8B-B14F-4D97-AF65-F5344CB8AC3E}">
        <ns4:creationId val="1364072175"/>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6383A4FD-9A5A-4B27-BE96-356E43DAB94C}"/>
              </a:ext>
            </a:extLst>
          </p:cNvPr>
          <p:cNvPicPr>
            <a:picLocks noChangeAspect="1"/>
          </p:cNvPicPr>
          <p:nvPr/>
        </p:nvPicPr>
        <p:blipFill>
          <a:blip ns3:embed="Rcded71dccbcc4979"/>
          <a:stretch/>
        </p:blipFill>
        <p:spPr>
          <a:xfrm>
            <a:off x="16941800" y="382588"/>
            <a:ext cx="1028700" cy="733425"/>
          </a:xfrm>
          <a:prstGeom prst="rect">
            <a:avLst/>
          </a:prstGeom>
        </p:spPr>
      </p:pic>
      <p:sp>
        <p:nvSpPr>
          <p:cNvPr id="2" name="part_heading">
            <a:extLst>
              <a:ext uri="{FF2B5EF4-FFF2-40B4-BE49-F238E27FC236}">
                <ns2:creationId id="{0E087687-E971-4B11-B1BD-EFA303427BE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FAEA4F47-1BCC-4969-BD7B-C24717CAFE7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204143BA-E6B1-4BE9-ABA0-347BCA2410C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35D33280-F614-438F-AA71-B1055BEE7B4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B7F520CB-ED8F-4EA2-834F-06D8C5704513}"/>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93098A29-0C03-4F6C-8E70-4E0F427D0153}"/>
              </a:ext>
            </a:extLst>
          </p:cNvPr>
          <p:cNvPicPr>
            <a:picLocks noChangeAspect="1"/>
          </p:cNvPicPr>
          <p:nvPr/>
        </p:nvPicPr>
        <p:blipFill>
          <a:blip ns3:embed="R88c6c317581b4cc2"/>
          <a:stretch/>
        </p:blipFill>
        <p:spPr>
          <a:xfrm>
            <a:off x="11283641" y="4095750"/>
            <a:ext cx="5340968" cy="5286375"/>
          </a:xfrm>
          <a:prstGeom prst="rect">
            <a:avLst/>
          </a:prstGeom>
        </p:spPr>
      </p:pic>
      <p:pic>
        <p:nvPicPr>
          <p:cNvPr id="8" name="">
            <a:extLst>
              <a:ext uri="{FF2B5EF4-FFF2-40B4-BE49-F238E27FC236}">
                <ns2:creationId id="{55E1B54C-3BB0-49F4-AA46-3A355F5DAE4A}"/>
              </a:ext>
            </a:extLst>
          </p:cNvPr>
          <p:cNvPicPr>
            <a:picLocks noChangeAspect="1"/>
          </p:cNvPicPr>
          <p:nvPr/>
        </p:nvPicPr>
        <p:blipFill>
          <a:blip ns3:embed="R619895fac3db4f2b"/>
          <a:stretch/>
        </p:blipFill>
        <p:spPr>
          <a:xfrm>
            <a:off x="2778125" y="5619750"/>
            <a:ext cx="5207000" cy="1190625"/>
          </a:xfrm>
          <a:prstGeom prst="rect">
            <a:avLst/>
          </a:prstGeom>
        </p:spPr>
      </p:pic>
      <p:sp>
        <p:nvSpPr>
          <p:cNvPr id="9" name="symbols">
            <a:extLst>
              <a:ext uri="{FF2B5EF4-FFF2-40B4-BE49-F238E27FC236}">
                <ns2:creationId id="{C6FD9179-8361-4CC9-B883-E9D827E1CA37}"/>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1683598942"/>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CB635698-3F8D-45B1-968A-6EA5B95419CB}"/>
              </a:ext>
            </a:extLst>
          </p:cNvPr>
          <p:cNvPicPr>
            <a:picLocks noChangeAspect="1"/>
          </p:cNvPicPr>
          <p:nvPr/>
        </p:nvPicPr>
        <p:blipFill>
          <a:blip ns3:embed="Re79cd77b9906462c"/>
          <a:stretch/>
        </p:blipFill>
        <p:spPr>
          <a:xfrm>
            <a:off x="16941800" y="382588"/>
            <a:ext cx="1028700" cy="733425"/>
          </a:xfrm>
          <a:prstGeom prst="rect">
            <a:avLst/>
          </a:prstGeom>
        </p:spPr>
      </p:pic>
      <p:sp>
        <p:nvSpPr>
          <p:cNvPr id="2" name="part_heading">
            <a:extLst>
              <a:ext uri="{FF2B5EF4-FFF2-40B4-BE49-F238E27FC236}">
                <ns2:creationId id="{358BED80-5638-4B82-AA7B-7DDCFD0378B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열화학 반응식</a:t>
            </a:r>
          </a:p>
        </p:txBody>
      </p:sp>
      <p:sp>
        <p:nvSpPr>
          <p:cNvPr id="3" name="topic_number">
            <a:extLst>
              <a:ext uri="{FF2B5EF4-FFF2-40B4-BE49-F238E27FC236}">
                <ns2:creationId id="{F8B6259B-BC59-4B92-B678-B8EF444D9FC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5B8108F8-90BC-41DA-AFC1-F95E7210CA4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A55D8BA1-016F-452A-B078-52246A8142C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열화학 반응식으로 알아보는 열 출입</a:t>
            </a:r>
          </a:p>
        </p:txBody>
      </p:sp>
      <p:sp>
        <p:nvSpPr>
          <p:cNvPr id="6" name="copyright">
            <a:extLst>
              <a:ext uri="{FF2B5EF4-FFF2-40B4-BE49-F238E27FC236}">
                <ns2:creationId id="{466EB51F-659B-4D74-A86C-B1D96DA52BF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7" name="">
            <a:extLst>
              <a:ext uri="{FF2B5EF4-FFF2-40B4-BE49-F238E27FC236}">
                <ns2:creationId id="{FD55DB6A-DA25-4134-BD31-398A6B67B8C4}"/>
              </a:ext>
            </a:extLst>
          </p:cNvPr>
          <p:cNvPicPr>
            <a:picLocks noChangeAspect="1"/>
          </p:cNvPicPr>
          <p:nvPr/>
        </p:nvPicPr>
        <p:blipFill>
          <a:blip ns3:embed="Rf441eeaac84e4289"/>
          <a:stretch/>
        </p:blipFill>
        <p:spPr>
          <a:xfrm>
            <a:off x="3587303" y="4667250"/>
            <a:ext cx="11113394" cy="723900"/>
          </a:xfrm>
          <a:prstGeom prst="rect">
            <a:avLst/>
          </a:prstGeom>
        </p:spPr>
      </p:pic>
      <p:sp>
        <p:nvSpPr>
          <p:cNvPr id="8" name="q1">
            <a:extLst>
              <a:ext uri="{FF2B5EF4-FFF2-40B4-BE49-F238E27FC236}">
                <ns2:creationId id="{7C225900-B251-4A3A-B233-B3D563C60185}"/>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9" name="answer-1">
            <a:extLst>
              <a:ext uri="{FF2B5EF4-FFF2-40B4-BE49-F238E27FC236}">
                <ns2:creationId id="{82EA1CA6-C326-4E63-9B5D-A8FDC15D1805}"/>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0" name="q2">
            <a:extLst>
              <a:ext uri="{FF2B5EF4-FFF2-40B4-BE49-F238E27FC236}">
                <ns2:creationId id="{C088774E-BF63-44B9-BF35-97D1D5C4EB4A}"/>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1" name="answer-2">
            <a:extLst>
              <a:ext uri="{FF2B5EF4-FFF2-40B4-BE49-F238E27FC236}">
                <ns2:creationId id="{341052D0-01D2-46A9-983A-365D87A4E8A2}"/>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104276942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4A32F854-07E8-4A34-84BF-52BDDFD3B7B2}"/>
              </a:ext>
            </a:extLst>
          </p:cNvPr>
          <p:cNvPicPr>
            <a:picLocks noChangeAspect="1"/>
          </p:cNvPicPr>
          <p:nvPr/>
        </p:nvPicPr>
        <p:blipFill>
          <a:blip ns3:embed="Rf57ff69690a94f91"/>
          <a:stretch/>
        </p:blipFill>
        <p:spPr>
          <a:xfrm>
            <a:off x="4859" y="0"/>
            <a:ext cx="18278283" cy="10287000"/>
          </a:xfrm>
          <a:prstGeom prst="rect">
            <a:avLst/>
          </a:prstGeom>
        </p:spPr>
      </p:pic>
      <p:sp>
        <p:nvSpPr>
          <p:cNvPr id="2" name="reference_green_fade">
            <a:extLst>
              <a:ext uri="{FF2B5EF4-FFF2-40B4-BE49-F238E27FC236}">
                <ns2:creationId id="{874F0A72-3C81-4F57-9B3C-AAD0434CB853}"/>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A71A479A-45BA-48D0-87AB-2A9EB513B3BF}"/>
              </a:ext>
            </a:extLst>
          </p:cNvPr>
          <p:cNvPicPr>
            <a:picLocks noChangeAspect="1"/>
          </p:cNvPicPr>
          <p:nvPr/>
        </p:nvPicPr>
        <p:blipFill>
          <a:blip ns3:embed="R94b20137f4c742c4"/>
          <a:stretch/>
        </p:blipFill>
        <p:spPr>
          <a:xfrm>
            <a:off x="16916400" y="332392"/>
            <a:ext cx="1079500" cy="668717"/>
          </a:xfrm>
          <a:prstGeom prst="rect">
            <a:avLst/>
          </a:prstGeom>
        </p:spPr>
      </p:pic>
      <p:sp>
        <p:nvSpPr>
          <p:cNvPr id="4" name="copyright">
            <a:extLst>
              <a:ext uri="{FF2B5EF4-FFF2-40B4-BE49-F238E27FC236}">
                <ns2:creationId id="{FBECC0E7-852B-4EB8-812E-3608ADFF8424}"/>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02167D17-C9F6-419C-AFFF-C1B4CDE48AD9}"/>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C887CB91-1E38-4DC6-A6AB-782DDB6FB3D2}"/>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AF69C005-F198-4F07-AA1B-62DDD24610E2}"/>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1646173039"/>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BBD8BCE2-0B1A-4009-B20B-3E6908CCB00D}"/>
              </a:ext>
            </a:extLst>
          </p:cNvPr>
          <p:cNvPicPr>
            <a:picLocks noChangeAspect="1"/>
          </p:cNvPicPr>
          <p:nvPr/>
        </p:nvPicPr>
        <p:blipFill>
          <a:blip ns3:embed="Rafbe0e3c6c1f4eb9"/>
          <a:stretch/>
        </p:blipFill>
        <p:spPr>
          <a:xfrm>
            <a:off x="16941800" y="382588"/>
            <a:ext cx="1028700" cy="733425"/>
          </a:xfrm>
          <a:prstGeom prst="rect">
            <a:avLst/>
          </a:prstGeom>
        </p:spPr>
      </p:pic>
      <p:sp>
        <p:nvSpPr>
          <p:cNvPr id="2" name="part_heading">
            <a:extLst>
              <a:ext uri="{FF2B5EF4-FFF2-40B4-BE49-F238E27FC236}">
                <ns2:creationId id="{7353C63A-8001-4BFD-8667-7613500E047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C0A9A2D2-E0FE-4D6B-8C05-181F1E569E8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46FDDF5F-CEC8-4104-9E31-FD268485251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5514EAA5-13B3-429E-88A8-B5542AE1B8A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 반응의 이용</a:t>
            </a:r>
          </a:p>
        </p:txBody>
      </p:sp>
      <p:sp>
        <p:nvSpPr>
          <p:cNvPr id="6" name="explanation">
            <a:extLst>
              <a:ext uri="{FF2B5EF4-FFF2-40B4-BE49-F238E27FC236}">
                <ns2:creationId id="{47CAA309-719F-4920-931F-4F3EAA724DC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연료가 연소하며 방출하는 에너지를 난방과 자동차의 운동에 이용한다</a:t>
            </a:r>
          </a:p>
        </p:txBody>
      </p:sp>
      <p:sp>
        <p:nvSpPr>
          <p:cNvPr id="7" name="copyright">
            <a:extLst>
              <a:ext uri="{FF2B5EF4-FFF2-40B4-BE49-F238E27FC236}">
                <ns2:creationId id="{F869FA65-F51B-4038-81EF-CDEF6D9C491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DF0C6148-0769-4184-9FA5-6E41ED1D5DAC}"/>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F54ADB39-D6D0-4312-AD15-F73881D7B4FB}"/>
              </a:ext>
            </a:extLst>
          </p:cNvPr>
          <p:cNvPicPr>
            <a:picLocks noChangeAspect="1"/>
          </p:cNvPicPr>
          <p:nvPr/>
        </p:nvPicPr>
        <p:blipFill>
          <a:blip ns3:embed="Rb50909fda64941e5"/>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6A1E405C-F4DF-4724-928D-CC95DFDA1E10}"/>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2FF259AD-DCD7-4689-8F9B-8448CA6DEF6C}"/>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BDB6062E-CC9E-4B3E-92D8-EBFBB92E3762}"/>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E7BF142C-4B4A-465B-874E-E90EA19F9751}"/>
              </a:ext>
            </a:extLst>
          </p:cNvPr>
          <p:cNvPicPr>
            <a:picLocks noChangeAspect="1"/>
          </p:cNvPicPr>
          <p:nvPr/>
        </p:nvPicPr>
        <p:blipFill>
          <a:blip ns3:embed="R08e37ae4976f4d59"/>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C0D1B346-1374-4C47-BA9F-252DF4907911}"/>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9260CF5C-79B1-46AA-9476-BD8F0069F0F5}"/>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1017626409"/>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E10A188C-575C-4D53-9721-3788BDD782A4}"/>
              </a:ext>
            </a:extLst>
          </p:cNvPr>
          <p:cNvPicPr>
            <a:picLocks noChangeAspect="1"/>
          </p:cNvPicPr>
          <p:nvPr/>
        </p:nvPicPr>
        <p:blipFill>
          <a:blip ns3:embed="Rccff115ae95a444a"/>
          <a:stretch/>
        </p:blipFill>
        <p:spPr>
          <a:xfrm>
            <a:off x="16941800" y="382588"/>
            <a:ext cx="1028700" cy="733425"/>
          </a:xfrm>
          <a:prstGeom prst="rect">
            <a:avLst/>
          </a:prstGeom>
        </p:spPr>
      </p:pic>
      <p:sp>
        <p:nvSpPr>
          <p:cNvPr id="2" name="part_heading">
            <a:extLst>
              <a:ext uri="{FF2B5EF4-FFF2-40B4-BE49-F238E27FC236}">
                <ns2:creationId id="{AFC19460-AC14-4B21-BDF0-E33AC8316DF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7AA72455-F2EA-47A4-BAAF-BC933436D79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FE7556E-F253-4036-87FB-495512FC5DB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5B7ECD9E-4D97-4E5F-8AFF-71F16EE12BF1}"/>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 1 mol이 연소할 때의 방출열</a:t>
            </a:r>
          </a:p>
        </p:txBody>
      </p:sp>
      <p:sp>
        <p:nvSpPr>
          <p:cNvPr id="6" name="explanation">
            <a:extLst>
              <a:ext uri="{FF2B5EF4-FFF2-40B4-BE49-F238E27FC236}">
                <ns2:creationId id="{CFF22B66-D0B8-4089-903D-3539FE40149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 엔탈피는 반응식에 나타낸 연료의 양을 기준으로 한다</a:t>
            </a:r>
          </a:p>
        </p:txBody>
      </p:sp>
      <p:sp>
        <p:nvSpPr>
          <p:cNvPr id="7" name="copyright">
            <a:extLst>
              <a:ext uri="{FF2B5EF4-FFF2-40B4-BE49-F238E27FC236}">
                <ns2:creationId id="{20143BA3-1675-45BF-AFA4-7D753B9BC1D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5886C9E-4AEC-4A53-A4DC-8B41875FFFEF}"/>
              </a:ext>
            </a:extLst>
          </p:cNvPr>
          <p:cNvPicPr>
            <a:picLocks noChangeAspect="1"/>
          </p:cNvPicPr>
          <p:nvPr/>
        </p:nvPicPr>
        <p:blipFill>
          <a:blip ns3:embed="Rf81a83cf696047ca"/>
          <a:stretch/>
        </p:blipFill>
        <p:spPr>
          <a:xfrm>
            <a:off x="1961408" y="4667250"/>
            <a:ext cx="14365184" cy="723900"/>
          </a:xfrm>
          <a:prstGeom prst="rect">
            <a:avLst/>
          </a:prstGeom>
        </p:spPr>
      </p:pic>
      <p:pic>
        <p:nvPicPr>
          <p:cNvPr id="9" name="">
            <a:extLst>
              <a:ext uri="{FF2B5EF4-FFF2-40B4-BE49-F238E27FC236}">
                <ns2:creationId id="{D1E25411-E490-46EB-824A-2D16BF396152}"/>
              </a:ext>
            </a:extLst>
          </p:cNvPr>
          <p:cNvPicPr>
            <a:picLocks noChangeAspect="1"/>
          </p:cNvPicPr>
          <p:nvPr/>
        </p:nvPicPr>
        <p:blipFill>
          <a:blip ns3:embed="R8191d8da581948d5"/>
          <a:stretch/>
        </p:blipFill>
        <p:spPr>
          <a:xfrm>
            <a:off x="1869688" y="5619750"/>
            <a:ext cx="14548624" cy="723900"/>
          </a:xfrm>
          <a:prstGeom prst="rect">
            <a:avLst/>
          </a:prstGeom>
        </p:spPr>
      </p:pic>
      <p:sp>
        <p:nvSpPr>
          <p:cNvPr id="10" name="strip-1">
            <a:extLst>
              <a:ext uri="{FF2B5EF4-FFF2-40B4-BE49-F238E27FC236}">
                <ns2:creationId id="{7D16E0AF-C46B-4190-8793-E9ADA7B6779C}"/>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5C90D89F-ABAD-4016-970D-65C39737875A}"/>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5C4BA822-650B-429E-B600-EDA250FA2CAC}"/>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A4FA0A13-9AD2-4D95-9215-01F460340C57}"/>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05CF730B-4BB4-43BC-B96F-10C62A3239D1}"/>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D82E5188-411E-4AC7-A00E-113F62F64621}"/>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279DB2E8-5CE6-42B9-AC19-C9EA855452B6}"/>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14A971E4-5C35-4141-9246-4F75C7E5588C}"/>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C3F136C9-F145-425C-AE88-04422C23EF9D}"/>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8EBEBCC8-C251-4E7A-BC36-4BA1EC13BE66}"/>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489063042"/>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229390E2-1BA5-4A92-AA2E-D6DFC6AC4ECF}"/>
              </a:ext>
            </a:extLst>
          </p:cNvPr>
          <p:cNvPicPr>
            <a:picLocks noChangeAspect="1"/>
          </p:cNvPicPr>
          <p:nvPr/>
        </p:nvPicPr>
        <p:blipFill>
          <a:blip ns3:embed="Rbf27c991e3bd4988"/>
          <a:stretch/>
        </p:blipFill>
        <p:spPr>
          <a:xfrm>
            <a:off x="16941800" y="382588"/>
            <a:ext cx="1028700" cy="733425"/>
          </a:xfrm>
          <a:prstGeom prst="rect">
            <a:avLst/>
          </a:prstGeom>
        </p:spPr>
      </p:pic>
      <p:sp>
        <p:nvSpPr>
          <p:cNvPr id="2" name="part_heading">
            <a:extLst>
              <a:ext uri="{FF2B5EF4-FFF2-40B4-BE49-F238E27FC236}">
                <ns2:creationId id="{943C52CC-D8B7-4A95-832B-03DAB59C5BF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707E3E38-7237-4560-8AD4-EEA539EF210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1ECDC68-C879-4CE5-81A2-10801B888C2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794B3ACA-863E-4E8A-B3CE-D551A7C9071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 1 g이 연소할 때의 방출열</a:t>
            </a:r>
          </a:p>
        </p:txBody>
      </p:sp>
      <p:sp>
        <p:nvSpPr>
          <p:cNvPr id="6" name="copyright">
            <a:extLst>
              <a:ext uri="{FF2B5EF4-FFF2-40B4-BE49-F238E27FC236}">
                <ns2:creationId id="{B7435CAA-4201-4160-8A65-FBBDEBC2D11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equation">
            <a:extLst>
              <a:ext uri="{FF2B5EF4-FFF2-40B4-BE49-F238E27FC236}">
                <ns2:creationId id="{C37C6E6A-4312-4290-A836-6F2446689CC0}"/>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8" name="strip-1">
            <a:extLst>
              <a:ext uri="{FF2B5EF4-FFF2-40B4-BE49-F238E27FC236}">
                <ns2:creationId id="{B0AED8BB-6BEA-4B28-B617-547A274A987A}"/>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9" name="circle-1">
            <a:extLst>
              <a:ext uri="{FF2B5EF4-FFF2-40B4-BE49-F238E27FC236}">
                <ns2:creationId id="{92339151-EF79-49A0-9D1D-665FA5966704}"/>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0" name="number-1">
            <a:extLst>
              <a:ext uri="{FF2B5EF4-FFF2-40B4-BE49-F238E27FC236}">
                <ns2:creationId id="{034385D1-67AD-49D2-B693-6BA3160B4F46}"/>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1" name="label-1">
            <a:extLst>
              <a:ext uri="{FF2B5EF4-FFF2-40B4-BE49-F238E27FC236}">
                <ns2:creationId id="{D4DA5879-FDBC-4E3C-99AE-8DC47CC2E3BD}"/>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2" name="value-1">
            <a:extLst>
              <a:ext uri="{FF2B5EF4-FFF2-40B4-BE49-F238E27FC236}">
                <ns2:creationId id="{8F60D133-5D0C-4CB3-A71D-751A4160C90D}"/>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3" name="strip-2">
            <a:extLst>
              <a:ext uri="{FF2B5EF4-FFF2-40B4-BE49-F238E27FC236}">
                <ns2:creationId id="{A5307C19-F164-429E-8412-65E2FDFCC2C7}"/>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4" name="circle-2">
            <a:extLst>
              <a:ext uri="{FF2B5EF4-FFF2-40B4-BE49-F238E27FC236}">
                <ns2:creationId id="{D96CF0F6-CD8E-4337-BDF4-8283537AB981}"/>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5" name="number-2">
            <a:extLst>
              <a:ext uri="{FF2B5EF4-FFF2-40B4-BE49-F238E27FC236}">
                <ns2:creationId id="{268B78FB-B9F5-435E-982E-56F522546F82}"/>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6" name="label-2">
            <a:extLst>
              <a:ext uri="{FF2B5EF4-FFF2-40B4-BE49-F238E27FC236}">
                <ns2:creationId id="{796B6CB7-D0B8-4821-BE5F-894C3D54EB82}"/>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7" name="value-2">
            <a:extLst>
              <a:ext uri="{FF2B5EF4-FFF2-40B4-BE49-F238E27FC236}">
                <ns2:creationId id="{45B8350F-A01E-48C7-A372-578206CC6B8E}"/>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8" name="unit">
            <a:extLst>
              <a:ext uri="{FF2B5EF4-FFF2-40B4-BE49-F238E27FC236}">
                <ns2:creationId id="{FAA6B940-C5B5-48D5-ACFA-50D4FE4D2FFA}"/>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599466936"/>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E0761911-A5F4-498A-9CEB-14186A56B0D8}"/>
              </a:ext>
            </a:extLst>
          </p:cNvPr>
          <p:cNvPicPr>
            <a:picLocks noChangeAspect="1"/>
          </p:cNvPicPr>
          <p:nvPr/>
        </p:nvPicPr>
        <p:blipFill>
          <a:blip ns3:embed="R40dccc213b6c4af8"/>
          <a:stretch/>
        </p:blipFill>
        <p:spPr>
          <a:xfrm>
            <a:off x="16941800" y="382588"/>
            <a:ext cx="1028700" cy="733425"/>
          </a:xfrm>
          <a:prstGeom prst="rect">
            <a:avLst/>
          </a:prstGeom>
        </p:spPr>
      </p:pic>
      <p:sp>
        <p:nvSpPr>
          <p:cNvPr id="2" name="part_heading">
            <a:extLst>
              <a:ext uri="{FF2B5EF4-FFF2-40B4-BE49-F238E27FC236}">
                <ns2:creationId id="{5E7779B8-62EF-48EF-BC7F-F86D2CBB9F5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2341749E-97FA-45BA-A515-67778E93C55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86B5083-3C31-45F9-A672-42CF31F0818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C00DC373-6C68-442F-ABB9-9AAB7F352A0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5D1D21EA-444B-4D6B-B9ED-E9A1514F05C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BD38A164-0DB1-4C7E-AE6F-458314F9F28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F18E2C33-5173-4C7C-9740-D9C6B3DB5F9D}"/>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B4321783-6757-493C-9A59-27A9EDBA51CF}"/>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8673708F-1ABA-4143-A236-A222FD3F55A8}"/>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34B32025-1C45-47C1-B3A7-03DA4A5DE2A6}"/>
              </a:ext>
            </a:extLst>
          </p:cNvPr>
          <p:cNvPicPr>
            <a:picLocks noChangeAspect="1"/>
          </p:cNvPicPr>
          <p:nvPr/>
        </p:nvPicPr>
        <p:blipFill>
          <a:blip ns3:embed="Rc636aff689084245"/>
          <a:stretch/>
        </p:blipFill>
        <p:spPr>
          <a:xfrm>
            <a:off x="4476750" y="5018554"/>
            <a:ext cx="12001500" cy="554691"/>
          </a:xfrm>
          <a:prstGeom prst="rect">
            <a:avLst/>
          </a:prstGeom>
        </p:spPr>
      </p:pic>
      <p:sp>
        <p:nvSpPr>
          <p:cNvPr id="12" name="eq-ethanol-calculation">
            <a:extLst>
              <a:ext uri="{FF2B5EF4-FFF2-40B4-BE49-F238E27FC236}">
                <ns2:creationId id="{B78F87CF-D4F7-4A75-90AD-B106FA64DD0F}"/>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657D13D4-7E9E-4891-A985-37FC271A4B92}"/>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B634C4A7-8DE5-4D12-9AF5-E555ECD1EFA0}"/>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10CDF27B-64DE-48C0-89F3-59B6D9EF8202}"/>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1499AC52-D7B2-4AE1-8CF6-0F296AF9E2B8}"/>
              </a:ext>
            </a:extLst>
          </p:cNvPr>
          <p:cNvPicPr>
            <a:picLocks noChangeAspect="1"/>
          </p:cNvPicPr>
          <p:nvPr/>
        </p:nvPicPr>
        <p:blipFill>
          <a:blip ns3:embed="R0a0fbda81def4b71"/>
          <a:stretch/>
        </p:blipFill>
        <p:spPr>
          <a:xfrm>
            <a:off x="4476750" y="7472773"/>
            <a:ext cx="12001500" cy="599254"/>
          </a:xfrm>
          <a:prstGeom prst="rect">
            <a:avLst/>
          </a:prstGeom>
        </p:spPr>
      </p:pic>
      <p:sp>
        <p:nvSpPr>
          <p:cNvPr id="17" name="eq-water-liquid-calculation">
            <a:extLst>
              <a:ext uri="{FF2B5EF4-FFF2-40B4-BE49-F238E27FC236}">
                <ns2:creationId id="{B0713198-0874-42EC-8EA5-9DD0CC90A1EA}"/>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42676600"/>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FFEDA29C-3B04-43C4-B32D-0F44F3BC434A}"/>
              </a:ext>
            </a:extLst>
          </p:cNvPr>
          <p:cNvPicPr>
            <a:picLocks noChangeAspect="1"/>
          </p:cNvPicPr>
          <p:nvPr/>
        </p:nvPicPr>
        <p:blipFill>
          <a:blip ns3:embed="Rb17a0a42fda84533"/>
          <a:stretch/>
        </p:blipFill>
        <p:spPr>
          <a:xfrm>
            <a:off x="16941800" y="382588"/>
            <a:ext cx="1028700" cy="733425"/>
          </a:xfrm>
          <a:prstGeom prst="rect">
            <a:avLst/>
          </a:prstGeom>
        </p:spPr>
      </p:pic>
      <p:sp>
        <p:nvSpPr>
          <p:cNvPr id="2" name="part_heading">
            <a:extLst>
              <a:ext uri="{FF2B5EF4-FFF2-40B4-BE49-F238E27FC236}">
                <ns2:creationId id="{DD967058-87EE-400B-808F-ED5D97AAF69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6BA8DFD5-D065-4C14-B6E0-03C86DACC11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94F8D03-BD7E-4889-8DC8-2564BF08D2D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39DA9671-0A77-405D-A43C-938C3994734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질량의 연료가 방출하는 열</a:t>
            </a:r>
          </a:p>
        </p:txBody>
      </p:sp>
      <p:sp>
        <p:nvSpPr>
          <p:cNvPr id="6" name="explanation">
            <a:extLst>
              <a:ext uri="{FF2B5EF4-FFF2-40B4-BE49-F238E27FC236}">
                <ns2:creationId id="{6EC05064-39B5-4D83-BF55-C8F1E48C956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네 연료가 완전 연소하여 액체 물이 생성되는 조건에서 비교한다</a:t>
            </a:r>
          </a:p>
        </p:txBody>
      </p:sp>
      <p:sp>
        <p:nvSpPr>
          <p:cNvPr id="7" name="copyright">
            <a:extLst>
              <a:ext uri="{FF2B5EF4-FFF2-40B4-BE49-F238E27FC236}">
                <ns2:creationId id="{5AAFC212-317A-43CB-9306-E835A60E8FA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E914EAA0-A383-4732-B5E8-5BCB57CC2263}"/>
              </a:ext>
            </a:extLst>
          </p:cNvPr>
          <p:cNvSpPr>
            <a:spLocks noGrp="1"/>
          </p:cNvSpPr>
          <p:nvPr/>
        </p:nvSpPr>
        <p:spPr>
          <a:xfrm>
            <a:off x="1524000" y="4572000"/>
            <a:ext cx="15240000" cy="3810000"/>
          </a:xfrm>
          <a:prstGeom prst="rect">
            <a:avLst/>
          </a:prstGeom>
          <a:solidFill>
            <a:srgbClr val="252525"/>
          </a:solidFill>
          <a:ln w="0">
            <a:noFill/>
          </a:ln>
        </p:spPr>
      </p:sp>
      <p:graphicFrame>
        <p:nvGraphicFramePr>
          <p:cNvPr id="9" name="">
            <a:extLst>
              <a:ext uri="{FF2B5EF4-FFF2-40B4-BE49-F238E27FC236}">
                <ns2:creationId id="{DD9B2516-5D90-4483-920F-0FC09DDC9624}"/>
              </a:ext>
            </a:extLst>
          </p:cNvPr>
          <p:cNvGraphicFramePr/>
          <p:nvPr/>
        </p:nvGraphicFramePr>
        <p:xfrm>
          <a:off x="1524000" y="4572000"/>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58</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46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mol당 방출열(kJ/mol)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2877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1367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285.8</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방출열(kJ/g)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49.6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29.7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142.9</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E00C7A2E-2BB6-481B-908A-B3D80BF3B66D}"/>
              </a:ext>
            </a:extLst>
          </p:cNvPr>
          <p:cNvSpPr>
            <a:spLocks noGrp="1"/>
          </p:cNvSpPr>
          <p:nvPr/>
        </p:nvSpPr>
        <p:spPr>
          <a:xfrm>
            <a:off x="1524000" y="5334000"/>
            <a:ext cx="15240000" cy="14288"/>
          </a:xfrm>
          <a:prstGeom prst="rect">
            <a:avLst/>
          </a:prstGeom>
          <a:solidFill>
            <a:srgbClr val="777777"/>
          </a:solidFill>
          <a:ln w="0">
            <a:noFill/>
          </a:ln>
        </p:spPr>
      </p:sp>
      <p:sp>
        <p:nvSpPr>
          <p:cNvPr id="11" name="table-row-rule-2">
            <a:extLst>
              <a:ext uri="{FF2B5EF4-FFF2-40B4-BE49-F238E27FC236}">
                <ns2:creationId id="{CD0026C6-EA3E-4A7E-BF9F-ED3BBEFE6491}"/>
              </a:ext>
            </a:extLst>
          </p:cNvPr>
          <p:cNvSpPr>
            <a:spLocks noGrp="1"/>
          </p:cNvSpPr>
          <p:nvPr/>
        </p:nvSpPr>
        <p:spPr>
          <a:xfrm>
            <a:off x="1524000" y="6096000"/>
            <a:ext cx="15240000" cy="14288"/>
          </a:xfrm>
          <a:prstGeom prst="rect">
            <a:avLst/>
          </a:prstGeom>
          <a:solidFill>
            <a:srgbClr val="777777"/>
          </a:solidFill>
          <a:ln w="0">
            <a:noFill/>
          </a:ln>
        </p:spPr>
      </p:sp>
      <p:sp>
        <p:nvSpPr>
          <p:cNvPr id="12" name="table-row-rule-3">
            <a:extLst>
              <a:ext uri="{FF2B5EF4-FFF2-40B4-BE49-F238E27FC236}">
                <ns2:creationId id="{840EB026-0755-46E8-91FD-E8DD5FFD0A2B}"/>
              </a:ext>
            </a:extLst>
          </p:cNvPr>
          <p:cNvSpPr>
            <a:spLocks noGrp="1"/>
          </p:cNvSpPr>
          <p:nvPr/>
        </p:nvSpPr>
        <p:spPr>
          <a:xfrm>
            <a:off x="1524000" y="6858000"/>
            <a:ext cx="15240000" cy="14288"/>
          </a:xfrm>
          <a:prstGeom prst="rect">
            <a:avLst/>
          </a:prstGeom>
          <a:solidFill>
            <a:srgbClr val="777777"/>
          </a:solidFill>
          <a:ln w="0">
            <a:noFill/>
          </a:ln>
        </p:spPr>
      </p:sp>
      <p:sp>
        <p:nvSpPr>
          <p:cNvPr id="13" name="table-row-rule-4">
            <a:extLst>
              <a:ext uri="{FF2B5EF4-FFF2-40B4-BE49-F238E27FC236}">
                <ns2:creationId id="{EAA73696-749E-45DA-A370-91F957F5CEF7}"/>
              </a:ext>
            </a:extLst>
          </p:cNvPr>
          <p:cNvSpPr>
            <a:spLocks noGrp="1"/>
          </p:cNvSpPr>
          <p:nvPr/>
        </p:nvSpPr>
        <p:spPr>
          <a:xfrm>
            <a:off x="1524000" y="7620000"/>
            <a:ext cx="15240000" cy="14288"/>
          </a:xfrm>
          <a:prstGeom prst="rect">
            <a:avLst/>
          </a:prstGeom>
          <a:solidFill>
            <a:srgbClr val="777777"/>
          </a:solidFill>
          <a:ln w="0">
            <a:noFill/>
          </a:ln>
        </p:spPr>
      </p:sp>
      <p:sp>
        <p:nvSpPr>
          <p:cNvPr id="14" name="table-rounded-corner-0">
            <a:extLst>
              <a:ext uri="{FF2B5EF4-FFF2-40B4-BE49-F238E27FC236}">
                <ns2:creationId id="{2415CF4D-E87D-4B92-9B86-F068F9BCB7CB}"/>
              </a:ext>
            </a:extLst>
          </p:cNvPr>
          <p:cNvSpPr>
            <a:spLocks noGrp="1"/>
          </p:cNvSpPr>
          <p:nvPr/>
        </p:nvSpPr>
        <p:spPr>
          <a:xfrm rot="0">
            <a:off x="1524000" y="45720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CEB8D614-B993-4DE1-AE97-3C2A5F69B7F4}"/>
              </a:ext>
            </a:extLst>
          </p:cNvPr>
          <p:cNvSpPr>
            <a:spLocks noGrp="1"/>
          </p:cNvSpPr>
          <p:nvPr/>
        </p:nvSpPr>
        <p:spPr>
          <a:xfrm rot="5400000">
            <a:off x="16535400" y="45720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D5414E2E-1C3E-4F54-979E-3F0DEEA6C888}"/>
              </a:ext>
            </a:extLst>
          </p:cNvPr>
          <p:cNvSpPr>
            <a:spLocks noGrp="1"/>
          </p:cNvSpPr>
          <p:nvPr/>
        </p:nvSpPr>
        <p:spPr>
          <a:xfrm rot="10800000">
            <a:off x="165354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FF1BA614-3411-43B6-B18C-F88BD9169BDB}"/>
              </a:ext>
            </a:extLst>
          </p:cNvPr>
          <p:cNvSpPr>
            <a:spLocks noGrp="1"/>
          </p:cNvSpPr>
          <p:nvPr/>
        </p:nvSpPr>
        <p:spPr>
          <a:xfrm rot="16200000">
            <a:off x="1524000" y="81534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takeaway-box">
            <a:extLst>
              <a:ext uri="{FF2B5EF4-FFF2-40B4-BE49-F238E27FC236}">
                <ns2:creationId id="{CDCF219B-BFD1-4510-AE8F-95C0E050A531}"/>
              </a:ext>
            </a:extLst>
          </p:cNvPr>
          <p:cNvSpPr>
            <a:spLocks noGrp="1"/>
          </p:cNvSpPr>
          <p:nvPr/>
        </p:nvSpPr>
        <p:spPr>
          <a:xfrm>
            <a:off x="2333625" y="8810625"/>
            <a:ext cx="13620750" cy="952500"/>
          </a:xfrm>
          <a:prstGeom prst="roundRect">
            <a:avLst>
              <a:gd name="adj" fmla="val 16000"/>
            </a:avLst>
          </a:prstGeom>
          <a:solidFill>
            <a:srgbClr val="595959"/>
          </a:solidFill>
          <a:ln w="0">
            <a:noFill/>
          </a:ln>
        </p:spPr>
      </p:sp>
      <p:sp>
        <p:nvSpPr>
          <p:cNvPr id="19" name="takeaway">
            <a:extLst>
              <a:ext uri="{FF2B5EF4-FFF2-40B4-BE49-F238E27FC236}">
                <ns2:creationId id="{13D44238-49A7-4CD1-B960-7EB03D1B001D}"/>
              </a:ext>
            </a:extLst>
          </p:cNvPr>
          <p:cNvSpPr>
            <a:spLocks noGrp="1"/>
          </p:cNvSpPr>
          <p:nvPr/>
        </p:nvSpPr>
        <p:spPr>
          <a:xfrm>
            <a:off x="2619375" y="9039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1 g당 방출열: 수소 &gt; 메테인 &gt; 뷰테인 &gt; 에탄올</a:t>
            </a:r>
          </a:p>
        </p:txBody>
      </p:sp>
    </p:spTree>
    <p:extLst>
      <p:ext uri="{BB962C8B-B14F-4D97-AF65-F5344CB8AC3E}">
        <ns4:creationId val="1101748416"/>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FB12F053-5DF4-409C-85DB-06E3B178FB81}"/>
              </a:ext>
            </a:extLst>
          </p:cNvPr>
          <p:cNvPicPr>
            <a:picLocks noChangeAspect="1"/>
          </p:cNvPicPr>
          <p:nvPr/>
        </p:nvPicPr>
        <p:blipFill>
          <a:blip ns3:embed="Rd4c2030e41cb41ca"/>
          <a:stretch/>
        </p:blipFill>
        <p:spPr>
          <a:xfrm>
            <a:off x="16941800" y="382588"/>
            <a:ext cx="1028700" cy="733425"/>
          </a:xfrm>
          <a:prstGeom prst="rect">
            <a:avLst/>
          </a:prstGeom>
        </p:spPr>
      </p:pic>
      <p:sp>
        <p:nvSpPr>
          <p:cNvPr id="2" name="part_heading">
            <a:extLst>
              <a:ext uri="{FF2B5EF4-FFF2-40B4-BE49-F238E27FC236}">
                <ns2:creationId id="{FA11638D-AE2F-4B87-8A29-90C4EF31EAB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46A918B4-4D61-4E75-9685-79752872254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2C9070F2-D1C6-4BCD-AFE2-FCBB54C7DBE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0F3519A8-6B02-41FE-81A2-196AFFB8971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D692321F-3CB1-436C-991E-0601DF2C5028}"/>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F66672B9-47A3-4267-943B-B3EEDD587289}"/>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C158713A-1494-4171-9002-AC412D7843BD}"/>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214ADBBE-9E0B-4A20-9070-F7871054A1AA}"/>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방출하는 열</a:t>
            </a:r>
          </a:p>
        </p:txBody>
      </p:sp>
      <p:sp>
        <p:nvSpPr>
          <p:cNvPr id="10" name="criterion-body-1">
            <a:extLst>
              <a:ext uri="{FF2B5EF4-FFF2-40B4-BE49-F238E27FC236}">
                <ns2:creationId id="{FC8D3245-DADA-4B87-9707-5CF8EB4D2CC1}"/>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2A5B2FB0-FEB3-4CEC-AC28-473ACEB69012}"/>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26F65BF0-BCE2-4187-A936-7DA69D9E437D}"/>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BC324335-5BA7-41BB-BE16-96F6E2BD5C8D}"/>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실제 이용 조건</a:t>
            </a:r>
          </a:p>
        </p:txBody>
      </p:sp>
      <p:sp>
        <p:nvSpPr>
          <p:cNvPr id="14" name="criterion-body-2">
            <a:extLst>
              <a:ext uri="{FF2B5EF4-FFF2-40B4-BE49-F238E27FC236}">
                <ns2:creationId id="{1818C726-7E1D-4393-9BED-2CF5F8F1756D}"/>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17865603-1804-434F-937A-2D04A2C1DB4E}"/>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5B0ED131-4025-472D-BB2B-6B35F5BDE375}"/>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C7F44196-5B5A-464A-8FB1-05615CFC1699}"/>
              </a:ext>
            </a:extLst>
          </p:cNvPr>
          <p:cNvPicPr>
            <a:picLocks noChangeAspect="1"/>
          </p:cNvPicPr>
          <p:nvPr/>
        </p:nvPicPr>
        <p:blipFill>
          <a:blip ns3:embed="Rca9b5d2e68494d08"/>
          <a:stretch/>
        </p:blipFill>
        <p:spPr>
          <a:xfrm>
            <a:off x="12858750" y="6200795"/>
            <a:ext cx="3905250" cy="2933661"/>
          </a:xfrm>
          <a:prstGeom prst="rect">
            <a:avLst/>
          </a:prstGeom>
        </p:spPr>
      </p:pic>
    </p:spTree>
    <p:extLst>
      <p:ext uri="{BB962C8B-B14F-4D97-AF65-F5344CB8AC3E}">
        <ns4:creationId val="939047145"/>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2" name="">
            <a:extLst>
              <a:ext uri="{FF2B5EF4-FFF2-40B4-BE49-F238E27FC236}">
                <ns2:creationId id="{1E68865B-15C7-4D7E-AE26-BFE9F1C970C4}"/>
              </a:ext>
            </a:extLst>
          </p:cNvPr>
          <p:cNvPicPr>
            <a:picLocks noChangeAspect="1"/>
          </p:cNvPicPr>
          <p:nvPr/>
        </p:nvPicPr>
        <p:blipFill>
          <a:blip ns3:embed="Rc24e778a10a44ed0"/>
          <a:stretch/>
        </p:blipFill>
        <p:spPr>
          <a:xfrm>
            <a:off x="16941800" y="382588"/>
            <a:ext cx="1028700" cy="733425"/>
          </a:xfrm>
          <a:prstGeom prst="rect">
            <a:avLst/>
          </a:prstGeom>
        </p:spPr>
      </p:pic>
      <p:sp>
        <p:nvSpPr>
          <p:cNvPr id="2" name="part_heading">
            <a:extLst>
              <a:ext uri="{FF2B5EF4-FFF2-40B4-BE49-F238E27FC236}">
                <ns2:creationId id="{406F3CD0-E1DC-433A-8D44-12FF45BCCC6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연료의 효율성</a:t>
            </a:r>
          </a:p>
        </p:txBody>
      </p:sp>
      <p:sp>
        <p:nvSpPr>
          <p:cNvPr id="3" name="topic_number">
            <a:extLst>
              <a:ext uri="{FF2B5EF4-FFF2-40B4-BE49-F238E27FC236}">
                <ns2:creationId id="{F643310D-1522-4489-B1C0-09983378D50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1DAC377-748C-4B5D-83E8-B5EC0FF7134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B143A44D-4C61-47FA-BAC8-3504B15A382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질량일 때 방출열이 큰 연료는?</a:t>
            </a:r>
          </a:p>
        </p:txBody>
      </p:sp>
      <p:sp>
        <p:nvSpPr>
          <p:cNvPr id="6" name="explanation">
            <a:extLst>
              <a:ext uri="{FF2B5EF4-FFF2-40B4-BE49-F238E27FC236}">
                <ns2:creationId id="{1A8DD09F-1DC6-4ED8-8A9A-BA88D51B34E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표의 빈칸을 채우고, 방출열이 큰 순서대로 나열해 보자</a:t>
            </a:r>
          </a:p>
        </p:txBody>
      </p:sp>
      <p:sp>
        <p:nvSpPr>
          <p:cNvPr id="7" name="copyright">
            <a:extLst>
              <a:ext uri="{FF2B5EF4-FFF2-40B4-BE49-F238E27FC236}">
                <ns2:creationId id="{FC0A92A2-2398-4C5B-9E39-9F6C74488AF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09B4F1BE-E52A-4BB0-B9D4-6C97180ED2C8}"/>
              </a:ext>
            </a:extLst>
          </p:cNvPr>
          <p:cNvSpPr>
            <a:spLocks noGrp="1"/>
          </p:cNvSpPr>
          <p:nvPr/>
        </p:nvSpPr>
        <p:spPr>
          <a:xfrm>
            <a:off x="1524000" y="4524375"/>
            <a:ext cx="15240000" cy="3810000"/>
          </a:xfrm>
          <a:prstGeom prst="rect">
            <a:avLst/>
          </a:prstGeom>
          <a:solidFill>
            <a:srgbClr val="252525"/>
          </a:solidFill>
          <a:ln w="0">
            <a:noFill/>
          </a:ln>
        </p:spPr>
      </p:sp>
      <p:graphicFrame>
        <p:nvGraphicFramePr>
          <p:cNvPr id="9" name="">
            <a:extLst>
              <a:ext uri="{FF2B5EF4-FFF2-40B4-BE49-F238E27FC236}">
                <ns2:creationId id="{C773E2DB-7CDD-40AE-8BBB-CC3547990AEB}"/>
              </a:ext>
            </a:extLst>
          </p:cNvPr>
          <p:cNvGraphicFramePr/>
          <p:nvPr/>
        </p:nvGraphicFramePr>
        <p:xfrm>
          <a:off x="1524000" y="4524375"/>
          <a:ext cx="15240000" cy="3810000"/>
        </p:xfrm>
        <a:graphic>
          <a:graphicData uri="http://schemas.openxmlformats.org/drawingml/2006/table">
            <a:tbl>
              <a:tblPr/>
              <a:tblGrid>
                <a:gridCol w="4381500"/>
                <a:gridCol w="2714625"/>
                <a:gridCol w="2714625"/>
                <a:gridCol w="2714625"/>
                <a:gridCol w="2714625"/>
              </a:tblGrid>
              <a:tr h="762000">
                <a:tc>
                  <a:txBody>
                    <a:bodyPr lIns="114300" tIns="114300" rIns="114300" bIns="114300"/>
                    <a:lstStyle/>
                    <a:p>
                      <a:pPr algn="ctr"/>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mol당 방출열(kJ/mol)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400" b="0">
                          <a:solidFill>
                            <a:srgbClr val="FFFFFF"/>
                          </a:solidFill>
                          <a:latin typeface="Pretendard"/>
                          <a:ea typeface="Pretendard"/>
                          <a:cs typeface="Pretendard"/>
                        </a:rPr>
                        <a:t>1 g당 방출열(kJ/g)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4E69E070-AC17-4385-ACBF-267224C7AC45}"/>
              </a:ext>
            </a:extLst>
          </p:cNvPr>
          <p:cNvSpPr>
            <a:spLocks noGrp="1"/>
          </p:cNvSpPr>
          <p:nvPr/>
        </p:nvSpPr>
        <p:spPr>
          <a:xfrm>
            <a:off x="1524000" y="5286375"/>
            <a:ext cx="15240000" cy="14288"/>
          </a:xfrm>
          <a:prstGeom prst="rect">
            <a:avLst/>
          </a:prstGeom>
          <a:solidFill>
            <a:srgbClr val="777777"/>
          </a:solidFill>
          <a:ln w="0">
            <a:noFill/>
          </a:ln>
        </p:spPr>
      </p:sp>
      <p:sp>
        <p:nvSpPr>
          <p:cNvPr id="11" name="table-row-rule-2">
            <a:extLst>
              <a:ext uri="{FF2B5EF4-FFF2-40B4-BE49-F238E27FC236}">
                <ns2:creationId id="{656CCDF6-16EC-4218-B1B1-4F38FCD889A9}"/>
              </a:ext>
            </a:extLst>
          </p:cNvPr>
          <p:cNvSpPr>
            <a:spLocks noGrp="1"/>
          </p:cNvSpPr>
          <p:nvPr/>
        </p:nvSpPr>
        <p:spPr>
          <a:xfrm>
            <a:off x="1524000" y="6048375"/>
            <a:ext cx="15240000" cy="14288"/>
          </a:xfrm>
          <a:prstGeom prst="rect">
            <a:avLst/>
          </a:prstGeom>
          <a:solidFill>
            <a:srgbClr val="777777"/>
          </a:solidFill>
          <a:ln w="0">
            <a:noFill/>
          </a:ln>
        </p:spPr>
      </p:sp>
      <p:sp>
        <p:nvSpPr>
          <p:cNvPr id="12" name="table-row-rule-3">
            <a:extLst>
              <a:ext uri="{FF2B5EF4-FFF2-40B4-BE49-F238E27FC236}">
                <ns2:creationId id="{F1CBD1CA-BF54-494D-94FE-90D2A223A723}"/>
              </a:ext>
            </a:extLst>
          </p:cNvPr>
          <p:cNvSpPr>
            <a:spLocks noGrp="1"/>
          </p:cNvSpPr>
          <p:nvPr/>
        </p:nvSpPr>
        <p:spPr>
          <a:xfrm>
            <a:off x="1524000" y="6810375"/>
            <a:ext cx="15240000" cy="14288"/>
          </a:xfrm>
          <a:prstGeom prst="rect">
            <a:avLst/>
          </a:prstGeom>
          <a:solidFill>
            <a:srgbClr val="777777"/>
          </a:solidFill>
          <a:ln w="0">
            <a:noFill/>
          </a:ln>
        </p:spPr>
      </p:sp>
      <p:sp>
        <p:nvSpPr>
          <p:cNvPr id="13" name="table-row-rule-4">
            <a:extLst>
              <a:ext uri="{FF2B5EF4-FFF2-40B4-BE49-F238E27FC236}">
                <ns2:creationId id="{965E9556-4539-483A-B388-0141F3FE3FCA}"/>
              </a:ext>
            </a:extLst>
          </p:cNvPr>
          <p:cNvSpPr>
            <a:spLocks noGrp="1"/>
          </p:cNvSpPr>
          <p:nvPr/>
        </p:nvSpPr>
        <p:spPr>
          <a:xfrm>
            <a:off x="1524000" y="7572375"/>
            <a:ext cx="15240000" cy="14288"/>
          </a:xfrm>
          <a:prstGeom prst="rect">
            <a:avLst/>
          </a:prstGeom>
          <a:solidFill>
            <a:srgbClr val="777777"/>
          </a:solidFill>
          <a:ln w="0">
            <a:noFill/>
          </a:ln>
        </p:spPr>
      </p:sp>
      <p:sp>
        <p:nvSpPr>
          <p:cNvPr id="14" name="table-rounded-corner-0">
            <a:extLst>
              <a:ext uri="{FF2B5EF4-FFF2-40B4-BE49-F238E27FC236}">
                <ns2:creationId id="{E89506DD-E624-4495-B818-A2DD6A45FC4F}"/>
              </a:ext>
            </a:extLst>
          </p:cNvPr>
          <p:cNvSpPr>
            <a:spLocks noGrp="1"/>
          </p:cNvSpPr>
          <p:nvPr/>
        </p:nvSpPr>
        <p:spPr>
          <a:xfrm rot="0">
            <a:off x="1524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1">
            <a:extLst>
              <a:ext uri="{FF2B5EF4-FFF2-40B4-BE49-F238E27FC236}">
                <ns2:creationId id="{0CA27FC8-BC81-4ACD-ABA6-4951C59844FE}"/>
              </a:ext>
            </a:extLst>
          </p:cNvPr>
          <p:cNvSpPr>
            <a:spLocks noGrp="1"/>
          </p:cNvSpPr>
          <p:nvPr/>
        </p:nvSpPr>
        <p:spPr>
          <a:xfrm rot="5400000">
            <a:off x="16535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2">
            <a:extLst>
              <a:ext uri="{FF2B5EF4-FFF2-40B4-BE49-F238E27FC236}">
                <ns2:creationId id="{9CB844EE-F22B-4874-A960-4AD97112AEC7}"/>
              </a:ext>
            </a:extLst>
          </p:cNvPr>
          <p:cNvSpPr>
            <a:spLocks noGrp="1"/>
          </p:cNvSpPr>
          <p:nvPr/>
        </p:nvSpPr>
        <p:spPr>
          <a:xfrm rot="10800000">
            <a:off x="16535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ble-rounded-corner-3">
            <a:extLst>
              <a:ext uri="{FF2B5EF4-FFF2-40B4-BE49-F238E27FC236}">
                <ns2:creationId id="{C489EDD5-1FDA-47F6-A768-66921F25B2C5}"/>
              </a:ext>
            </a:extLst>
          </p:cNvPr>
          <p:cNvSpPr>
            <a:spLocks noGrp="1"/>
          </p:cNvSpPr>
          <p:nvPr/>
        </p:nvSpPr>
        <p:spPr>
          <a:xfrm rot="16200000">
            <a:off x="1524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8" name="question-arrow">
            <a:extLst>
              <a:ext uri="{FF2B5EF4-FFF2-40B4-BE49-F238E27FC236}">
                <ns2:creationId id="{0C1E9A89-323E-483A-ACEA-9C7CD11C4F9A}"/>
              </a:ext>
            </a:extLst>
          </p:cNvPr>
          <p:cNvSpPr>
            <a:spLocks noGrp="1"/>
          </p:cNvSpPr>
          <p:nvPr/>
        </p:nvSpPr>
        <p:spPr>
          <a:xfrm>
            <a:off x="2857500" y="8524875"/>
            <a:ext cx="12573000" cy="323850"/>
          </a:xfrm>
          <a:prstGeom prst="rightArrow">
            <a:avLst/>
          </a:prstGeom>
          <a:gradFill>
            <a:gsLst>
              <a:gs pos="0">
                <a:srgbClr val="9FFF68"/>
              </a:gs>
              <a:gs pos="100000">
                <a:srgbClr val="0C7D08"/>
              </a:gs>
            </a:gsLst>
            <a:lin ang="0"/>
          </a:gradFill>
          <a:ln w="0">
            <a:noFill/>
          </a:ln>
        </p:spPr>
      </p:sp>
      <p:sp>
        <p:nvSpPr>
          <p:cNvPr id="19" name="question">
            <a:extLst>
              <a:ext uri="{FF2B5EF4-FFF2-40B4-BE49-F238E27FC236}">
                <ns2:creationId id="{3EEB13ED-F574-49B3-BB73-EBB028969FB6}"/>
              </a:ext>
            </a:extLst>
          </p:cNvPr>
          <p:cNvSpPr>
            <a:spLocks noGrp="1"/>
          </p:cNvSpPr>
          <p:nvPr/>
        </p:nvSpPr>
        <p:spPr>
          <a:xfrm>
            <a:off x="3095625" y="8943975"/>
            <a:ext cx="11715750" cy="495300"/>
          </a:xfrm>
          <a:prstGeom prst="rect">
            <a:avLst/>
          </a:prstGeom>
          <a:noFill/>
          <a:ln w="0">
            <a:noFill/>
          </a:ln>
        </p:spPr>
        <p:txBody>
          <a:bodyPr wrap="none" lIns="0" tIns="0" rIns="0" bIns="0" anchor="t">
            <a:noAutofit/>
          </a:bodyPr>
          <a:lstStyle>
            <a:defPPr algn="ctr">
              <a:defRPr sz="3000" b="1">
                <a:solidFill>
                  <a:srgbClr val="111111"/>
                </a:solidFill>
                <a:latin typeface="Pretendard"/>
                <a:ea typeface="Pretendard"/>
                <a:cs typeface="Pretendard"/>
              </a:defRPr>
            </a:defPPr>
            <a:lvl1pPr algn="ctr">
              <a:defRPr sz="3000" b="1">
                <a:solidFill>
                  <a:srgbClr val="111111"/>
                </a:solidFill>
                <a:latin typeface="Pretendard"/>
                <a:ea typeface="Pretendard"/>
                <a:cs typeface="Pretendard"/>
              </a:defRPr>
            </a:lvl1pPr>
            <a:lvl2pPr algn="ctr">
              <a:defRPr sz="3000" b="1">
                <a:solidFill>
                  <a:srgbClr val="111111"/>
                </a:solidFill>
                <a:latin typeface="Pretendard"/>
                <a:ea typeface="Pretendard"/>
                <a:cs typeface="Pretendard"/>
              </a:defRPr>
            </a:lvl2pPr>
            <a:lvl3pPr algn="ctr">
              <a:defRPr sz="3000" b="1">
                <a:solidFill>
                  <a:srgbClr val="111111"/>
                </a:solidFill>
                <a:latin typeface="Pretendard"/>
                <a:ea typeface="Pretendard"/>
                <a:cs typeface="Pretendard"/>
              </a:defRPr>
            </a:lvl3pPr>
            <a:lvl4pPr algn="ctr">
              <a:defRPr sz="3000" b="1">
                <a:solidFill>
                  <a:srgbClr val="111111"/>
                </a:solidFill>
                <a:latin typeface="Pretendard"/>
                <a:ea typeface="Pretendard"/>
                <a:cs typeface="Pretendard"/>
              </a:defRPr>
            </a:lvl4pPr>
            <a:lvl5pPr algn="ctr">
              <a:defRPr sz="3000" b="1">
                <a:solidFill>
                  <a:srgbClr val="111111"/>
                </a:solidFill>
                <a:latin typeface="Pretendard"/>
                <a:ea typeface="Pretendard"/>
                <a:cs typeface="Pretendard"/>
              </a:defRPr>
            </a:lvl5pPr>
            <a:lvl6pPr algn="ctr">
              <a:defRPr sz="3000" b="1">
                <a:solidFill>
                  <a:srgbClr val="111111"/>
                </a:solidFill>
                <a:latin typeface="Pretendard"/>
                <a:ea typeface="Pretendard"/>
                <a:cs typeface="Pretendard"/>
              </a:defRPr>
            </a:lvl6pPr>
            <a:lvl7pPr algn="ctr">
              <a:defRPr sz="3000" b="1">
                <a:solidFill>
                  <a:srgbClr val="111111"/>
                </a:solidFill>
                <a:latin typeface="Pretendard"/>
                <a:ea typeface="Pretendard"/>
                <a:cs typeface="Pretendard"/>
              </a:defRPr>
            </a:lvl7pPr>
            <a:lvl8pPr algn="ctr">
              <a:defRPr sz="3000" b="1">
                <a:solidFill>
                  <a:srgbClr val="111111"/>
                </a:solidFill>
                <a:latin typeface="Pretendard"/>
                <a:ea typeface="Pretendard"/>
                <a:cs typeface="Pretendard"/>
              </a:defRPr>
            </a:lvl8pPr>
            <a:lvl9pPr algn="ctr">
              <a:defRPr sz="3000" b="1">
                <a:solidFill>
                  <a:srgbClr val="111111"/>
                </a:solidFill>
                <a:latin typeface="Pretendard"/>
                <a:ea typeface="Pretendard"/>
                <a:cs typeface="Pretendard"/>
              </a:defRPr>
            </a:lvl9pPr>
          </a:lstStyle>
          <a:p>
            <a:pPr algn="ctr">
              <a:defRPr sz="3000" b="1">
                <a:solidFill>
                  <a:srgbClr val="111111"/>
                </a:solidFill>
                <a:latin typeface="Pretendard"/>
                <a:ea typeface="Pretendard"/>
                <a:cs typeface="Pretendard"/>
              </a:defRPr>
            </a:pPr>
            <a:r>
              <a:rPr sz="3000" b="1">
                <a:solidFill>
                  <a:srgbClr val="111111"/>
                </a:solidFill>
                <a:latin typeface="Pretendard"/>
                <a:ea typeface="Pretendard"/>
                <a:cs typeface="Pretendard"/>
              </a:rPr>
              <a:t>같은 질량일 때 방출열이 큰 순서는?</a:t>
            </a:r>
          </a:p>
        </p:txBody>
      </p:sp>
      <p:sp>
        <p:nvSpPr>
          <p:cNvPr id="20" name="answer-1">
            <a:extLst>
              <a:ext uri="{FF2B5EF4-FFF2-40B4-BE49-F238E27FC236}">
                <ns2:creationId id="{5A5FE56E-C1B0-4205-B8FD-68A303CB3931}"/>
              </a:ext>
            </a:extLst>
          </p:cNvPr>
          <p:cNvSpPr>
            <a:spLocks noGrp="1"/>
          </p:cNvSpPr>
          <p:nvPr/>
        </p:nvSpPr>
        <p:spPr>
          <a:xfrm>
            <a:off x="1524000" y="9486900"/>
            <a:ext cx="6667500" cy="381000"/>
          </a:xfrm>
          <a:prstGeom prst="rect">
            <a:avLst/>
          </a:prstGeom>
          <a:noFill/>
          <a:ln w="0">
            <a:noFill/>
          </a:ln>
        </p:spPr>
        <p:txBody>
          <a:bodyPr wrap="none" lIns="0" tIns="0" rIns="0" bIns="0" anchor="t">
            <a:noAutofit/>
          </a:bodyPr>
          <a:lstStyle>
            <a:defPPr algn="ctr">
              <a:defRPr sz="2250" b="1">
                <a:solidFill>
                  <a:srgbClr val="57962F"/>
                </a:solidFill>
                <a:latin typeface="Pretendard"/>
                <a:ea typeface="Pretendard"/>
                <a:cs typeface="Pretendard"/>
              </a:defRPr>
            </a:defPPr>
            <a:lvl1pPr algn="ctr">
              <a:defRPr sz="2250" b="1">
                <a:solidFill>
                  <a:srgbClr val="57962F"/>
                </a:solidFill>
                <a:latin typeface="Pretendard"/>
                <a:ea typeface="Pretendard"/>
                <a:cs typeface="Pretendard"/>
              </a:defRPr>
            </a:lvl1pPr>
            <a:lvl2pPr algn="ctr">
              <a:defRPr sz="2250" b="1">
                <a:solidFill>
                  <a:srgbClr val="57962F"/>
                </a:solidFill>
                <a:latin typeface="Pretendard"/>
                <a:ea typeface="Pretendard"/>
                <a:cs typeface="Pretendard"/>
              </a:defRPr>
            </a:lvl2pPr>
            <a:lvl3pPr algn="ctr">
              <a:defRPr sz="2250" b="1">
                <a:solidFill>
                  <a:srgbClr val="57962F"/>
                </a:solidFill>
                <a:latin typeface="Pretendard"/>
                <a:ea typeface="Pretendard"/>
                <a:cs typeface="Pretendard"/>
              </a:defRPr>
            </a:lvl3pPr>
            <a:lvl4pPr algn="ctr">
              <a:defRPr sz="2250" b="1">
                <a:solidFill>
                  <a:srgbClr val="57962F"/>
                </a:solidFill>
                <a:latin typeface="Pretendard"/>
                <a:ea typeface="Pretendard"/>
                <a:cs typeface="Pretendard"/>
              </a:defRPr>
            </a:lvl4pPr>
            <a:lvl5pPr algn="ctr">
              <a:defRPr sz="2250" b="1">
                <a:solidFill>
                  <a:srgbClr val="57962F"/>
                </a:solidFill>
                <a:latin typeface="Pretendard"/>
                <a:ea typeface="Pretendard"/>
                <a:cs typeface="Pretendard"/>
              </a:defRPr>
            </a:lvl5pPr>
            <a:lvl6pPr algn="ctr">
              <a:defRPr sz="2250" b="1">
                <a:solidFill>
                  <a:srgbClr val="57962F"/>
                </a:solidFill>
                <a:latin typeface="Pretendard"/>
                <a:ea typeface="Pretendard"/>
                <a:cs typeface="Pretendard"/>
              </a:defRPr>
            </a:lvl6pPr>
            <a:lvl7pPr algn="ctr">
              <a:defRPr sz="2250" b="1">
                <a:solidFill>
                  <a:srgbClr val="57962F"/>
                </a:solidFill>
                <a:latin typeface="Pretendard"/>
                <a:ea typeface="Pretendard"/>
                <a:cs typeface="Pretendard"/>
              </a:defRPr>
            </a:lvl7pPr>
            <a:lvl8pPr algn="ctr">
              <a:defRPr sz="2250" b="1">
                <a:solidFill>
                  <a:srgbClr val="57962F"/>
                </a:solidFill>
                <a:latin typeface="Pretendard"/>
                <a:ea typeface="Pretendard"/>
                <a:cs typeface="Pretendard"/>
              </a:defRPr>
            </a:lvl8pPr>
            <a:lvl9pPr algn="ctr">
              <a:defRPr sz="2250" b="1">
                <a:solidFill>
                  <a:srgbClr val="57962F"/>
                </a:solidFill>
                <a:latin typeface="Pretendard"/>
                <a:ea typeface="Pretendard"/>
                <a:cs typeface="Pretendard"/>
              </a:defRPr>
            </a:lvl9pPr>
          </a:lstStyle>
          <a:p>
            <a:pPr algn="ctr">
              <a:defRPr sz="2250" b="1">
                <a:solidFill>
                  <a:srgbClr val="57962F"/>
                </a:solidFill>
                <a:latin typeface="Pretendard"/>
                <a:ea typeface="Pretendard"/>
                <a:cs typeface="Pretendard"/>
              </a:defRPr>
            </a:pPr>
            <a:r>
              <a:rPr sz="2250" b="1">
                <a:solidFill>
                  <a:srgbClr val="57962F"/>
                </a:solidFill>
                <a:latin typeface="Pretendard"/>
                <a:ea typeface="Pretendard"/>
                <a:cs typeface="Pretendard"/>
              </a:rPr>
              <a:t>뷰테인 49.6 · 수소 142.9 kJ/g</a:t>
            </a:r>
          </a:p>
        </p:txBody>
      </p:sp>
      <p:sp>
        <p:nvSpPr>
          <p:cNvPr id="21" name="answer-2">
            <a:extLst>
              <a:ext uri="{FF2B5EF4-FFF2-40B4-BE49-F238E27FC236}">
                <ns2:creationId id="{A4B8FF12-ABDA-41E0-B024-0959AC2C1E69}"/>
              </a:ext>
            </a:extLst>
          </p:cNvPr>
          <p:cNvSpPr>
            <a:spLocks noGrp="1"/>
          </p:cNvSpPr>
          <p:nvPr/>
        </p:nvSpPr>
        <p:spPr>
          <a:xfrm>
            <a:off x="8286750" y="9486900"/>
            <a:ext cx="8477250" cy="381000"/>
          </a:xfrm>
          <a:prstGeom prst="rect">
            <a:avLst/>
          </a:prstGeom>
          <a:noFill/>
          <a:ln w="0">
            <a:noFill/>
          </a:ln>
        </p:spPr>
        <p:txBody>
          <a:bodyPr wrap="none" lIns="0" tIns="0" rIns="0" bIns="0" anchor="t">
            <a:noAutofit/>
          </a:bodyPr>
          <a:lstStyle>
            <a:defPPr algn="ctr">
              <a:defRPr sz="2250" b="1">
                <a:solidFill>
                  <a:srgbClr val="555555"/>
                </a:solidFill>
                <a:latin typeface="Pretendard"/>
                <a:ea typeface="Pretendard"/>
                <a:cs typeface="Pretendard"/>
              </a:defRPr>
            </a:defPPr>
            <a:lvl1pPr algn="ctr">
              <a:defRPr sz="2250" b="1">
                <a:solidFill>
                  <a:srgbClr val="555555"/>
                </a:solidFill>
                <a:latin typeface="Pretendard"/>
                <a:ea typeface="Pretendard"/>
                <a:cs typeface="Pretendard"/>
              </a:defRPr>
            </a:lvl1pPr>
            <a:lvl2pPr algn="ctr">
              <a:defRPr sz="2250" b="1">
                <a:solidFill>
                  <a:srgbClr val="555555"/>
                </a:solidFill>
                <a:latin typeface="Pretendard"/>
                <a:ea typeface="Pretendard"/>
                <a:cs typeface="Pretendard"/>
              </a:defRPr>
            </a:lvl2pPr>
            <a:lvl3pPr algn="ctr">
              <a:defRPr sz="2250" b="1">
                <a:solidFill>
                  <a:srgbClr val="555555"/>
                </a:solidFill>
                <a:latin typeface="Pretendard"/>
                <a:ea typeface="Pretendard"/>
                <a:cs typeface="Pretendard"/>
              </a:defRPr>
            </a:lvl3pPr>
            <a:lvl4pPr algn="ctr">
              <a:defRPr sz="2250" b="1">
                <a:solidFill>
                  <a:srgbClr val="555555"/>
                </a:solidFill>
                <a:latin typeface="Pretendard"/>
                <a:ea typeface="Pretendard"/>
                <a:cs typeface="Pretendard"/>
              </a:defRPr>
            </a:lvl4pPr>
            <a:lvl5pPr algn="ctr">
              <a:defRPr sz="2250" b="1">
                <a:solidFill>
                  <a:srgbClr val="555555"/>
                </a:solidFill>
                <a:latin typeface="Pretendard"/>
                <a:ea typeface="Pretendard"/>
                <a:cs typeface="Pretendard"/>
              </a:defRPr>
            </a:lvl5pPr>
            <a:lvl6pPr algn="ctr">
              <a:defRPr sz="2250" b="1">
                <a:solidFill>
                  <a:srgbClr val="555555"/>
                </a:solidFill>
                <a:latin typeface="Pretendard"/>
                <a:ea typeface="Pretendard"/>
                <a:cs typeface="Pretendard"/>
              </a:defRPr>
            </a:lvl6pPr>
            <a:lvl7pPr algn="ctr">
              <a:defRPr sz="2250" b="1">
                <a:solidFill>
                  <a:srgbClr val="555555"/>
                </a:solidFill>
                <a:latin typeface="Pretendard"/>
                <a:ea typeface="Pretendard"/>
                <a:cs typeface="Pretendard"/>
              </a:defRPr>
            </a:lvl7pPr>
            <a:lvl8pPr algn="ctr">
              <a:defRPr sz="2250" b="1">
                <a:solidFill>
                  <a:srgbClr val="555555"/>
                </a:solidFill>
                <a:latin typeface="Pretendard"/>
                <a:ea typeface="Pretendard"/>
                <a:cs typeface="Pretendard"/>
              </a:defRPr>
            </a:lvl8pPr>
            <a:lvl9pPr algn="ctr">
              <a:defRPr sz="2250" b="1">
                <a:solidFill>
                  <a:srgbClr val="555555"/>
                </a:solidFill>
                <a:latin typeface="Pretendard"/>
                <a:ea typeface="Pretendard"/>
                <a:cs typeface="Pretendard"/>
              </a:defRPr>
            </a:lvl9pPr>
          </a:lstStyle>
          <a:p>
            <a:pPr algn="ctr">
              <a:defRPr sz="2250" b="1">
                <a:solidFill>
                  <a:srgbClr val="555555"/>
                </a:solidFill>
                <a:latin typeface="Pretendard"/>
                <a:ea typeface="Pretendard"/>
                <a:cs typeface="Pretendard"/>
              </a:defRPr>
            </a:pPr>
            <a:r>
              <a:rPr sz="2250" b="1">
                <a:solidFill>
                  <a:srgbClr val="555555"/>
                </a:solidFill>
                <a:latin typeface="Pretendard"/>
                <a:ea typeface="Pretendard"/>
                <a:cs typeface="Pretendard"/>
              </a:rPr>
              <a:t>수소 &gt; 메테인 &gt; 뷰테인 &gt; 에탄올</a:t>
            </a:r>
          </a:p>
        </p:txBody>
      </p:sp>
    </p:spTree>
    <p:extLst>
      <p:ext uri="{BB962C8B-B14F-4D97-AF65-F5344CB8AC3E}">
        <ns4:creationId val="121112306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9A2EBAEA-9351-4ACB-B688-A20EDF5931BF}"/>
              </a:ext>
            </a:extLst>
          </p:cNvPr>
          <p:cNvPicPr>
            <a:picLocks noChangeAspect="1"/>
          </p:cNvPicPr>
          <p:nvPr/>
        </p:nvPicPr>
        <p:blipFill>
          <a:blip ns3:embed="R3b6234b4063c4ad9"/>
          <a:stretch/>
        </p:blipFill>
        <p:spPr>
          <a:xfrm>
            <a:off x="4859" y="0"/>
            <a:ext cx="18278283" cy="10287000"/>
          </a:xfrm>
          <a:prstGeom prst="rect">
            <a:avLst/>
          </a:prstGeom>
        </p:spPr>
      </p:pic>
      <p:sp>
        <p:nvSpPr>
          <p:cNvPr id="2" name="reference_green_fade">
            <a:extLst>
              <a:ext uri="{FF2B5EF4-FFF2-40B4-BE49-F238E27FC236}">
                <ns2:creationId id="{00647C3A-D540-479E-8F25-2E2DFB7A9940}"/>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2C2D9D81-F576-4AD0-B0E7-ECA03A2957B2}"/>
              </a:ext>
            </a:extLst>
          </p:cNvPr>
          <p:cNvPicPr>
            <a:picLocks noChangeAspect="1"/>
          </p:cNvPicPr>
          <p:nvPr/>
        </p:nvPicPr>
        <p:blipFill>
          <a:blip ns3:embed="R733f79540fbe4f6c"/>
          <a:stretch/>
        </p:blipFill>
        <p:spPr>
          <a:xfrm>
            <a:off x="16916400" y="332392"/>
            <a:ext cx="1079500" cy="668717"/>
          </a:xfrm>
          <a:prstGeom prst="rect">
            <a:avLst/>
          </a:prstGeom>
        </p:spPr>
      </p:pic>
      <p:sp>
        <p:nvSpPr>
          <p:cNvPr id="4" name="copyright">
            <a:extLst>
              <a:ext uri="{FF2B5EF4-FFF2-40B4-BE49-F238E27FC236}">
                <ns2:creationId id="{4412A9D0-8554-4360-87AD-1F5D859371CF}"/>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708E414D-CA84-48C3-9173-C7863C4A1FEC}"/>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4</a:t>
            </a:r>
          </a:p>
        </p:txBody>
      </p:sp>
      <p:sp>
        <p:nvSpPr>
          <p:cNvPr id="6" name="title">
            <a:extLst>
              <a:ext uri="{FF2B5EF4-FFF2-40B4-BE49-F238E27FC236}">
                <ns2:creationId id="{405106D1-81B6-4637-A7B2-B3D6794A6066}"/>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CD7FAABB-DDB3-46FF-8987-A736F9951421}"/>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716004522"/>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21215D37-652B-47AD-83DB-156EE64D9795}"/>
              </a:ext>
            </a:extLst>
          </p:cNvPr>
          <p:cNvPicPr>
            <a:picLocks noChangeAspect="1"/>
          </p:cNvPicPr>
          <p:nvPr/>
        </p:nvPicPr>
        <p:blipFill>
          <a:blip ns3:embed="R8322249410124de3"/>
          <a:stretch/>
        </p:blipFill>
        <p:spPr>
          <a:xfrm>
            <a:off x="16941800" y="382588"/>
            <a:ext cx="1028700" cy="733425"/>
          </a:xfrm>
          <a:prstGeom prst="rect">
            <a:avLst/>
          </a:prstGeom>
        </p:spPr>
      </p:pic>
      <p:sp>
        <p:nvSpPr>
          <p:cNvPr id="2" name="part_heading">
            <a:extLst>
              <a:ext uri="{FF2B5EF4-FFF2-40B4-BE49-F238E27FC236}">
                <ns2:creationId id="{6C5DEA59-7B7B-4E00-9608-68490B11D1B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B4735167-7764-45DA-B150-BA3A579E36A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867B74E5-32AC-46C0-B088-2C9B823B169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0C760607-9EB1-44B8-B8EF-8140837ADC6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68CF893F-F2AE-4368-8E4F-4716D602C48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수소 분자를 원자로 분리하는 과정</a:t>
            </a:r>
          </a:p>
        </p:txBody>
      </p:sp>
      <p:sp>
        <p:nvSpPr>
          <p:cNvPr id="7" name="copyright">
            <a:extLst>
              <a:ext uri="{FF2B5EF4-FFF2-40B4-BE49-F238E27FC236}">
                <ns2:creationId id="{16B8F275-ABDB-411C-AA53-0A6ACD334DC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41F52C2-7890-43E2-9AEE-B33B839BDB5A}"/>
              </a:ext>
            </a:extLst>
          </p:cNvPr>
          <p:cNvPicPr>
            <a:picLocks noChangeAspect="1"/>
          </p:cNvPicPr>
          <p:nvPr/>
        </p:nvPicPr>
        <p:blipFill>
          <a:blip ns3:embed="R0fd95ffbfcfa48a3"/>
          <a:stretch/>
        </p:blipFill>
        <p:spPr>
          <a:xfrm>
            <a:off x="2807847" y="4667250"/>
            <a:ext cx="5147556" cy="3857625"/>
          </a:xfrm>
          <a:prstGeom prst="rect">
            <a:avLst/>
          </a:prstGeom>
        </p:spPr>
      </p:pic>
      <p:sp>
        <p:nvSpPr>
          <p:cNvPr id="9" name="bond-explanation-panel">
            <a:extLst>
              <a:ext uri="{FF2B5EF4-FFF2-40B4-BE49-F238E27FC236}">
                <ns2:creationId id="{8756516E-870C-4C29-9F32-6C36F9F95130}"/>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A47BDF1C-B04C-45EE-A79A-9C2B49CCE203}"/>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D73CE70D-B1C3-4C5D-8E24-3D952824CD84}"/>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3578B21B-26D8-429C-A531-D6A9BFB0159D}"/>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46AA33F1-1D58-4E6B-A25D-DF2C2CA55B21}"/>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F2552356-782F-4CC3-A751-B0E68EF99C5A}"/>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B3A8699C-388F-441C-9F73-38B21263F777}"/>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a:ext uri="{FF2B5EF4-FFF2-40B4-BE49-F238E27FC236}">
                <ns2:creationId id="{7459024F-849C-4FFC-AC18-8C89DAEB9CA2}"/>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25E43F4D-2B40-496A-B490-A8596CFDD84A}"/>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2072667953"/>
      </p:ext>
    </p:extLst>
  </p:cSld>
</p:sld>
</file>

<file path=ppt/slides/slide3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A7F1BAD2-EC53-4F4A-B5EA-E688C54DDE75}"/>
              </a:ext>
            </a:extLst>
          </p:cNvPr>
          <p:cNvPicPr>
            <a:picLocks noChangeAspect="1"/>
          </p:cNvPicPr>
          <p:nvPr/>
        </p:nvPicPr>
        <p:blipFill>
          <a:blip ns3:embed="R5498cb3de280443e"/>
          <a:stretch/>
        </p:blipFill>
        <p:spPr>
          <a:xfrm>
            <a:off x="16941800" y="382588"/>
            <a:ext cx="1028700" cy="733425"/>
          </a:xfrm>
          <a:prstGeom prst="rect">
            <a:avLst/>
          </a:prstGeom>
        </p:spPr>
      </p:pic>
      <p:sp>
        <p:nvSpPr>
          <p:cNvPr id="2" name="part_heading">
            <a:extLst>
              <a:ext uri="{FF2B5EF4-FFF2-40B4-BE49-F238E27FC236}">
                <ns2:creationId id="{A9D864AF-A9AE-4A3B-B147-CD14D18AF6E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AF60631E-A75E-49D8-B94C-42A12D0F665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05957EE5-C737-4FD2-8C0F-5AFAFF80AA7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FB2F20C3-CF8F-4605-AF34-E7C894C8A40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50E71AD8-FF1E-4448-87AA-120B543A42F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수소 원자가 결합하여 수소 분자가 되는 과정</a:t>
            </a:r>
          </a:p>
        </p:txBody>
      </p:sp>
      <p:sp>
        <p:nvSpPr>
          <p:cNvPr id="7" name="copyright">
            <a:extLst>
              <a:ext uri="{FF2B5EF4-FFF2-40B4-BE49-F238E27FC236}">
                <ns2:creationId id="{BA5C9C60-2FD1-4E84-A97E-72307E1A6F4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A7E591A-CD8C-4B0D-AB18-FA78BF3A184C}"/>
              </a:ext>
            </a:extLst>
          </p:cNvPr>
          <p:cNvPicPr>
            <a:picLocks noChangeAspect="1"/>
          </p:cNvPicPr>
          <p:nvPr/>
        </p:nvPicPr>
        <p:blipFill>
          <a:blip ns3:embed="Rb24177dddb8f4ec7"/>
          <a:stretch/>
        </p:blipFill>
        <p:spPr>
          <a:xfrm>
            <a:off x="2804805" y="4667250"/>
            <a:ext cx="5153641" cy="3857625"/>
          </a:xfrm>
          <a:prstGeom prst="rect">
            <a:avLst/>
          </a:prstGeom>
        </p:spPr>
      </p:pic>
      <p:sp>
        <p:nvSpPr>
          <p:cNvPr id="9" name="bond-explanation-panel">
            <a:extLst>
              <a:ext uri="{FF2B5EF4-FFF2-40B4-BE49-F238E27FC236}">
                <ns2:creationId id="{C452BC08-69ED-4AF5-AC55-B21FD067320D}"/>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D6F5948C-D157-45D9-BCED-BC58599D38C0}"/>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A99B01A7-E361-48E3-A865-E18DFC8730AF}"/>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7EE53E4F-7DE3-4364-8DAF-312BEAC68753}"/>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F6E1DD5E-C34D-4614-8727-52C41CC9FCAD}"/>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15014D37-B597-48F4-945D-24282ACE73FE}"/>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BA122077-58FA-4419-AC86-2AA89FBF93F2}"/>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a:ext uri="{FF2B5EF4-FFF2-40B4-BE49-F238E27FC236}">
                <ns2:creationId id="{ADCDA46D-4489-4AE2-94E2-964BFCA7DE12}"/>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7BDA0966-1E69-428D-AF30-0CA36D3EED29}"/>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770845689"/>
      </p:ext>
    </p:extLst>
  </p:cSld>
</p:sld>
</file>

<file path=ppt/slides/slide3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C3A12B19-03D8-4D9F-8F91-6B2F61039BD8}"/>
              </a:ext>
            </a:extLst>
          </p:cNvPr>
          <p:cNvPicPr>
            <a:picLocks noChangeAspect="1"/>
          </p:cNvPicPr>
          <p:nvPr/>
        </p:nvPicPr>
        <p:blipFill>
          <a:blip ns3:embed="Rf8e2dc87640249ce"/>
          <a:stretch/>
        </p:blipFill>
        <p:spPr>
          <a:xfrm>
            <a:off x="16941800" y="382588"/>
            <a:ext cx="1028700" cy="733425"/>
          </a:xfrm>
          <a:prstGeom prst="rect">
            <a:avLst/>
          </a:prstGeom>
        </p:spPr>
      </p:pic>
      <p:sp>
        <p:nvSpPr>
          <p:cNvPr id="2" name="part_heading">
            <a:extLst>
              <a:ext uri="{FF2B5EF4-FFF2-40B4-BE49-F238E27FC236}">
                <ns2:creationId id="{CBFF0E34-E7CA-44EF-9237-F2C1031FF4F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C66BCB95-DED5-4D0B-B633-A2FC14561CE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14930E9C-3401-49E9-9298-9E5E0573EFC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BD00E00C-54FD-4320-9ED9-FBB0CB6276A7}"/>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 에너지란?</a:t>
            </a:r>
          </a:p>
        </p:txBody>
      </p:sp>
      <p:sp>
        <p:nvSpPr>
          <p:cNvPr id="6" name="explanation">
            <a:extLst>
              <a:ext uri="{FF2B5EF4-FFF2-40B4-BE49-F238E27FC236}">
                <ns2:creationId id="{ED4D90FB-486F-432B-9DD4-E0A59163D6A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상태에서 공유 결합 1 mol을 끊는 데 필요한 에너지</a:t>
            </a:r>
          </a:p>
        </p:txBody>
      </p:sp>
      <p:sp>
        <p:nvSpPr>
          <p:cNvPr id="7" name="copyright">
            <a:extLst>
              <a:ext uri="{FF2B5EF4-FFF2-40B4-BE49-F238E27FC236}">
                <ns2:creationId id="{1E282DC4-E60F-4508-B328-D73D30673CC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21E623E-29DF-4065-83C0-698CEA5E602F}"/>
              </a:ext>
            </a:extLst>
          </p:cNvPr>
          <p:cNvPicPr>
            <a:picLocks noChangeAspect="1"/>
          </p:cNvPicPr>
          <p:nvPr/>
        </p:nvPicPr>
        <p:blipFill>
          <a:blip ns3:embed="R21f2eeed12494b3e"/>
          <a:stretch/>
        </p:blipFill>
        <p:spPr>
          <a:xfrm>
            <a:off x="1578835" y="4476750"/>
            <a:ext cx="9986830" cy="5334000"/>
          </a:xfrm>
          <a:prstGeom prst="rect">
            <a:avLst/>
          </a:prstGeom>
        </p:spPr>
      </p:pic>
      <p:sp>
        <p:nvSpPr>
          <p:cNvPr id="9" name="reading-card-1">
            <a:extLst>
              <a:ext uri="{FF2B5EF4-FFF2-40B4-BE49-F238E27FC236}">
                <ns2:creationId id="{23D1958B-F4EA-4B54-8F8B-B1C5EFF718E7}"/>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452966CD-CE0C-466B-9740-933C5A9A035A}"/>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FB970A35-7635-4C2D-9111-4DC29D8FE015}"/>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A2FF8F68-2E1B-4D7D-9CE8-8C527E69ACF6}"/>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H–H 결합</a:t>
            </a:r>
          </a:p>
        </p:txBody>
      </p:sp>
      <p:sp>
        <p:nvSpPr>
          <p:cNvPr id="13" name="reading-body-1">
            <a:extLst>
              <a:ext uri="{FF2B5EF4-FFF2-40B4-BE49-F238E27FC236}">
                <ns2:creationId id="{17150DC2-867D-470A-88EA-C61BE298F9E8}"/>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1 mol 해리: 436 kJ 흡수</a:t>
            </a:r>
          </a:p>
        </p:txBody>
      </p:sp>
      <p:sp>
        <p:nvSpPr>
          <p:cNvPr id="14" name="reading-card-2">
            <a:extLst>
              <a:ext uri="{FF2B5EF4-FFF2-40B4-BE49-F238E27FC236}">
                <ns2:creationId id="{3053F30C-5BF4-41E0-BF2F-EEB7482B9DAD}"/>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5B7B328C-22A6-47B4-9ABD-4829750FBE05}"/>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8AE1D9AC-46FB-4A9A-BFA3-C7955FDE1359}"/>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BA898A66-AD23-4DE0-BF0F-3CA78E8BB7F4}"/>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물 1 mol</a:t>
            </a:r>
          </a:p>
        </p:txBody>
      </p:sp>
      <p:sp>
        <p:nvSpPr>
          <p:cNvPr id="18" name="reading-body-2">
            <a:extLst>
              <a:ext uri="{FF2B5EF4-FFF2-40B4-BE49-F238E27FC236}">
                <ns2:creationId id="{127B047F-0007-40AF-BAB2-4BE89E15DE1D}"/>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O–H 결합은 2 mol</a:t>
            </a:r>
          </a:p>
        </p:txBody>
      </p:sp>
      <p:sp>
        <p:nvSpPr>
          <p:cNvPr id="19" name="reading-card-3">
            <a:extLst>
              <a:ext uri="{FF2B5EF4-FFF2-40B4-BE49-F238E27FC236}">
                <ns2:creationId id="{DEDBB2AD-651C-48FD-B87D-B92B8EA8654C}"/>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3355711E-D57D-4018-8370-9AFD34915E0C}"/>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952A01EE-1582-426A-84BA-7171E23B4859}"/>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C9E442FF-E129-4C7D-A189-7BCAF43D7B55}"/>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다원자 분자</a:t>
            </a:r>
          </a:p>
        </p:txBody>
      </p:sp>
      <p:sp>
        <p:nvSpPr>
          <p:cNvPr id="23" name="reading-body-3">
            <a:extLst>
              <a:ext uri="{FF2B5EF4-FFF2-40B4-BE49-F238E27FC236}">
                <ns2:creationId id="{2E148B34-D2AE-4727-B0F0-04615283127C}"/>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평균 결합 에너지 사용</a:t>
            </a:r>
          </a:p>
        </p:txBody>
      </p:sp>
    </p:spTree>
    <p:extLst>
      <p:ext uri="{BB962C8B-B14F-4D97-AF65-F5344CB8AC3E}">
        <ns4:creationId val="686353148"/>
      </p:ext>
    </p:extLst>
  </p:cSld>
</p:sld>
</file>

<file path=ppt/slides/slide3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430666E3-D4E2-42B2-B3A0-85525A0673EA}"/>
              </a:ext>
            </a:extLst>
          </p:cNvPr>
          <p:cNvPicPr>
            <a:picLocks noChangeAspect="1"/>
          </p:cNvPicPr>
          <p:nvPr/>
        </p:nvPicPr>
        <p:blipFill>
          <a:blip ns3:embed="R0a9c58d709184eb7"/>
          <a:stretch/>
        </p:blipFill>
        <p:spPr>
          <a:xfrm>
            <a:off x="16941800" y="382588"/>
            <a:ext cx="1028700" cy="733425"/>
          </a:xfrm>
          <a:prstGeom prst="rect">
            <a:avLst/>
          </a:prstGeom>
        </p:spPr>
      </p:pic>
      <p:sp>
        <p:nvSpPr>
          <p:cNvPr id="2" name="part_heading">
            <a:extLst>
              <a:ext uri="{FF2B5EF4-FFF2-40B4-BE49-F238E27FC236}">
                <ns2:creationId id="{917A8F15-11B9-448C-8C0A-F16D26F275F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1E37ED9D-D6D7-441A-85C5-2B78F64C03E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3010897-1C69-4B6C-981A-359822D9850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9C655C10-0C8F-41BE-8ED9-76884CAD030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2010FE26-1E29-48F6-BB28-1460E66130A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수소와 산소의 결합이 끊어지고, 산소와 수소 사이에 새로운 결합이 형성된다</a:t>
            </a:r>
          </a:p>
        </p:txBody>
      </p:sp>
      <p:sp>
        <p:nvSpPr>
          <p:cNvPr id="7" name="copyright">
            <a:extLst>
              <a:ext uri="{FF2B5EF4-FFF2-40B4-BE49-F238E27FC236}">
                <ns2:creationId id="{F6A10092-D9B0-4B0F-89C6-B65312A9F5B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AC74389-0368-469D-B475-8A347543F531}"/>
              </a:ext>
            </a:extLst>
          </p:cNvPr>
          <p:cNvPicPr>
            <a:picLocks noChangeAspect="1"/>
          </p:cNvPicPr>
          <p:nvPr/>
        </p:nvPicPr>
        <p:blipFill>
          <a:blip ns3:embed="R05cbff89f87d459b"/>
          <a:stretch/>
        </p:blipFill>
        <p:spPr>
          <a:xfrm>
            <a:off x="5869781" y="4191000"/>
            <a:ext cx="6548438" cy="714375"/>
          </a:xfrm>
          <a:prstGeom prst="rect">
            <a:avLst/>
          </a:prstGeom>
        </p:spPr>
      </p:pic>
      <p:pic>
        <p:nvPicPr>
          <p:cNvPr id="9" name="">
            <a:extLst>
              <a:ext uri="{FF2B5EF4-FFF2-40B4-BE49-F238E27FC236}">
                <ns2:creationId id="{87E078D2-6CC1-4C07-9A80-6118D9B6D07C}"/>
              </a:ext>
            </a:extLst>
          </p:cNvPr>
          <p:cNvPicPr>
            <a:picLocks noChangeAspect="1"/>
          </p:cNvPicPr>
          <p:nvPr/>
        </p:nvPicPr>
        <p:blipFill>
          <a:blip ns3:embed="R84cce3ce15534a63"/>
          <a:stretch/>
        </p:blipFill>
        <p:spPr>
          <a:xfrm>
            <a:off x="3437359" y="5143500"/>
            <a:ext cx="11413282" cy="3190875"/>
          </a:xfrm>
          <a:prstGeom prst="rect">
            <a:avLst/>
          </a:prstGeom>
        </p:spPr>
      </p:pic>
      <p:sp>
        <p:nvSpPr>
          <p:cNvPr id="10" name="conclusion-box">
            <a:extLst>
              <a:ext uri="{FF2B5EF4-FFF2-40B4-BE49-F238E27FC236}">
                <ns2:creationId id="{B598AB47-5B73-4F05-81B7-01AE32268FB8}"/>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A4418CF2-CFC3-4D35-8246-3CBFB8FF2924}"/>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반응 전후 수소 원자는 4개, 산소 원자는 2개로 같다</a:t>
            </a:r>
          </a:p>
        </p:txBody>
      </p:sp>
    </p:spTree>
    <p:extLst>
      <p:ext uri="{BB962C8B-B14F-4D97-AF65-F5344CB8AC3E}">
        <ns4:creationId val="700609496"/>
      </p:ext>
    </p:extLst>
  </p:cSld>
</p:sld>
</file>

<file path=ppt/slides/slide3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7C8436FB-8E5B-4A14-95AB-F31173DCA564}"/>
              </a:ext>
            </a:extLst>
          </p:cNvPr>
          <p:cNvPicPr>
            <a:picLocks noChangeAspect="1"/>
          </p:cNvPicPr>
          <p:nvPr/>
        </p:nvPicPr>
        <p:blipFill>
          <a:blip ns3:embed="Rdca85f1e4d9946cf"/>
          <a:stretch/>
        </p:blipFill>
        <p:spPr>
          <a:xfrm>
            <a:off x="16941800" y="382588"/>
            <a:ext cx="1028700" cy="733425"/>
          </a:xfrm>
          <a:prstGeom prst="rect">
            <a:avLst/>
          </a:prstGeom>
        </p:spPr>
      </p:pic>
      <p:sp>
        <p:nvSpPr>
          <p:cNvPr id="2" name="part_heading">
            <a:extLst>
              <a:ext uri="{FF2B5EF4-FFF2-40B4-BE49-F238E27FC236}">
                <ns2:creationId id="{1484A7ED-F30C-419E-8F90-A054C9ED52D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AAE3C331-29D8-4072-887A-66A450AE1DB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0DF908A-2AA0-4A3A-80D6-9AADE300E7A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63C2B04F-8DA1-47DA-A24B-87CB7A5B685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물 생성 반응에서 변하는 결합</a:t>
            </a:r>
          </a:p>
        </p:txBody>
      </p:sp>
      <p:sp>
        <p:nvSpPr>
          <p:cNvPr id="6" name="explanation">
            <a:extLst>
              <a:ext uri="{FF2B5EF4-FFF2-40B4-BE49-F238E27FC236}">
                <ns2:creationId id="{304A065B-FEF7-4F69-A977-BB144349AAE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43DBCF05-EA11-497D-B9E4-CB32EDA281C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A737B8DC-4B7F-4800-80F4-20162645AD93}"/>
              </a:ext>
            </a:extLst>
          </p:cNvPr>
          <p:cNvSpPr>
            <a:spLocks noGrp="1"/>
          </p:cNvSpPr>
          <p:nvPr/>
        </p:nvSpPr>
        <p:spPr>
          <a:xfrm>
            <a:off x="2286000" y="4857750"/>
            <a:ext cx="13716000" cy="3333750"/>
          </a:xfrm>
          <a:prstGeom prst="rect">
            <a:avLst/>
          </a:prstGeom>
          <a:solidFill>
            <a:srgbClr val="252525"/>
          </a:solidFill>
          <a:ln w="0">
            <a:noFill/>
          </a:ln>
        </p:spPr>
      </p:sp>
      <p:graphicFrame>
        <p:nvGraphicFramePr>
          <p:cNvPr id="9" name="">
            <a:extLst>
              <a:ext uri="{FF2B5EF4-FFF2-40B4-BE49-F238E27FC236}">
                <ns2:creationId id="{2DB09FCE-CD63-4373-9BFE-36DBC66B9345}"/>
              </a:ext>
            </a:extLst>
          </p:cNvPr>
          <p:cNvGraphicFramePr/>
          <p:nvPr/>
        </p:nvGraphicFramePr>
        <p:xfrm>
          <a:off x="2286000" y="4857750"/>
          <a:ext cx="13716000" cy="3333750"/>
        </p:xfrm>
        <a:graphic>
          <a:graphicData uri="http://schemas.openxmlformats.org/drawingml/2006/table">
            <a:tbl>
              <a:tblPr/>
              <a:tblGrid>
                <a:gridCol w="3333750"/>
                <a:gridCol w="4286250"/>
                <a:gridCol w="6096000"/>
              </a:tblGrid>
              <a:tr h="833438">
                <a:tc>
                  <a:txBody>
                    <a:bodyPr lIns="114300" tIns="114300" rIns="114300" bIns="114300"/>
                    <a:lstStyle/>
                    <a:p>
                      <a:pPr algn="ctr"/>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833438">
                <a:tc>
                  <a:txBody>
                    <a:bodyPr lIns="114300" tIns="114300" rIns="114300" bIns="114300"/>
                    <a:lstStyle/>
                    <a:p>
                      <a:pPr algn="ctr"/>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C92E51F1-9694-45D8-8641-C0B44E2ADF05}"/>
              </a:ext>
            </a:extLst>
          </p:cNvPr>
          <p:cNvSpPr>
            <a:spLocks noGrp="1"/>
          </p:cNvSpPr>
          <p:nvPr/>
        </p:nvSpPr>
        <p:spPr>
          <a:xfrm>
            <a:off x="2286000" y="5691188"/>
            <a:ext cx="13716000" cy="14288"/>
          </a:xfrm>
          <a:prstGeom prst="rect">
            <a:avLst/>
          </a:prstGeom>
          <a:solidFill>
            <a:srgbClr val="777777"/>
          </a:solidFill>
          <a:ln w="0">
            <a:noFill/>
          </a:ln>
        </p:spPr>
      </p:sp>
      <p:sp>
        <p:nvSpPr>
          <p:cNvPr id="11" name="table-row-rule-2">
            <a:extLst>
              <a:ext uri="{FF2B5EF4-FFF2-40B4-BE49-F238E27FC236}">
                <ns2:creationId id="{6848F5B7-BA9E-4AB7-8072-CB5D96EDCCDF}"/>
              </a:ext>
            </a:extLst>
          </p:cNvPr>
          <p:cNvSpPr>
            <a:spLocks noGrp="1"/>
          </p:cNvSpPr>
          <p:nvPr/>
        </p:nvSpPr>
        <p:spPr>
          <a:xfrm>
            <a:off x="2286000" y="6524625"/>
            <a:ext cx="13716000" cy="14288"/>
          </a:xfrm>
          <a:prstGeom prst="rect">
            <a:avLst/>
          </a:prstGeom>
          <a:solidFill>
            <a:srgbClr val="777777"/>
          </a:solidFill>
          <a:ln w="0">
            <a:noFill/>
          </a:ln>
        </p:spPr>
      </p:sp>
      <p:sp>
        <p:nvSpPr>
          <p:cNvPr id="12" name="table-row-rule-3">
            <a:extLst>
              <a:ext uri="{FF2B5EF4-FFF2-40B4-BE49-F238E27FC236}">
                <ns2:creationId id="{13B8123A-6FC2-4A90-89D7-DA05404B394B}"/>
              </a:ext>
            </a:extLst>
          </p:cNvPr>
          <p:cNvSpPr>
            <a:spLocks noGrp="1"/>
          </p:cNvSpPr>
          <p:nvPr/>
        </p:nvSpPr>
        <p:spPr>
          <a:xfrm>
            <a:off x="2286000" y="7358063"/>
            <a:ext cx="13716000" cy="14288"/>
          </a:xfrm>
          <a:prstGeom prst="rect">
            <a:avLst/>
          </a:prstGeom>
          <a:solidFill>
            <a:srgbClr val="777777"/>
          </a:solidFill>
          <a:ln w="0">
            <a:noFill/>
          </a:ln>
        </p:spPr>
      </p:sp>
      <p:sp>
        <p:nvSpPr>
          <p:cNvPr id="13" name="table-rounded-corner-0">
            <a:extLst>
              <a:ext uri="{FF2B5EF4-FFF2-40B4-BE49-F238E27FC236}">
                <ns2:creationId id="{9AC6CF72-0565-4046-BC3D-EA05A129CD96}"/>
              </a:ext>
            </a:extLst>
          </p:cNvPr>
          <p:cNvSpPr>
            <a:spLocks noGrp="1"/>
          </p:cNvSpPr>
          <p:nvPr/>
        </p:nvSpPr>
        <p:spPr>
          <a:xfrm rot="0">
            <a:off x="22860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1">
            <a:extLst>
              <a:ext uri="{FF2B5EF4-FFF2-40B4-BE49-F238E27FC236}">
                <ns2:creationId id="{D58E0F1A-C2EE-4533-A6F2-B0950ED29507}"/>
              </a:ext>
            </a:extLst>
          </p:cNvPr>
          <p:cNvSpPr>
            <a:spLocks noGrp="1"/>
          </p:cNvSpPr>
          <p:nvPr/>
        </p:nvSpPr>
        <p:spPr>
          <a:xfrm rot="5400000">
            <a:off x="15773400" y="485775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2">
            <a:extLst>
              <a:ext uri="{FF2B5EF4-FFF2-40B4-BE49-F238E27FC236}">
                <ns2:creationId id="{40FB1EA7-9F2C-4A68-B953-9080B1BDCC15}"/>
              </a:ext>
            </a:extLst>
          </p:cNvPr>
          <p:cNvSpPr>
            <a:spLocks noGrp="1"/>
          </p:cNvSpPr>
          <p:nvPr/>
        </p:nvSpPr>
        <p:spPr>
          <a:xfrm rot="10800000">
            <a:off x="157734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table-rounded-corner-3">
            <a:extLst>
              <a:ext uri="{FF2B5EF4-FFF2-40B4-BE49-F238E27FC236}">
                <ns2:creationId id="{572E4F73-E0C9-4302-A6CC-F6EBA1666DB6}"/>
              </a:ext>
            </a:extLst>
          </p:cNvPr>
          <p:cNvSpPr>
            <a:spLocks noGrp="1"/>
          </p:cNvSpPr>
          <p:nvPr/>
        </p:nvSpPr>
        <p:spPr>
          <a:xfrm rot="16200000">
            <a:off x="2286000" y="7962900"/>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7" name="takeaway-box">
            <a:extLst>
              <a:ext uri="{FF2B5EF4-FFF2-40B4-BE49-F238E27FC236}">
                <ns2:creationId id="{613E8CBB-0FD7-4EDD-A715-E589E462F49D}"/>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8" name="takeaway">
            <a:extLst>
              <a:ext uri="{FF2B5EF4-FFF2-40B4-BE49-F238E27FC236}">
                <ns2:creationId id="{3E68CABD-3457-4780-871B-DB5605356C18}"/>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2 mol에는 O–H 결합이 4 mol 있다</a:t>
            </a:r>
          </a:p>
        </p:txBody>
      </p:sp>
    </p:spTree>
    <p:extLst>
      <p:ext uri="{BB962C8B-B14F-4D97-AF65-F5344CB8AC3E}">
        <ns4:creationId val="1742056388"/>
      </p:ext>
    </p:extLst>
  </p:cSld>
</p:sld>
</file>

<file path=ppt/slides/slide3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970B846A-FD90-4A5F-B7D0-BAD16B0DE5DC}"/>
              </a:ext>
            </a:extLst>
          </p:cNvPr>
          <p:cNvPicPr>
            <a:picLocks noChangeAspect="1"/>
          </p:cNvPicPr>
          <p:nvPr/>
        </p:nvPicPr>
        <p:blipFill>
          <a:blip ns3:embed="R33692bb43cb249b8"/>
          <a:stretch/>
        </p:blipFill>
        <p:spPr>
          <a:xfrm>
            <a:off x="16941800" y="382588"/>
            <a:ext cx="1028700" cy="733425"/>
          </a:xfrm>
          <a:prstGeom prst="rect">
            <a:avLst/>
          </a:prstGeom>
        </p:spPr>
      </p:pic>
      <p:sp>
        <p:nvSpPr>
          <p:cNvPr id="2" name="part_heading">
            <a:extLst>
              <a:ext uri="{FF2B5EF4-FFF2-40B4-BE49-F238E27FC236}">
                <ns2:creationId id="{76320A75-59BF-4A8F-99C7-7E8D342D468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8F902431-DEF7-4E69-BECF-2C41D65AE88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0EF477D-9C89-41D8-8BBB-CA714BB03DC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CFF8D5D5-9CCB-4492-ABF0-1CA30EC70EE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B4436C49-2720-470C-9A75-4D244979EED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D9AA0C47-065B-4B17-A996-CA39F19483C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657D1146-CF28-481B-AFD6-7BC20C186DF4}"/>
              </a:ext>
            </a:extLst>
          </p:cNvPr>
          <p:cNvPicPr>
            <a:picLocks noChangeAspect="1"/>
          </p:cNvPicPr>
          <p:nvPr/>
        </p:nvPicPr>
        <p:blipFill>
          <a:blip ns3:embed="R31d8434ace5a489c"/>
          <a:stretch/>
        </p:blipFill>
        <p:spPr>
          <a:xfrm>
            <a:off x="2136321" y="4676775"/>
            <a:ext cx="14015357" cy="714375"/>
          </a:xfrm>
          <a:prstGeom prst="rect">
            <a:avLst/>
          </a:prstGeom>
        </p:spPr>
      </p:pic>
      <p:sp>
        <p:nvSpPr>
          <p:cNvPr id="9" name="step-strip-0">
            <a:extLst>
              <a:ext uri="{FF2B5EF4-FFF2-40B4-BE49-F238E27FC236}">
                <ns2:creationId id="{70A3FA45-2164-43BA-816B-69AF4340FF45}"/>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87462A6C-1241-41CB-AC15-14C895E02BEA}"/>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0199557F-FEEF-47E6-87B4-E2E8C7381ECB}"/>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FC5373FC-A7E2-4156-89B6-55C08AD17402}"/>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81A33926-6BA8-4659-90D4-8AED08EC1D2F}"/>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DF05F345-BAAE-40FE-8B15-B7402D6B1FE1}"/>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C3FACEB0-F024-4881-812B-8A7351216D17}"/>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69C8C19F-980B-4C73-9293-95034720C015}"/>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A14572BA-E7C4-48FC-9D57-A7D1DAD0ABD7}"/>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8A1E11DB-75A7-4416-AFA9-03E6ECDF3699}"/>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BE9A3F6A-7F86-4F77-B19B-2E7F6C62C7E6}"/>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36FBFE0E-8E86-4CBF-B260-463923DB1792}"/>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D58ED15B-087C-4E86-8061-4AED4E9519CD}"/>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7A8BFC86-05C7-4318-85C1-7AB0ED21392E}"/>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6A60B763-38B5-49DC-8AE3-3EFA55F774BF}"/>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1555429522"/>
      </p:ext>
    </p:extLst>
  </p:cSld>
</p:sld>
</file>

<file path=ppt/slides/slide3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7" name="">
            <a:extLst>
              <a:ext uri="{FF2B5EF4-FFF2-40B4-BE49-F238E27FC236}">
                <ns2:creationId id="{5885BBE7-547B-4194-9876-96B9BF27DD59}"/>
              </a:ext>
            </a:extLst>
          </p:cNvPr>
          <p:cNvPicPr>
            <a:picLocks noChangeAspect="1"/>
          </p:cNvPicPr>
          <p:nvPr/>
        </p:nvPicPr>
        <p:blipFill>
          <a:blip ns3:embed="R397706b45f534134"/>
          <a:stretch/>
        </p:blipFill>
        <p:spPr>
          <a:xfrm>
            <a:off x="16941800" y="382588"/>
            <a:ext cx="1028700" cy="733425"/>
          </a:xfrm>
          <a:prstGeom prst="rect">
            <a:avLst/>
          </a:prstGeom>
        </p:spPr>
      </p:pic>
      <p:sp>
        <p:nvSpPr>
          <p:cNvPr id="2" name="part_heading">
            <a:extLst>
              <a:ext uri="{FF2B5EF4-FFF2-40B4-BE49-F238E27FC236}">
                <ns2:creationId id="{5D4ABC27-E68C-4228-8405-797C483CD1D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결합 에너지와 반응 엔탈피</a:t>
            </a:r>
          </a:p>
        </p:txBody>
      </p:sp>
      <p:sp>
        <p:nvSpPr>
          <p:cNvPr id="3" name="topic_number">
            <a:extLst>
              <a:ext uri="{FF2B5EF4-FFF2-40B4-BE49-F238E27FC236}">
                <ns2:creationId id="{7587461B-AB07-47C1-9FB9-9013012A27C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7A7F59F-81B4-4254-978E-464FF5E41BB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67F49929-1798-4CB0-9314-2ECBFED2656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 결합 에너지로 구한 반응 엔탈피</a:t>
            </a:r>
          </a:p>
        </p:txBody>
      </p:sp>
      <p:sp>
        <p:nvSpPr>
          <p:cNvPr id="6" name="explanation">
            <a:extLst>
              <a:ext uri="{FF2B5EF4-FFF2-40B4-BE49-F238E27FC236}">
                <ns2:creationId id="{B6F02490-8279-4F9A-B011-B4086942886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에너지를 사용하므로 계산한 반응 엔탈피는 근삿값이다</a:t>
            </a:r>
          </a:p>
        </p:txBody>
      </p:sp>
      <p:sp>
        <p:nvSpPr>
          <p:cNvPr id="7" name="copyright">
            <a:extLst>
              <a:ext uri="{FF2B5EF4-FFF2-40B4-BE49-F238E27FC236}">
                <ns2:creationId id="{A0E347D6-1CFE-4A4C-8CCB-4B99A81AA70A}"/>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F083EB6C-3D18-4455-A31A-EAC4ACFA03F7}"/>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6D1A5227-7173-4F31-893E-E2AD3C5A3F06}"/>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수증기 생성</a:t>
            </a:r>
          </a:p>
        </p:txBody>
      </p:sp>
      <p:sp>
        <p:nvSpPr>
          <p:cNvPr id="10" name="method-1">
            <a:extLst>
              <a:ext uri="{FF2B5EF4-FFF2-40B4-BE49-F238E27FC236}">
                <ns2:creationId id="{580D9D47-30B1-46C5-8CA5-0E9316D9E7BA}"/>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계산한 근삿값</a:t>
            </a:r>
          </a:p>
        </p:txBody>
      </p:sp>
      <p:sp>
        <p:nvSpPr>
          <p:cNvPr id="11" name="state-divider-1">
            <a:extLst>
              <a:ext uri="{FF2B5EF4-FFF2-40B4-BE49-F238E27FC236}">
                <ns2:creationId id="{728BDDF7-67B7-429E-91CF-454915DE7DBE}"/>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1D79868D-B431-4916-A1B3-B4B1EAC43EDB}"/>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E35DF3F4-92D3-49A1-B342-7FF919602AC1}"/>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state-divider-2">
            <a:extLst>
              <a:ext uri="{FF2B5EF4-FFF2-40B4-BE49-F238E27FC236}">
                <ns2:creationId id="{3DBC96EC-B202-43DB-9B55-7117CFCD4303}"/>
              </a:ext>
            </a:extLst>
          </p:cNvPr>
          <p:cNvSpPr>
            <a:spLocks noGrp="1"/>
          </p:cNvSpPr>
          <p:nvPr/>
        </p:nvSpPr>
        <p:spPr>
          <a:xfrm>
            <a:off x="1905000" y="9048750"/>
            <a:ext cx="14478000" cy="14288"/>
          </a:xfrm>
          <a:prstGeom prst="rect">
            <a:avLst/>
          </a:prstGeom>
          <a:solidFill>
            <a:srgbClr val="DDDDDD"/>
          </a:solidFill>
          <a:ln w="0">
            <a:noFill/>
          </a:ln>
        </p:spPr>
      </p:sp>
      <p:sp>
        <p:nvSpPr>
          <p:cNvPr id="15" name="equation">
            <a:extLst>
              <a:ext uri="{FF2B5EF4-FFF2-40B4-BE49-F238E27FC236}">
                <ns2:creationId id="{501449EF-D178-4581-83E5-38D513E3AA20}"/>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6" name="">
            <a:extLst>
              <a:ext uri="{FF2B5EF4-FFF2-40B4-BE49-F238E27FC236}">
                <ns2:creationId id="{1625E13E-0BB8-4FA6-B4BD-68252E4A3065}"/>
              </a:ext>
            </a:extLst>
          </p:cNvPr>
          <p:cNvPicPr>
            <a:picLocks noChangeAspect="1"/>
          </p:cNvPicPr>
          <p:nvPr/>
        </p:nvPicPr>
        <p:blipFill>
          <a:blip ns3:embed="R90baf97e9aee4e71"/>
          <a:stretch/>
        </p:blipFill>
        <p:spPr>
          <a:xfrm>
            <a:off x="1895084" y="8096250"/>
            <a:ext cx="14497833" cy="723900"/>
          </a:xfrm>
          <a:prstGeom prst="rect">
            <a:avLst/>
          </a:prstGeom>
        </p:spPr>
      </p:pic>
    </p:spTree>
    <p:extLst>
      <p:ext uri="{BB962C8B-B14F-4D97-AF65-F5344CB8AC3E}">
        <ns4:creationId val="1886779773"/>
      </p:ext>
    </p:extLst>
  </p:cSld>
</p:sld>
</file>

<file path=ppt/slides/slide3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9" name="">
            <a:extLst>
              <a:ext uri="{FF2B5EF4-FFF2-40B4-BE49-F238E27FC236}">
                <ns2:creationId id="{351305F1-0FC5-4AF3-B612-E1DBCD6F4309}"/>
              </a:ext>
            </a:extLst>
          </p:cNvPr>
          <p:cNvPicPr>
            <a:picLocks noChangeAspect="1"/>
          </p:cNvPicPr>
          <p:nvPr/>
        </p:nvPicPr>
        <p:blipFill>
          <a:blip ns3:embed="Re6cb6ef26c3543fb"/>
          <a:stretch/>
        </p:blipFill>
        <p:spPr>
          <a:xfrm>
            <a:off x="16941800" y="382588"/>
            <a:ext cx="1028700" cy="733425"/>
          </a:xfrm>
          <a:prstGeom prst="rect">
            <a:avLst/>
          </a:prstGeom>
        </p:spPr>
      </p:pic>
      <p:sp>
        <p:nvSpPr>
          <p:cNvPr id="2" name="part_heading">
            <a:extLst>
              <a:ext uri="{FF2B5EF4-FFF2-40B4-BE49-F238E27FC236}">
                <ns2:creationId id="{296722ED-DD75-44F8-957F-4FEAADA385E0}"/>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0EF40DC1-B39A-4579-BC8D-98789B0DDF21}"/>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73069D12-7F1F-4577-81DD-0646BFAA748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발열 반응과 흡열 반응</a:t>
            </a:r>
          </a:p>
        </p:txBody>
      </p:sp>
      <p:sp>
        <p:nvSpPr>
          <p:cNvPr id="5" name="copyright">
            <a:extLst>
              <a:ext uri="{FF2B5EF4-FFF2-40B4-BE49-F238E27FC236}">
                <ns2:creationId id="{14CB8A65-FF8A-4642-99EA-2055DB904D2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table-rounded-background">
            <a:extLst>
              <a:ext uri="{FF2B5EF4-FFF2-40B4-BE49-F238E27FC236}">
                <ns2:creationId id="{76EDC57E-4BCF-4262-9E3D-EF3BE4F59E99}"/>
              </a:ext>
            </a:extLst>
          </p:cNvPr>
          <p:cNvSpPr>
            <a:spLocks noGrp="1"/>
          </p:cNvSpPr>
          <p:nvPr/>
        </p:nvSpPr>
        <p:spPr>
          <a:xfrm>
            <a:off x="1905000" y="4524375"/>
            <a:ext cx="14478000" cy="3810000"/>
          </a:xfrm>
          <a:prstGeom prst="rect">
            <a:avLst/>
          </a:prstGeom>
          <a:solidFill>
            <a:srgbClr val="252525"/>
          </a:solidFill>
          <a:ln w="0">
            <a:noFill/>
          </a:ln>
        </p:spPr>
      </p:sp>
      <p:graphicFrame>
        <p:nvGraphicFramePr>
          <p:cNvPr id="7" name="">
            <a:extLst>
              <a:ext uri="{FF2B5EF4-FFF2-40B4-BE49-F238E27FC236}">
                <ns2:creationId id="{5F521E6A-45B0-4F14-ACCC-8BDE7E189E3D}"/>
              </a:ext>
            </a:extLst>
          </p:cNvPr>
          <p:cNvGraphicFramePr/>
          <p:nvPr/>
        </p:nvGraphicFramePr>
        <p:xfrm>
          <a:off x="1905000" y="4524375"/>
          <a:ext cx="14478000" cy="3810000"/>
        </p:xfrm>
        <a:graphic>
          <a:graphicData uri="http://schemas.openxmlformats.org/drawingml/2006/table">
            <a:tbl>
              <a:tblPr/>
              <a:tblGrid>
                <a:gridCol w="3810000"/>
                <a:gridCol w="5334000"/>
                <a:gridCol w="5334000"/>
              </a:tblGrid>
              <a:tr h="762000">
                <a:tc>
                  <a:txBody>
                    <a:bodyPr lIns="114300" tIns="114300" rIns="114300" bIns="114300"/>
                    <a:lstStyle/>
                    <a:p>
                      <a:pPr algn="ctr"/>
                      <a:r>
                        <a:rPr sz="2700" b="1">
                          <a:solidFill>
                            <a:srgbClr val="FFFFFF"/>
                          </a:solidFill>
                          <a:latin typeface="Pretendard"/>
                          <a:ea typeface="Pretendard"/>
                          <a:cs typeface="Pretendard"/>
                        </a:rPr>
                        <a:t>비교 기준</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흡열 반응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2000">
                <a:tc>
                  <a:txBody>
                    <a:bodyPr lIns="114300" tIns="114300" rIns="114300" bIns="114300"/>
                    <a:lstStyle/>
                    <a:p>
                      <a:pPr algn="ctr"/>
                      <a:r>
                        <a:rPr sz="2700" b="0">
                          <a:solidFill>
                            <a:srgbClr val="FFFFFF"/>
                          </a:solidFill>
                          <a:latin typeface="Pretendard"/>
                          <a:ea typeface="Pretendard"/>
                          <a:cs typeface="Pretendard"/>
                        </a:rPr>
                        <a:t>열의 이동</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반응하는 물질 → 주위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주위 → 반응하는 물질</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전후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감소한다</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증가한다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엔탈피 합의 비교</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생성물 &lt;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생성물 &gt; 반응물</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2000">
                <a:tc>
                  <a:txBody>
                    <a:bodyPr lIns="114300" tIns="114300" rIns="114300" bIns="114300"/>
                    <a:lstStyle/>
                    <a:p>
                      <a:pPr algn="ctr"/>
                      <a:r>
                        <a:rPr sz="2700" b="0">
                          <a:solidFill>
                            <a:srgbClr val="FFFFFF"/>
                          </a:solidFill>
                          <a:latin typeface="Pretendard"/>
                          <a:ea typeface="Pretendard"/>
                          <a:cs typeface="Pretendard"/>
                        </a:rPr>
                        <a:t>반응 엔탈피의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700" b="1">
                          <a:solidFill>
                            <a:srgbClr val="FFFFFF"/>
                          </a:solidFill>
                          <a:latin typeface="Pretendard"/>
                          <a:ea typeface="Pretendard"/>
                          <a:cs typeface="Pretendard"/>
                        </a:rPr>
                        <a:t>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8" name="table-row-rule-1">
            <a:extLst>
              <a:ext uri="{FF2B5EF4-FFF2-40B4-BE49-F238E27FC236}">
                <ns2:creationId id="{4C450B03-64CC-4497-AECD-E423C290B63B}"/>
              </a:ext>
            </a:extLst>
          </p:cNvPr>
          <p:cNvSpPr>
            <a:spLocks noGrp="1"/>
          </p:cNvSpPr>
          <p:nvPr/>
        </p:nvSpPr>
        <p:spPr>
          <a:xfrm>
            <a:off x="1905000" y="5286375"/>
            <a:ext cx="14478000" cy="14288"/>
          </a:xfrm>
          <a:prstGeom prst="rect">
            <a:avLst/>
          </a:prstGeom>
          <a:solidFill>
            <a:srgbClr val="777777"/>
          </a:solidFill>
          <a:ln w="0">
            <a:noFill/>
          </a:ln>
        </p:spPr>
      </p:sp>
      <p:sp>
        <p:nvSpPr>
          <p:cNvPr id="9" name="table-row-rule-2">
            <a:extLst>
              <a:ext uri="{FF2B5EF4-FFF2-40B4-BE49-F238E27FC236}">
                <ns2:creationId id="{1AC374FD-4735-4E0E-B30D-8A82DA050374}"/>
              </a:ext>
            </a:extLst>
          </p:cNvPr>
          <p:cNvSpPr>
            <a:spLocks noGrp="1"/>
          </p:cNvSpPr>
          <p:nvPr/>
        </p:nvSpPr>
        <p:spPr>
          <a:xfrm>
            <a:off x="1905000" y="6048375"/>
            <a:ext cx="14478000" cy="14288"/>
          </a:xfrm>
          <a:prstGeom prst="rect">
            <a:avLst/>
          </a:prstGeom>
          <a:solidFill>
            <a:srgbClr val="777777"/>
          </a:solidFill>
          <a:ln w="0">
            <a:noFill/>
          </a:ln>
        </p:spPr>
      </p:sp>
      <p:sp>
        <p:nvSpPr>
          <p:cNvPr id="10" name="table-row-rule-3">
            <a:extLst>
              <a:ext uri="{FF2B5EF4-FFF2-40B4-BE49-F238E27FC236}">
                <ns2:creationId id="{0F395932-3877-4EDF-8E55-EA2C6AE86C7E}"/>
              </a:ext>
            </a:extLst>
          </p:cNvPr>
          <p:cNvSpPr>
            <a:spLocks noGrp="1"/>
          </p:cNvSpPr>
          <p:nvPr/>
        </p:nvSpPr>
        <p:spPr>
          <a:xfrm>
            <a:off x="1905000" y="6810375"/>
            <a:ext cx="14478000" cy="14288"/>
          </a:xfrm>
          <a:prstGeom prst="rect">
            <a:avLst/>
          </a:prstGeom>
          <a:solidFill>
            <a:srgbClr val="777777"/>
          </a:solidFill>
          <a:ln w="0">
            <a:noFill/>
          </a:ln>
        </p:spPr>
      </p:sp>
      <p:sp>
        <p:nvSpPr>
          <p:cNvPr id="11" name="table-row-rule-4">
            <a:extLst>
              <a:ext uri="{FF2B5EF4-FFF2-40B4-BE49-F238E27FC236}">
                <ns2:creationId id="{52AD1C06-CF07-40F1-88D5-A59DD2E28282}"/>
              </a:ext>
            </a:extLst>
          </p:cNvPr>
          <p:cNvSpPr>
            <a:spLocks noGrp="1"/>
          </p:cNvSpPr>
          <p:nvPr/>
        </p:nvSpPr>
        <p:spPr>
          <a:xfrm>
            <a:off x="1905000" y="7572375"/>
            <a:ext cx="14478000" cy="14288"/>
          </a:xfrm>
          <a:prstGeom prst="rect">
            <a:avLst/>
          </a:prstGeom>
          <a:solidFill>
            <a:srgbClr val="777777"/>
          </a:solidFill>
          <a:ln w="0">
            <a:noFill/>
          </a:ln>
        </p:spPr>
      </p:sp>
      <p:sp>
        <p:nvSpPr>
          <p:cNvPr id="12" name="table-rounded-corner-0">
            <a:extLst>
              <a:ext uri="{FF2B5EF4-FFF2-40B4-BE49-F238E27FC236}">
                <ns2:creationId id="{FF35EEEA-EE5B-4F65-AA17-1D0C9F896A8D}"/>
              </a:ext>
            </a:extLst>
          </p:cNvPr>
          <p:cNvSpPr>
            <a:spLocks noGrp="1"/>
          </p:cNvSpPr>
          <p:nvPr/>
        </p:nvSpPr>
        <p:spPr>
          <a:xfrm rot="0">
            <a:off x="19050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3" name="table-rounded-corner-1">
            <a:extLst>
              <a:ext uri="{FF2B5EF4-FFF2-40B4-BE49-F238E27FC236}">
                <ns2:creationId id="{B61F92FB-B539-47D0-A7DD-6476FC0B2281}"/>
              </a:ext>
            </a:extLst>
          </p:cNvPr>
          <p:cNvSpPr>
            <a:spLocks noGrp="1"/>
          </p:cNvSpPr>
          <p:nvPr/>
        </p:nvSpPr>
        <p:spPr>
          <a:xfrm rot="5400000">
            <a:off x="16154400" y="45243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4" name="table-rounded-corner-2">
            <a:extLst>
              <a:ext uri="{FF2B5EF4-FFF2-40B4-BE49-F238E27FC236}">
                <ns2:creationId id="{5709AE07-B653-4D9B-A565-328173946C92}"/>
              </a:ext>
            </a:extLst>
          </p:cNvPr>
          <p:cNvSpPr>
            <a:spLocks noGrp="1"/>
          </p:cNvSpPr>
          <p:nvPr/>
        </p:nvSpPr>
        <p:spPr>
          <a:xfrm rot="10800000">
            <a:off x="161544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5" name="table-rounded-corner-3">
            <a:extLst>
              <a:ext uri="{FF2B5EF4-FFF2-40B4-BE49-F238E27FC236}">
                <ns2:creationId id="{B499F0B5-89BA-4242-B5E4-8BD6965DCEF8}"/>
              </a:ext>
            </a:extLst>
          </p:cNvPr>
          <p:cNvSpPr>
            <a:spLocks noGrp="1"/>
          </p:cNvSpPr>
          <p:nvPr/>
        </p:nvSpPr>
        <p:spPr>
          <a:xfrm rot="16200000">
            <a:off x="1905000" y="8105775"/>
            <a:ext cx="228600" cy="228600"/>
          </a:xfrm>
          <a:custGeom>
            <a:pathLst>
              <a:path w="228600" h="228600">
                <a:moveTo>
                  <a:pt x="0" y="0"/>
                </a:moveTo>
                <a:lnTo>
                  <a:pt x="228600" y="0"/>
                </a:lnTo>
                <a:cubicBezTo>
                  <a:pt x="102344" y="0"/>
                  <a:pt x="0" y="102344"/>
                  <a:pt x="0" y="228600"/>
                </a:cubicBezTo>
                <a:close/>
              </a:path>
            </a:pathLst>
          </a:custGeom>
          <a:solidFill>
            <a:srgbClr val="FFFFFF"/>
          </a:solidFill>
          <a:ln w="0">
            <a:noFill/>
          </a:ln>
        </p:spPr>
      </p:sp>
      <p:sp>
        <p:nvSpPr>
          <p:cNvPr id="16" name="recap-other-relations">
            <a:extLst>
              <a:ext uri="{FF2B5EF4-FFF2-40B4-BE49-F238E27FC236}">
                <ns2:creationId id="{83FD6CD6-96FC-4AB5-9FFE-CA1E09A70884}"/>
              </a:ext>
            </a:extLst>
          </p:cNvPr>
          <p:cNvSpPr>
            <a:spLocks noGrp="1"/>
          </p:cNvSpPr>
          <p:nvPr/>
        </p:nvSpPr>
        <p:spPr>
          <a:xfrm>
            <a:off x="1619250" y="8591550"/>
            <a:ext cx="15049500" cy="523875"/>
          </a:xfrm>
          <a:prstGeom prst="rect">
            <a:avLst/>
          </a:prstGeom>
          <a:noFill/>
          <a:ln w="0">
            <a:noFill/>
          </a:ln>
        </p:spPr>
        <p:txBody>
          <a:bodyPr wrap="none" lIns="0" tIns="0" rIns="0" bIns="0" anchor="t">
            <a:noAutofit/>
          </a:bodyPr>
          <a:lstStyle>
            <a:defPPr algn="ctr">
              <a:defRPr sz="2475" b="1">
                <a:solidFill>
                  <a:srgbClr val="555555"/>
                </a:solidFill>
                <a:latin typeface="Pretendard"/>
                <a:ea typeface="Pretendard"/>
                <a:cs typeface="Pretendard"/>
              </a:defRPr>
            </a:defPPr>
            <a:lvl1pPr algn="ctr">
              <a:defRPr sz="2475" b="1">
                <a:solidFill>
                  <a:srgbClr val="555555"/>
                </a:solidFill>
                <a:latin typeface="Pretendard"/>
                <a:ea typeface="Pretendard"/>
                <a:cs typeface="Pretendard"/>
              </a:defRPr>
            </a:lvl1pPr>
            <a:lvl2pPr algn="ctr">
              <a:defRPr sz="2475" b="1">
                <a:solidFill>
                  <a:srgbClr val="555555"/>
                </a:solidFill>
                <a:latin typeface="Pretendard"/>
                <a:ea typeface="Pretendard"/>
                <a:cs typeface="Pretendard"/>
              </a:defRPr>
            </a:lvl2pPr>
            <a:lvl3pPr algn="ctr">
              <a:defRPr sz="2475" b="1">
                <a:solidFill>
                  <a:srgbClr val="555555"/>
                </a:solidFill>
                <a:latin typeface="Pretendard"/>
                <a:ea typeface="Pretendard"/>
                <a:cs typeface="Pretendard"/>
              </a:defRPr>
            </a:lvl3pPr>
            <a:lvl4pPr algn="ctr">
              <a:defRPr sz="2475" b="1">
                <a:solidFill>
                  <a:srgbClr val="555555"/>
                </a:solidFill>
                <a:latin typeface="Pretendard"/>
                <a:ea typeface="Pretendard"/>
                <a:cs typeface="Pretendard"/>
              </a:defRPr>
            </a:lvl4pPr>
            <a:lvl5pPr algn="ctr">
              <a:defRPr sz="2475" b="1">
                <a:solidFill>
                  <a:srgbClr val="555555"/>
                </a:solidFill>
                <a:latin typeface="Pretendard"/>
                <a:ea typeface="Pretendard"/>
                <a:cs typeface="Pretendard"/>
              </a:defRPr>
            </a:lvl5pPr>
            <a:lvl6pPr algn="ctr">
              <a:defRPr sz="2475" b="1">
                <a:solidFill>
                  <a:srgbClr val="555555"/>
                </a:solidFill>
                <a:latin typeface="Pretendard"/>
                <a:ea typeface="Pretendard"/>
                <a:cs typeface="Pretendard"/>
              </a:defRPr>
            </a:lvl6pPr>
            <a:lvl7pPr algn="ctr">
              <a:defRPr sz="2475" b="1">
                <a:solidFill>
                  <a:srgbClr val="555555"/>
                </a:solidFill>
                <a:latin typeface="Pretendard"/>
                <a:ea typeface="Pretendard"/>
                <a:cs typeface="Pretendard"/>
              </a:defRPr>
            </a:lvl7pPr>
            <a:lvl8pPr algn="ctr">
              <a:defRPr sz="2475" b="1">
                <a:solidFill>
                  <a:srgbClr val="555555"/>
                </a:solidFill>
                <a:latin typeface="Pretendard"/>
                <a:ea typeface="Pretendard"/>
                <a:cs typeface="Pretendard"/>
              </a:defRPr>
            </a:lvl8pPr>
            <a:lvl9pPr algn="ctr">
              <a:defRPr sz="2475" b="1">
                <a:solidFill>
                  <a:srgbClr val="555555"/>
                </a:solidFill>
                <a:latin typeface="Pretendard"/>
                <a:ea typeface="Pretendard"/>
                <a:cs typeface="Pretendard"/>
              </a:defRPr>
            </a:lvl9pPr>
          </a:lstStyle>
          <a:p>
            <a:pPr algn="ctr">
              <a:defRPr sz="2475" b="1">
                <a:solidFill>
                  <a:srgbClr val="555555"/>
                </a:solidFill>
                <a:latin typeface="Pretendard"/>
                <a:ea typeface="Pretendard"/>
                <a:cs typeface="Pretendard"/>
              </a:defRPr>
            </a:pPr>
            <a:r>
              <a:rPr sz="2475" b="1">
                <a:solidFill>
                  <a:srgbClr val="555555"/>
                </a:solidFill>
                <a:latin typeface="Pretendard"/>
                <a:ea typeface="Pretendard"/>
                <a:cs typeface="Pretendard"/>
              </a:rPr>
              <a:t>계수를 n배 하면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n배 · 물질의 상태가 달라지면 Δ</a:t>
            </a:r>
            <a:r>
              <a:rPr sz="2475" b="1" i="1">
                <a:solidFill>
                  <a:srgbClr val="555555"/>
                </a:solidFill>
                <a:latin typeface="Pretendard"/>
                <a:ea typeface="Pretendard"/>
                <a:cs typeface="Pretendard"/>
              </a:rPr>
              <a:t>H</a:t>
            </a:r>
            <a:r>
              <a:rPr sz="2475" b="1">
                <a:solidFill>
                  <a:srgbClr val="555555"/>
                </a:solidFill>
                <a:latin typeface="Pretendard"/>
                <a:ea typeface="Pretendard"/>
                <a:cs typeface="Pretendard"/>
              </a:rPr>
              <a:t>도 달라진다</a:t>
            </a:r>
          </a:p>
        </p:txBody>
      </p:sp>
      <p:sp>
        <p:nvSpPr>
          <p:cNvPr id="17" name="summary-bond-bar">
            <a:extLst>
              <a:ext uri="{FF2B5EF4-FFF2-40B4-BE49-F238E27FC236}">
                <ns2:creationId id="{648AD8E0-C4CD-4A4A-871A-A4E26EA4DA69}"/>
              </a:ext>
            </a:extLst>
          </p:cNvPr>
          <p:cNvSpPr>
            <a:spLocks noGrp="1"/>
          </p:cNvSpPr>
          <p:nvPr/>
        </p:nvSpPr>
        <p:spPr>
          <a:xfrm>
            <a:off x="1905000" y="9191625"/>
            <a:ext cx="14478000" cy="619125"/>
          </a:xfrm>
          <a:prstGeom prst="roundRect">
            <a:avLst>
              <a:gd name="adj" fmla="val 24615"/>
            </a:avLst>
          </a:prstGeom>
          <a:solidFill>
            <a:srgbClr val="595959"/>
          </a:solidFill>
          <a:ln w="0">
            <a:noFill/>
          </a:ln>
        </p:spPr>
      </p:sp>
      <p:sp>
        <p:nvSpPr>
          <p:cNvPr id="18" name="summary-bond-equation">
            <a:extLst>
              <a:ext uri="{FF2B5EF4-FFF2-40B4-BE49-F238E27FC236}">
                <ns2:creationId id="{C91EBC48-2FD3-49CA-BFB6-B0915CEE6A02}"/>
              </a:ext>
            </a:extLst>
          </p:cNvPr>
          <p:cNvSpPr>
            <a:spLocks noGrp="1"/>
          </p:cNvSpPr>
          <p:nvPr/>
        </p:nvSpPr>
        <p:spPr>
          <a:xfrm>
            <a:off x="2095500" y="9324975"/>
            <a:ext cx="14097000" cy="428625"/>
          </a:xfrm>
          <a:prstGeom prst="rect">
            <a:avLst/>
          </a:prstGeom>
          <a:noFill/>
          <a:ln w="0">
            <a:noFill/>
          </a:ln>
        </p:spPr>
        <p:txBody>
          <a:bodyPr wrap="none" lIns="0" tIns="0" rIns="0" bIns="0" anchor="t">
            <a:noAutofit/>
          </a:bodyPr>
          <a:lstStyle>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Δ</a:t>
            </a:r>
            <a:r>
              <a:rPr sz="2400" b="0" i="1">
                <a:solidFill>
                  <a:srgbClr val="FFFFFF"/>
                </a:solidFill>
                <a:latin typeface="Pretendard"/>
                <a:ea typeface="Pretendard"/>
                <a:cs typeface="Pretendard"/>
              </a:rPr>
              <a:t>H</a:t>
            </a:r>
            <a:r>
              <a:rPr sz="2400" b="0">
                <a:solidFill>
                  <a:srgbClr val="FFFFFF"/>
                </a:solidFill>
                <a:latin typeface="Pretendard"/>
                <a:ea typeface="Pretendard"/>
                <a:cs typeface="Pretendard"/>
              </a:rPr>
              <a:t> ≈ 결합을 끊는 데 흡수한 에너지 − 결합 형성 시 방출한 에너지</a:t>
            </a:r>
          </a:p>
        </p:txBody>
      </p:sp>
    </p:spTree>
    <p:extLst>
      <p:ext uri="{BB962C8B-B14F-4D97-AF65-F5344CB8AC3E}">
        <ns4:creationId val="528501776"/>
      </p:ext>
    </p:extLst>
  </p:cSld>
</p:sld>
</file>

<file path=ppt/slides/slide3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3" name="">
            <a:extLst>
              <a:ext uri="{FF2B5EF4-FFF2-40B4-BE49-F238E27FC236}">
                <ns2:creationId id="{C36BDDF9-86E7-4656-A8B5-56E27E32E25B}"/>
              </a:ext>
            </a:extLst>
          </p:cNvPr>
          <p:cNvPicPr>
            <a:picLocks noChangeAspect="1"/>
          </p:cNvPicPr>
          <p:nvPr/>
        </p:nvPicPr>
        <p:blipFill>
          <a:blip ns3:embed="R61565dc432da48b2"/>
          <a:stretch/>
        </p:blipFill>
        <p:spPr>
          <a:xfrm>
            <a:off x="16941800" y="382588"/>
            <a:ext cx="1028700" cy="733425"/>
          </a:xfrm>
          <a:prstGeom prst="rect">
            <a:avLst/>
          </a:prstGeom>
        </p:spPr>
      </p:pic>
      <p:sp>
        <p:nvSpPr>
          <p:cNvPr id="2" name="part_heading">
            <a:extLst>
              <a:ext uri="{FF2B5EF4-FFF2-40B4-BE49-F238E27FC236}">
                <ns2:creationId id="{1742EAD7-B932-4DCC-9213-DE870C4554F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873AB4EE-E668-4EB9-8E9F-A393CA675E84}"/>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A6FD9C1C-87B6-4D7C-9E11-A547874CFBF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손난로가 따뜻해지는 까닭</a:t>
            </a:r>
          </a:p>
        </p:txBody>
      </p:sp>
      <p:sp>
        <p:nvSpPr>
          <p:cNvPr id="5" name="copyright">
            <a:extLst>
              <a:ext uri="{FF2B5EF4-FFF2-40B4-BE49-F238E27FC236}">
                <ns2:creationId id="{9169CB45-C841-4D89-8682-C017E3D5A79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warm-question">
            <a:extLst>
              <a:ext uri="{FF2B5EF4-FFF2-40B4-BE49-F238E27FC236}">
                <ns2:creationId id="{1786614D-E62A-460C-9D65-F8826B71D81A}"/>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7" name="warm-question-text">
            <a:extLst>
              <a:ext uri="{FF2B5EF4-FFF2-40B4-BE49-F238E27FC236}">
                <ns2:creationId id="{488AF5B7-5148-46AF-8D54-667EBB3FC58F}"/>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8" name="">
            <a:extLst>
              <a:ext uri="{FF2B5EF4-FFF2-40B4-BE49-F238E27FC236}">
                <ns2:creationId id="{EF441E7C-4A28-435B-ABF6-C1D9F64235CC}"/>
              </a:ext>
            </a:extLst>
          </p:cNvPr>
          <p:cNvPicPr>
            <a:picLocks noChangeAspect="1"/>
          </p:cNvPicPr>
          <p:nvPr/>
        </p:nvPicPr>
        <p:blipFill>
          <a:blip ns3:embed="R0b12ef717a874800"/>
          <a:stretch/>
        </p:blipFill>
        <p:spPr>
          <a:xfrm>
            <a:off x="1809750" y="6081617"/>
            <a:ext cx="4095750" cy="3076766"/>
          </a:xfrm>
          <a:prstGeom prst="rect">
            <a:avLst/>
          </a:prstGeom>
        </p:spPr>
      </p:pic>
      <p:sp>
        <p:nvSpPr>
          <p:cNvPr id="9" name="recap-card-1">
            <a:extLst>
              <a:ext uri="{FF2B5EF4-FFF2-40B4-BE49-F238E27FC236}">
                <ns2:creationId id="{E790BAAB-2650-451E-9E9B-577B5567BBA7}"/>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0" name="recap-label-1">
            <a:extLst>
              <a:ext uri="{FF2B5EF4-FFF2-40B4-BE49-F238E27FC236}">
                <ns2:creationId id="{23800113-E54A-43B9-8A31-AC091878C90C}"/>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1" name="recap-body-1">
            <a:extLst>
              <a:ext uri="{FF2B5EF4-FFF2-40B4-BE49-F238E27FC236}">
                <ns2:creationId id="{8A1A31F2-9518-4900-9F7B-EAE5DFA8486C}"/>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2" name="recap-arrow-1">
            <a:extLst>
              <a:ext uri="{FF2B5EF4-FFF2-40B4-BE49-F238E27FC236}">
                <ns2:creationId id="{4B91D2AA-B322-41A0-943B-025F6D2ECC54}"/>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3" name="recap-card-2">
            <a:extLst>
              <a:ext uri="{FF2B5EF4-FFF2-40B4-BE49-F238E27FC236}">
                <ns2:creationId id="{F403E378-F379-46E4-A96D-541EA04AE99E}"/>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4" name="recap-label-2">
            <a:extLst>
              <a:ext uri="{FF2B5EF4-FFF2-40B4-BE49-F238E27FC236}">
                <ns2:creationId id="{15691A9A-47E2-4967-9001-57AC4A8DA4FF}"/>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5" name="recap-body-2">
            <a:extLst>
              <a:ext uri="{FF2B5EF4-FFF2-40B4-BE49-F238E27FC236}">
                <ns2:creationId id="{3E7FDF09-E3B0-4CE9-82F8-8DB7369406B5}"/>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6" name="recap-arrow-2">
            <a:extLst>
              <a:ext uri="{FF2B5EF4-FFF2-40B4-BE49-F238E27FC236}">
                <ns2:creationId id="{05C55AA7-661D-42C4-863E-95E1C2B5E672}"/>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7" name="recap-card-3">
            <a:extLst>
              <a:ext uri="{FF2B5EF4-FFF2-40B4-BE49-F238E27FC236}">
                <ns2:creationId id="{7B890251-91EC-4ADF-B328-8980A9102AE1}"/>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8" name="recap-label-3">
            <a:extLst>
              <a:ext uri="{FF2B5EF4-FFF2-40B4-BE49-F238E27FC236}">
                <ns2:creationId id="{4DBBFB54-086D-484E-B91C-807167AFEC06}"/>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19" name="recap-body-3">
            <a:extLst>
              <a:ext uri="{FF2B5EF4-FFF2-40B4-BE49-F238E27FC236}">
                <ns2:creationId id="{5DF9C6DC-9FA3-462E-B7DF-6138F94CDEED}"/>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0" name="exit-reaction">
            <a:extLst>
              <a:ext uri="{FF2B5EF4-FFF2-40B4-BE49-F238E27FC236}">
                <ns2:creationId id="{D504B592-0E9A-472C-BFA7-3D333B239802}"/>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1" name="exit-instruction">
            <a:extLst>
              <a:ext uri="{FF2B5EF4-FFF2-40B4-BE49-F238E27FC236}">
                <ns2:creationId id="{B9103DCE-CC50-4DBF-8AC5-91DCB1CA70BE}"/>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2" name="answer-1">
            <a:extLst>
              <a:ext uri="{FF2B5EF4-FFF2-40B4-BE49-F238E27FC236}">
                <ns2:creationId id="{82A61FF5-EECE-4B69-8A3F-C241B9626B4E}"/>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124224442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2026-10-20T00:47:36.3860000Z</dcterms:created>
  <dcterms:modified xsi:type="dcterms:W3CDTF">2026-10-20T00:47:36.3860000Z</dcterms:modified>
</coreProperties>
</file>