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e860414a15420e" /><Relationship Type="http://schemas.openxmlformats.org/officeDocument/2006/relationships/extended-properties" Target="/docProps/app.xml" Id="Rccbf96a0a7ee49ed" /><Relationship Type="http://schemas.openxmlformats.org/officeDocument/2006/relationships/officeDocument" Target="/ppt/presentation.xml" Id="Rd64f79784f2046e8" /></Relationships>
</file>

<file path=ppt/presentation.xml><?xml version="1.0" encoding="utf-8"?>
<p:presentation xmlns:p="http://schemas.openxmlformats.org/presentationml/2006/main">
  <p:sldMasterIdLst>
    <p:sldMasterId xmlns:r="http://schemas.openxmlformats.org/officeDocument/2006/relationships" id="2147483648" r:id="R48377fc2ea9f442a"/>
  </p:sldMasterIdLst>
  <p:notesMasterIdLst>
    <p:notesMasterId xmlns:r="http://schemas.openxmlformats.org/officeDocument/2006/relationships" r:id="R61480f796e6f4b1d"/>
  </p:notesMasterIdLst>
  <p:sldIdLst>
    <p:sldId xmlns:r="http://schemas.openxmlformats.org/officeDocument/2006/relationships" id="256" r:id="R8df29eeef6864bb1"/>
    <p:sldId xmlns:r="http://schemas.openxmlformats.org/officeDocument/2006/relationships" id="257" r:id="R5f335c9853d54794"/>
    <p:sldId xmlns:r="http://schemas.openxmlformats.org/officeDocument/2006/relationships" id="258" r:id="R7624d9eb01134b1f"/>
    <p:sldId xmlns:r="http://schemas.openxmlformats.org/officeDocument/2006/relationships" id="259" r:id="R578813881b864f9a"/>
    <p:sldId xmlns:r="http://schemas.openxmlformats.org/officeDocument/2006/relationships" id="260" r:id="Rbf0c9f24610548c3"/>
    <p:sldId xmlns:r="http://schemas.openxmlformats.org/officeDocument/2006/relationships" id="261" r:id="R576464fa63414aa5"/>
    <p:sldId xmlns:r="http://schemas.openxmlformats.org/officeDocument/2006/relationships" id="262" r:id="R19193a830a8e42bf"/>
    <p:sldId xmlns:r="http://schemas.openxmlformats.org/officeDocument/2006/relationships" id="263" r:id="Re16a1a9a36144e3c"/>
    <p:sldId xmlns:r="http://schemas.openxmlformats.org/officeDocument/2006/relationships" id="264" r:id="Rce70c5ff11304d5d"/>
    <p:sldId xmlns:r="http://schemas.openxmlformats.org/officeDocument/2006/relationships" id="265" r:id="R9999ec4688924e77"/>
    <p:sldId xmlns:r="http://schemas.openxmlformats.org/officeDocument/2006/relationships" id="266" r:id="R6ff67e4c878246f5"/>
    <p:sldId xmlns:r="http://schemas.openxmlformats.org/officeDocument/2006/relationships" id="267" r:id="R00393d910b624415"/>
    <p:sldId xmlns:r="http://schemas.openxmlformats.org/officeDocument/2006/relationships" id="268" r:id="R17e367b774d74447"/>
    <p:sldId xmlns:r="http://schemas.openxmlformats.org/officeDocument/2006/relationships" id="269" r:id="R04e0ed6871704f96"/>
    <p:sldId xmlns:r="http://schemas.openxmlformats.org/officeDocument/2006/relationships" id="270" r:id="R96f59a07e6e44f1f"/>
    <p:sldId xmlns:r="http://schemas.openxmlformats.org/officeDocument/2006/relationships" id="271" r:id="R8f95991ac064456b"/>
    <p:sldId xmlns:r="http://schemas.openxmlformats.org/officeDocument/2006/relationships" id="272" r:id="Ra5ce28182cef4724"/>
    <p:sldId xmlns:r="http://schemas.openxmlformats.org/officeDocument/2006/relationships" id="273" r:id="R9b1dbb34feb7430d"/>
    <p:sldId xmlns:r="http://schemas.openxmlformats.org/officeDocument/2006/relationships" id="274" r:id="R17a51522ce9c4f27"/>
    <p:sldId xmlns:r="http://schemas.openxmlformats.org/officeDocument/2006/relationships" id="275" r:id="Rbc7f22c1a85d4c7c"/>
    <p:sldId xmlns:r="http://schemas.openxmlformats.org/officeDocument/2006/relationships" id="276" r:id="Raa5bffec208747c2"/>
    <p:sldId xmlns:r="http://schemas.openxmlformats.org/officeDocument/2006/relationships" id="277" r:id="R57614c7b38f6415e"/>
    <p:sldId xmlns:r="http://schemas.openxmlformats.org/officeDocument/2006/relationships" id="278" r:id="R49acffe8b1d8469c"/>
    <p:sldId xmlns:r="http://schemas.openxmlformats.org/officeDocument/2006/relationships" id="279" r:id="Ra32ca00cc8634007"/>
    <p:sldId xmlns:r="http://schemas.openxmlformats.org/officeDocument/2006/relationships" id="280" r:id="Reedd92e9f8024436"/>
    <p:sldId xmlns:r="http://schemas.openxmlformats.org/officeDocument/2006/relationships" id="281" r:id="Ra1b1906c005e4eed"/>
    <p:sldId xmlns:r="http://schemas.openxmlformats.org/officeDocument/2006/relationships" id="282" r:id="Rd6e024edabf14bd1"/>
    <p:sldId xmlns:r="http://schemas.openxmlformats.org/officeDocument/2006/relationships" id="283" r:id="Rd0aaaccfd5a24803"/>
    <p:sldId xmlns:r="http://schemas.openxmlformats.org/officeDocument/2006/relationships" id="284" r:id="R11cd0a307ba3465b"/>
    <p:sldId xmlns:r="http://schemas.openxmlformats.org/officeDocument/2006/relationships" id="285" r:id="R707d3061d02845d3"/>
    <p:sldId xmlns:r="http://schemas.openxmlformats.org/officeDocument/2006/relationships" id="286" r:id="Ra5bbfdb4571549c8"/>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11f4fa318743df" /><Relationship Type="http://schemas.openxmlformats.org/officeDocument/2006/relationships/slideMaster" Target="/ppt/slideMasters/slideMaster1.xml" Id="R48377fc2ea9f442a" /><Relationship Type="http://schemas.openxmlformats.org/officeDocument/2006/relationships/notesMaster" Target="/ppt/notesMasters/notesMaster1.xml" Id="R61480f796e6f4b1d" /><Relationship Type="http://schemas.openxmlformats.org/officeDocument/2006/relationships/presProps" Target="/ppt/presProps.xml" Id="R0097b311ec8843b4" /><Relationship Type="http://schemas.openxmlformats.org/officeDocument/2006/relationships/tableStyles" Target="/ppt/tableStyles.xml" Id="R6f69c6997b284969" /><Relationship Type="http://schemas.openxmlformats.org/officeDocument/2006/relationships/slide" Target="/ppt/slides/slide1.xml" Id="R8df29eeef6864bb1" /><Relationship Type="http://schemas.openxmlformats.org/officeDocument/2006/relationships/slide" Target="/ppt/slides/slide2.xml" Id="R5f335c9853d54794" /><Relationship Type="http://schemas.openxmlformats.org/officeDocument/2006/relationships/slide" Target="/ppt/slides/slide3.xml" Id="R7624d9eb01134b1f" /><Relationship Type="http://schemas.openxmlformats.org/officeDocument/2006/relationships/slide" Target="/ppt/slides/slide4.xml" Id="R578813881b864f9a" /><Relationship Type="http://schemas.openxmlformats.org/officeDocument/2006/relationships/slide" Target="/ppt/slides/slide5.xml" Id="Rbf0c9f24610548c3" /><Relationship Type="http://schemas.openxmlformats.org/officeDocument/2006/relationships/slide" Target="/ppt/slides/slide6.xml" Id="R576464fa63414aa5" /><Relationship Type="http://schemas.openxmlformats.org/officeDocument/2006/relationships/slide" Target="/ppt/slides/slide7.xml" Id="R19193a830a8e42bf" /><Relationship Type="http://schemas.openxmlformats.org/officeDocument/2006/relationships/slide" Target="/ppt/slides/slide8.xml" Id="Re16a1a9a36144e3c" /><Relationship Type="http://schemas.openxmlformats.org/officeDocument/2006/relationships/slide" Target="/ppt/slides/slide9.xml" Id="Rce70c5ff11304d5d" /><Relationship Type="http://schemas.openxmlformats.org/officeDocument/2006/relationships/slide" Target="/ppt/slides/slide10.xml" Id="R9999ec4688924e77" /><Relationship Type="http://schemas.openxmlformats.org/officeDocument/2006/relationships/slide" Target="/ppt/slides/slide11.xml" Id="R6ff67e4c878246f5" /><Relationship Type="http://schemas.openxmlformats.org/officeDocument/2006/relationships/slide" Target="/ppt/slides/slide12.xml" Id="R00393d910b624415" /><Relationship Type="http://schemas.openxmlformats.org/officeDocument/2006/relationships/slide" Target="/ppt/slides/slide13.xml" Id="R17e367b774d74447" /><Relationship Type="http://schemas.openxmlformats.org/officeDocument/2006/relationships/slide" Target="/ppt/slides/slide14.xml" Id="R04e0ed6871704f96" /><Relationship Type="http://schemas.openxmlformats.org/officeDocument/2006/relationships/slide" Target="/ppt/slides/slide15.xml" Id="R96f59a07e6e44f1f" /><Relationship Type="http://schemas.openxmlformats.org/officeDocument/2006/relationships/slide" Target="/ppt/slides/slide16.xml" Id="R8f95991ac064456b" /><Relationship Type="http://schemas.openxmlformats.org/officeDocument/2006/relationships/slide" Target="/ppt/slides/slide17.xml" Id="Ra5ce28182cef4724" /><Relationship Type="http://schemas.openxmlformats.org/officeDocument/2006/relationships/slide" Target="/ppt/slides/slide18.xml" Id="R9b1dbb34feb7430d" /><Relationship Type="http://schemas.openxmlformats.org/officeDocument/2006/relationships/slide" Target="/ppt/slides/slide19.xml" Id="R17a51522ce9c4f27" /><Relationship Type="http://schemas.openxmlformats.org/officeDocument/2006/relationships/slide" Target="/ppt/slides/slide20.xml" Id="Rbc7f22c1a85d4c7c" /><Relationship Type="http://schemas.openxmlformats.org/officeDocument/2006/relationships/slide" Target="/ppt/slides/slide21.xml" Id="Raa5bffec208747c2" /><Relationship Type="http://schemas.openxmlformats.org/officeDocument/2006/relationships/slide" Target="/ppt/slides/slide22.xml" Id="R57614c7b38f6415e" /><Relationship Type="http://schemas.openxmlformats.org/officeDocument/2006/relationships/slide" Target="/ppt/slides/slide23.xml" Id="R49acffe8b1d8469c" /><Relationship Type="http://schemas.openxmlformats.org/officeDocument/2006/relationships/slide" Target="/ppt/slides/slide24.xml" Id="Ra32ca00cc8634007" /><Relationship Type="http://schemas.openxmlformats.org/officeDocument/2006/relationships/slide" Target="/ppt/slides/slide25.xml" Id="Reedd92e9f8024436" /><Relationship Type="http://schemas.openxmlformats.org/officeDocument/2006/relationships/slide" Target="/ppt/slides/slide26.xml" Id="Ra1b1906c005e4eed" /><Relationship Type="http://schemas.openxmlformats.org/officeDocument/2006/relationships/slide" Target="/ppt/slides/slide27.xml" Id="Rd6e024edabf14bd1" /><Relationship Type="http://schemas.openxmlformats.org/officeDocument/2006/relationships/slide" Target="/ppt/slides/slide28.xml" Id="Rd0aaaccfd5a24803" /><Relationship Type="http://schemas.openxmlformats.org/officeDocument/2006/relationships/slide" Target="/ppt/slides/slide29.xml" Id="R11cd0a307ba3465b" /><Relationship Type="http://schemas.openxmlformats.org/officeDocument/2006/relationships/slide" Target="/ppt/slides/slide30.xml" Id="R707d3061d02845d3" /><Relationship Type="http://schemas.openxmlformats.org/officeDocument/2006/relationships/slide" Target="/ppt/slides/slide31.xml" Id="Ra5bbfdb4571549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3e26049cea43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50d2de321c4b5e" /><Relationship Type="http://schemas.openxmlformats.org/officeDocument/2006/relationships/notesMaster" Target="/ppt/notesMasters/notesMaster1.xml" Id="R5adaa512d9c74a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6c72675e5c44f8" /><Relationship Type="http://schemas.openxmlformats.org/officeDocument/2006/relationships/notesMaster" Target="/ppt/notesMasters/notesMaster1.xml" Id="R9f464959299244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d3c037f29e4b02" /><Relationship Type="http://schemas.openxmlformats.org/officeDocument/2006/relationships/notesMaster" Target="/ppt/notesMasters/notesMaster1.xml" Id="R21643e226f9a4e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04b6f8d06d49ad" /><Relationship Type="http://schemas.openxmlformats.org/officeDocument/2006/relationships/notesMaster" Target="/ppt/notesMasters/notesMaster1.xml" Id="R5cc0aede07554d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b4cc85b8b64205" /><Relationship Type="http://schemas.openxmlformats.org/officeDocument/2006/relationships/notesMaster" Target="/ppt/notesMasters/notesMaster1.xml" Id="Rc9f28f82d42f4f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2d6f7ee572466d" /><Relationship Type="http://schemas.openxmlformats.org/officeDocument/2006/relationships/notesMaster" Target="/ppt/notesMasters/notesMaster1.xml" Id="R72cd845c7b814d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cf1809f87b40c4" /><Relationship Type="http://schemas.openxmlformats.org/officeDocument/2006/relationships/notesMaster" Target="/ppt/notesMasters/notesMaster1.xml" Id="R3259ff24df0c4c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d60b77790f4695" /><Relationship Type="http://schemas.openxmlformats.org/officeDocument/2006/relationships/notesMaster" Target="/ppt/notesMasters/notesMaster1.xml" Id="R7d90489de4bf4b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3a81313003495d" /><Relationship Type="http://schemas.openxmlformats.org/officeDocument/2006/relationships/notesMaster" Target="/ppt/notesMasters/notesMaster1.xml" Id="R38415cb3626844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d228f1bc4e473d" /><Relationship Type="http://schemas.openxmlformats.org/officeDocument/2006/relationships/notesMaster" Target="/ppt/notesMasters/notesMaster1.xml" Id="R935068732e5149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da39ed06a14093" /><Relationship Type="http://schemas.openxmlformats.org/officeDocument/2006/relationships/notesMaster" Target="/ppt/notesMasters/notesMaster1.xml" Id="Rf059c6c65d9a4e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8b7f6b445149e0" /><Relationship Type="http://schemas.openxmlformats.org/officeDocument/2006/relationships/notesMaster" Target="/ppt/notesMasters/notesMaster1.xml" Id="R01a6e77661b84e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c6ac9af3924e4d" /><Relationship Type="http://schemas.openxmlformats.org/officeDocument/2006/relationships/notesMaster" Target="/ppt/notesMasters/notesMaster1.xml" Id="R357b0fc84a0043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e860a52f5944e3" /><Relationship Type="http://schemas.openxmlformats.org/officeDocument/2006/relationships/notesMaster" Target="/ppt/notesMasters/notesMaster1.xml" Id="R63c710cfb38c4d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47427930ab94f00" /><Relationship Type="http://schemas.openxmlformats.org/officeDocument/2006/relationships/notesMaster" Target="/ppt/notesMasters/notesMaster1.xml" Id="R8dce71c8746d49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a5b05c0e118458b" /><Relationship Type="http://schemas.openxmlformats.org/officeDocument/2006/relationships/notesMaster" Target="/ppt/notesMasters/notesMaster1.xml" Id="R83e648ccf5fd4b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74eb5595f14a1c" /><Relationship Type="http://schemas.openxmlformats.org/officeDocument/2006/relationships/notesMaster" Target="/ppt/notesMasters/notesMaster1.xml" Id="Ra4f2e84cc07340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eee4cdc04b4a5c" /><Relationship Type="http://schemas.openxmlformats.org/officeDocument/2006/relationships/notesMaster" Target="/ppt/notesMasters/notesMaster1.xml" Id="R96ea9eafb43445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9838c5388a4b1c" /><Relationship Type="http://schemas.openxmlformats.org/officeDocument/2006/relationships/notesMaster" Target="/ppt/notesMasters/notesMaster1.xml" Id="R6ef9feacadd74b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1ac1acf7ff04217" /><Relationship Type="http://schemas.openxmlformats.org/officeDocument/2006/relationships/notesMaster" Target="/ppt/notesMasters/notesMaster1.xml" Id="Rc5c7ef4d93c54dc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458a278e344313" /><Relationship Type="http://schemas.openxmlformats.org/officeDocument/2006/relationships/notesMaster" Target="/ppt/notesMasters/notesMaster1.xml" Id="R9906282019ad4d1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5057a2c17224cbc" /><Relationship Type="http://schemas.openxmlformats.org/officeDocument/2006/relationships/notesMaster" Target="/ppt/notesMasters/notesMaster1.xml" Id="R614d7998cbcb4b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433806e1364912" /><Relationship Type="http://schemas.openxmlformats.org/officeDocument/2006/relationships/notesMaster" Target="/ppt/notesMasters/notesMaster1.xml" Id="Rdd0b5bc410a94f2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f46db606d0441c" /><Relationship Type="http://schemas.openxmlformats.org/officeDocument/2006/relationships/notesMaster" Target="/ppt/notesMasters/notesMaster1.xml" Id="R927e0c9ab8334a3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c037df1aa9450d" /><Relationship Type="http://schemas.openxmlformats.org/officeDocument/2006/relationships/notesMaster" Target="/ppt/notesMasters/notesMaster1.xml" Id="R3ad3c1b718ea4d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4f635b9a364981" /><Relationship Type="http://schemas.openxmlformats.org/officeDocument/2006/relationships/notesMaster" Target="/ppt/notesMasters/notesMaster1.xml" Id="R389ebb6aef984c9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48451d80fc64895" /><Relationship Type="http://schemas.openxmlformats.org/officeDocument/2006/relationships/notesMaster" Target="/ppt/notesMasters/notesMaster1.xml" Id="Rf18389b121714ed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a256198bb14b6f" /><Relationship Type="http://schemas.openxmlformats.org/officeDocument/2006/relationships/notesMaster" Target="/ppt/notesMasters/notesMaster1.xml" Id="Rf0eae5c0645e4c7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3043d2f00b4e8d" /><Relationship Type="http://schemas.openxmlformats.org/officeDocument/2006/relationships/notesMaster" Target="/ppt/notesMasters/notesMaster1.xml" Id="R22d187ce5eb94bc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3d7a31a81824b34" /><Relationship Type="http://schemas.openxmlformats.org/officeDocument/2006/relationships/notesMaster" Target="/ppt/notesMasters/notesMaster1.xml" Id="R26fb4a79c53c420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7ca9eb018c47fa" /><Relationship Type="http://schemas.openxmlformats.org/officeDocument/2006/relationships/notesMaster" Target="/ppt/notesMasters/notesMaster1.xml" Id="R1315e4acad9b4c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에탄올1 mol은46 g이고 완전 연소할 때1367 kJ를 방출합니다. 따라서1 g당 약29.7 kJ입니다. 수소는 제시된 식의 계수가2이므로571.6 kJ를 먼저2로 나누어1 mol당285.8 kJ를 구합니다. 수소1 mol의 질량은2 g이므로 다시2로 나누면142.9 kJ/g입니다. 수소 계산에서 두 번의 나눗셈은 역할이 다릅니다. 첫 번째는 반응식 계수, 두 번째는 몰질량에 따른 환산이라는 점을 학생에게 설명하게 합니다.</a:t>
            </a:r>
          </a:p>
          <a:p xmlns:a="http://schemas.openxmlformats.org/drawingml/2006/main">
            <a:r>
              <a:t>화면에서 가리킬 순서: 에탄올 식과 상태l→수소 계수2→아래 두 계산</a:t>
            </a:r>
          </a:p>
          <a:p xmlns:a="http://schemas.openxmlformats.org/drawingml/2006/main">
            <a:r>
              <a:t>오개념 점검: 두 번의÷2를 같은 근거라고 설명하지 않는다.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7e36deebd844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366d6acbec4c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7b751b780141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40b8f73ef141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9f8877a2a840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70658c9ae548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D73EFA-6BEC-4E86-A80C-39145D810A4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89CCCD-234E-4F88-AF7C-7D716B416DD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AD0833-7EA9-427B-9FA7-35D47073E0C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20C15D-E1EC-4BBA-8E48-52FDD1B2229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1FE966-F1E5-4821-B4C9-3D4FBB813A2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3174F6-B237-4BDA-A07E-3F18586A189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F1C472-59D2-4273-A0CF-0350C6648EF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A416FD-3628-43BA-861B-C74709BACAF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CAEA94-1537-4810-BAFE-5095C4E4A82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91653F-A74E-4256-BD96-0ECCBAE1D71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a26629ee4a4499" /><Relationship Type="http://schemas.openxmlformats.org/officeDocument/2006/relationships/slideLayout" Target="/ppt/slideLayouts/slideLayout1.xml" Id="Rec2c3bd70bc14af2" /><Relationship Type="http://schemas.openxmlformats.org/officeDocument/2006/relationships/slideLayout" Target="/ppt/slideLayouts/slideLayout2.xml" Id="R22aa8211eb574144" /><Relationship Type="http://schemas.openxmlformats.org/officeDocument/2006/relationships/slideLayout" Target="/ppt/slideLayouts/slideLayout3.xml" Id="R257efe6031614ce5" /><Relationship Type="http://schemas.openxmlformats.org/officeDocument/2006/relationships/slideLayout" Target="/ppt/slideLayouts/slideLayout4.xml" Id="R8f3ba5ead30647fc" /><Relationship Type="http://schemas.openxmlformats.org/officeDocument/2006/relationships/slideLayout" Target="/ppt/slideLayouts/slideLayout5.xml" Id="R11671167477b4957" /><Relationship Type="http://schemas.openxmlformats.org/officeDocument/2006/relationships/slideLayout" Target="/ppt/slideLayouts/slideLayout6.xml" Id="R8a5492f8d93846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2c3bd70bc14af2"/>
    <p:sldLayoutId xmlns:r="http://schemas.openxmlformats.org/officeDocument/2006/relationships" id="2147483650" r:id="R22aa8211eb574144"/>
    <p:sldLayoutId xmlns:r="http://schemas.openxmlformats.org/officeDocument/2006/relationships" id="2147483651" r:id="R257efe6031614ce5"/>
    <p:sldLayoutId xmlns:r="http://schemas.openxmlformats.org/officeDocument/2006/relationships" id="2147483652" r:id="R8f3ba5ead30647fc"/>
    <p:sldLayoutId xmlns:r="http://schemas.openxmlformats.org/officeDocument/2006/relationships" id="2147483653" r:id="R11671167477b4957"/>
    <p:sldLayoutId xmlns:r="http://schemas.openxmlformats.org/officeDocument/2006/relationships" id="2147483654" r:id="R8a5492f8d93846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b57af4229f4bd4" /><Relationship Type="http://schemas.openxmlformats.org/officeDocument/2006/relationships/image" Target="/ppt/media/image.png" Id="Rda13e7770c77428e" /><Relationship Type="http://schemas.openxmlformats.org/officeDocument/2006/relationships/image" Target="/ppt/media/image2.png" Id="R88dc00a5ed884166" /><Relationship Type="http://schemas.openxmlformats.org/officeDocument/2006/relationships/image" Target="/ppt/media/image3.png" Id="Raae25573566248e4" /><Relationship Type="http://schemas.openxmlformats.org/officeDocument/2006/relationships/image" Target="/ppt/media/image4.png" Id="R92ed5f1496c34059" /><Relationship Type="http://schemas.openxmlformats.org/officeDocument/2006/relationships/notesSlide" Target="/ppt/notesSlides/notesSlide1.xml" Id="R41d40ca5c1394d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2cf3fc184b454c" /><Relationship Type="http://schemas.openxmlformats.org/officeDocument/2006/relationships/image" Target="/ppt/media/image5.png" Id="R1c23ee679981417b" /><Relationship Type="http://schemas.openxmlformats.org/officeDocument/2006/relationships/image" Target="/ppt/media/image6.png" Id="R51f1ab8ddff04b78" /><Relationship Type="http://schemas.openxmlformats.org/officeDocument/2006/relationships/image" Target="/ppt/media/image7.png" Id="Ra4b03e06a2244371" /><Relationship Type="http://schemas.openxmlformats.org/officeDocument/2006/relationships/image" Target="/ppt/media/image8.png" Id="R2bfbe0a5b09e430a" /><Relationship Type="http://schemas.openxmlformats.org/officeDocument/2006/relationships/image" Target="/ppt/media/image9.png" Id="R62b68424f16b4418" /><Relationship Type="http://schemas.openxmlformats.org/officeDocument/2006/relationships/image" Target="/ppt/media/image10.png" Id="Rcdc240ab4b44465c" /><Relationship Type="http://schemas.openxmlformats.org/officeDocument/2006/relationships/image" Target="/ppt/media/image11.png" Id="R15071f40fd4b474c" /><Relationship Type="http://schemas.openxmlformats.org/officeDocument/2006/relationships/image" Target="/ppt/media/image12.png" Id="R024cf586f9604cf1" /><Relationship Type="http://schemas.openxmlformats.org/officeDocument/2006/relationships/image" Target="/ppt/media/image13.png" Id="R07722b549c11436d" /><Relationship Type="http://schemas.openxmlformats.org/officeDocument/2006/relationships/notesSlide" Target="/ppt/notesSlides/notesSlide2.xml" Id="R825d19427c3747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01f271db884d0a" /><Relationship Type="http://schemas.openxmlformats.org/officeDocument/2006/relationships/image" Target="/ppt/media/image14.png" Id="R53cea2eed4f341d3" /><Relationship Type="http://schemas.openxmlformats.org/officeDocument/2006/relationships/image" Target="/ppt/media/image15.png" Id="R763821fe09b04dfa" /><Relationship Type="http://schemas.openxmlformats.org/officeDocument/2006/relationships/image" Target="/ppt/media/image16.png" Id="R6b943c358e49430b" /><Relationship Type="http://schemas.openxmlformats.org/officeDocument/2006/relationships/notesSlide" Target="/ppt/notesSlides/notesSlide3.xml" Id="R29eae744e79b44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f3e7f181db44eb" /><Relationship Type="http://schemas.openxmlformats.org/officeDocument/2006/relationships/image" Target="/ppt/media/image17.png" Id="R2b2a291faf0244d3" /><Relationship Type="http://schemas.openxmlformats.org/officeDocument/2006/relationships/image" Target="/ppt/media/image18.png" Id="R75db03d9d34f4991" /><Relationship Type="http://schemas.openxmlformats.org/officeDocument/2006/relationships/notesSlide" Target="/ppt/notesSlides/notesSlide4.xml" Id="Rd95317f84e6645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84d87fca5c44a3" /><Relationship Type="http://schemas.openxmlformats.org/officeDocument/2006/relationships/image" Target="/ppt/media/image19.png" Id="R816a61fa5f134a4b" /><Relationship Type="http://schemas.openxmlformats.org/officeDocument/2006/relationships/image" Target="/ppt/media/image20.png" Id="Ra7629cc53d624e15" /><Relationship Type="http://schemas.openxmlformats.org/officeDocument/2006/relationships/notesSlide" Target="/ppt/notesSlides/notesSlide5.xml" Id="R0467e2773c9d4e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8b8ae7a344472d" /><Relationship Type="http://schemas.openxmlformats.org/officeDocument/2006/relationships/image" Target="/ppt/media/image21.png" Id="Rc5ee0d839ee1422f" /><Relationship Type="http://schemas.openxmlformats.org/officeDocument/2006/relationships/image" Target="/ppt/media/image22.png" Id="R77270a16e7c04231" /><Relationship Type="http://schemas.openxmlformats.org/officeDocument/2006/relationships/image" Target="/ppt/media/image23.png" Id="Rfa7954960e63450f" /><Relationship Type="http://schemas.openxmlformats.org/officeDocument/2006/relationships/notesSlide" Target="/ppt/notesSlides/notesSlide6.xml" Id="Rb450bb1ee6d74d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32f437c0c54570" /><Relationship Type="http://schemas.openxmlformats.org/officeDocument/2006/relationships/image" Target="/ppt/media/image24.png" Id="R927107d83da1427f" /><Relationship Type="http://schemas.openxmlformats.org/officeDocument/2006/relationships/image" Target="/ppt/media/image25.png" Id="R7a6039ad994b47e5" /><Relationship Type="http://schemas.openxmlformats.org/officeDocument/2006/relationships/image" Target="/ppt/media/image26.png" Id="R01abac6a15dd442a" /><Relationship Type="http://schemas.openxmlformats.org/officeDocument/2006/relationships/notesSlide" Target="/ppt/notesSlides/notesSlide7.xml" Id="R04dee26f930446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3aaea4f9df1479f" /><Relationship Type="http://schemas.openxmlformats.org/officeDocument/2006/relationships/image" Target="/ppt/media/image27.png" Id="R57fcd534ddcd4462" /><Relationship Type="http://schemas.openxmlformats.org/officeDocument/2006/relationships/image" Target="/ppt/media/image28.png" Id="R3647bf98ad594449" /><Relationship Type="http://schemas.openxmlformats.org/officeDocument/2006/relationships/notesSlide" Target="/ppt/notesSlides/notesSlide8.xml" Id="R2f1970508ce84f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7650b70fbc4577" /><Relationship Type="http://schemas.openxmlformats.org/officeDocument/2006/relationships/image" Target="/ppt/media/image29.png" Id="R29f835dab3044a8e" /><Relationship Type="http://schemas.openxmlformats.org/officeDocument/2006/relationships/image" Target="/ppt/media/image30.png" Id="R2030eb9e8f4d4fc0" /><Relationship Type="http://schemas.openxmlformats.org/officeDocument/2006/relationships/notesSlide" Target="/ppt/notesSlides/notesSlide9.xml" Id="R9a6c5e0367ba46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f2c1d123764fe0" /><Relationship Type="http://schemas.openxmlformats.org/officeDocument/2006/relationships/image" Target="/ppt/media/image31.png" Id="R99c79f53bc034470" /><Relationship Type="http://schemas.openxmlformats.org/officeDocument/2006/relationships/image" Target="/ppt/media/image32.png" Id="R68bbae07895840fb" /><Relationship Type="http://schemas.openxmlformats.org/officeDocument/2006/relationships/image" Target="/ppt/media/image33.png" Id="R6eb46f4b77874765" /><Relationship Type="http://schemas.openxmlformats.org/officeDocument/2006/relationships/notesSlide" Target="/ppt/notesSlides/notesSlide10.xml" Id="Re4fd1f89916147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9dea1e02094893" /><Relationship Type="http://schemas.openxmlformats.org/officeDocument/2006/relationships/image" Target="/ppt/media/image34.png" Id="R8f8eca6570d74ffc" /><Relationship Type="http://schemas.openxmlformats.org/officeDocument/2006/relationships/image" Target="/ppt/media/image35.png" Id="R07af11f318174ef3" /><Relationship Type="http://schemas.openxmlformats.org/officeDocument/2006/relationships/notesSlide" Target="/ppt/notesSlides/notesSlide11.xml" Id="Rd3470d80f75f45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1925f0ffb54763" /><Relationship Type="http://schemas.openxmlformats.org/officeDocument/2006/relationships/image" Target="/ppt/media/image36.png" Id="R6d24793987d444b7" /><Relationship Type="http://schemas.openxmlformats.org/officeDocument/2006/relationships/image" Target="/ppt/media/image37.png" Id="R03ceccfa5ce54caf" /><Relationship Type="http://schemas.openxmlformats.org/officeDocument/2006/relationships/image" Target="/ppt/media/image38.png" Id="Rb7c4b02eeae4413e" /><Relationship Type="http://schemas.openxmlformats.org/officeDocument/2006/relationships/notesSlide" Target="/ppt/notesSlides/notesSlide12.xml" Id="R65f451fa474a46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eb8333869a4854" /><Relationship Type="http://schemas.openxmlformats.org/officeDocument/2006/relationships/image" Target="/ppt/media/image39.png" Id="Rdf8ec8af3b154428" /><Relationship Type="http://schemas.openxmlformats.org/officeDocument/2006/relationships/image" Target="/ppt/media/image40.png" Id="R03162765ce284f81" /><Relationship Type="http://schemas.openxmlformats.org/officeDocument/2006/relationships/notesSlide" Target="/ppt/notesSlides/notesSlide13.xml" Id="R4639e497b99146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0f8c81a2ab8408e" /><Relationship Type="http://schemas.openxmlformats.org/officeDocument/2006/relationships/image" Target="/ppt/media/image41.png" Id="Re08b8920965f4888" /><Relationship Type="http://schemas.openxmlformats.org/officeDocument/2006/relationships/image" Target="/ppt/media/image42.png" Id="Rd2c344ca9b7f40f2" /><Relationship Type="http://schemas.openxmlformats.org/officeDocument/2006/relationships/notesSlide" Target="/ppt/notesSlides/notesSlide14.xml" Id="Rd82ffbcb5f0845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0a8327c6214124" /><Relationship Type="http://schemas.openxmlformats.org/officeDocument/2006/relationships/image" Target="/ppt/media/image43.png" Id="R96a82d8871664909" /><Relationship Type="http://schemas.openxmlformats.org/officeDocument/2006/relationships/image" Target="/ppt/media/image44.png" Id="Rb364d11dec184b02" /><Relationship Type="http://schemas.openxmlformats.org/officeDocument/2006/relationships/image" Target="/ppt/media/image45.png" Id="Rd6738819af594e07" /><Relationship Type="http://schemas.openxmlformats.org/officeDocument/2006/relationships/notesSlide" Target="/ppt/notesSlides/notesSlide15.xml" Id="R6e2240eca35f4b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7466ccb857d4473" /><Relationship Type="http://schemas.openxmlformats.org/officeDocument/2006/relationships/image" Target="/ppt/media/image46.png" Id="Rdca8d5ea58d24547" /><Relationship Type="http://schemas.openxmlformats.org/officeDocument/2006/relationships/image" Target="/ppt/media/image47.png" Id="R9b0576cf16d44f22" /><Relationship Type="http://schemas.openxmlformats.org/officeDocument/2006/relationships/image" Target="/ppt/media/image48.png" Id="R611c69ac0a7d4d7e" /><Relationship Type="http://schemas.openxmlformats.org/officeDocument/2006/relationships/notesSlide" Target="/ppt/notesSlides/notesSlide16.xml" Id="Rf5bd09d1a6d5470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24feab749f549ea" /><Relationship Type="http://schemas.openxmlformats.org/officeDocument/2006/relationships/image" Target="/ppt/media/image49.png" Id="R071a14c6240e43e7" /><Relationship Type="http://schemas.openxmlformats.org/officeDocument/2006/relationships/notesSlide" Target="/ppt/notesSlides/notesSlide17.xml" Id="R8950e42ced5543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00a480a73444220" /><Relationship Type="http://schemas.openxmlformats.org/officeDocument/2006/relationships/image" Target="/ppt/media/image50.png" Id="Rcea4334f62e4477e" /><Relationship Type="http://schemas.openxmlformats.org/officeDocument/2006/relationships/image" Target="/ppt/media/image51.png" Id="R7e7f231303c248c5" /><Relationship Type="http://schemas.openxmlformats.org/officeDocument/2006/relationships/image" Target="/ppt/media/image52.png" Id="R31097e6a3fe84652" /><Relationship Type="http://schemas.openxmlformats.org/officeDocument/2006/relationships/image" Target="/ppt/media/image53.png" Id="R32db1596ca5b4ba5" /><Relationship Type="http://schemas.openxmlformats.org/officeDocument/2006/relationships/notesSlide" Target="/ppt/notesSlides/notesSlide18.xml" Id="R61b0042ba7aa41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75a796166a04d0d" /><Relationship Type="http://schemas.openxmlformats.org/officeDocument/2006/relationships/image" Target="/ppt/media/image54.png" Id="Rf35632710ed14c60" /><Relationship Type="http://schemas.openxmlformats.org/officeDocument/2006/relationships/image" Target="/ppt/media/image55.png" Id="R00b81bf0575c419f" /><Relationship Type="http://schemas.openxmlformats.org/officeDocument/2006/relationships/notesSlide" Target="/ppt/notesSlides/notesSlide19.xml" Id="Rb22132f4faea400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22654fd2bfd46d0" /><Relationship Type="http://schemas.openxmlformats.org/officeDocument/2006/relationships/image" Target="/ppt/media/image56.png" Id="R3e927ce67e5a44b7" /><Relationship Type="http://schemas.openxmlformats.org/officeDocument/2006/relationships/image" Target="/ppt/media/image57.png" Id="R5b3737d200554313" /><Relationship Type="http://schemas.openxmlformats.org/officeDocument/2006/relationships/notesSlide" Target="/ppt/notesSlides/notesSlide20.xml" Id="R726332478a2f41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1bf3e9ae0a3492f" /><Relationship Type="http://schemas.openxmlformats.org/officeDocument/2006/relationships/image" Target="/ppt/media/image58.png" Id="R07d9ff26c28b4fb0" /><Relationship Type="http://schemas.openxmlformats.org/officeDocument/2006/relationships/image" Target="/ppt/media/image59.png" Id="R7f7652025f83410f" /><Relationship Type="http://schemas.openxmlformats.org/officeDocument/2006/relationships/notesSlide" Target="/ppt/notesSlides/notesSlide21.xml" Id="Re9253ba60dfe48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1a4b3e8959e4413" /><Relationship Type="http://schemas.openxmlformats.org/officeDocument/2006/relationships/image" Target="/ppt/media/image60.png" Id="Rdaebfc5e85c34ba0" /><Relationship Type="http://schemas.openxmlformats.org/officeDocument/2006/relationships/image" Target="/ppt/media/image61.png" Id="Rd7accd786b9e4510" /><Relationship Type="http://schemas.openxmlformats.org/officeDocument/2006/relationships/notesSlide" Target="/ppt/notesSlides/notesSlide22.xml" Id="R84d47d21344d480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2e25852270b4341" /><Relationship Type="http://schemas.openxmlformats.org/officeDocument/2006/relationships/image" Target="/ppt/media/image62.png" Id="Rae7a1781d046451b" /><Relationship Type="http://schemas.openxmlformats.org/officeDocument/2006/relationships/image" Target="/ppt/media/image63.png" Id="R810b610751f64e3c" /><Relationship Type="http://schemas.openxmlformats.org/officeDocument/2006/relationships/image" Target="/ppt/media/image64.png" Id="R6fe10564760e4cf5" /><Relationship Type="http://schemas.openxmlformats.org/officeDocument/2006/relationships/notesSlide" Target="/ppt/notesSlides/notesSlide23.xml" Id="R30f772c0e22b496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bff01e633bf44fc" /><Relationship Type="http://schemas.openxmlformats.org/officeDocument/2006/relationships/image" Target="/ppt/media/image65.png" Id="Rd0c290b10d504750" /><Relationship Type="http://schemas.openxmlformats.org/officeDocument/2006/relationships/image" Target="/ppt/media/image66.png" Id="Rc50844d9f81240f2" /><Relationship Type="http://schemas.openxmlformats.org/officeDocument/2006/relationships/notesSlide" Target="/ppt/notesSlides/notesSlide24.xml" Id="R0a89448a6ac446e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732731697fb4499" /><Relationship Type="http://schemas.openxmlformats.org/officeDocument/2006/relationships/image" Target="/ppt/media/image67.png" Id="R0b0459a30547483d" /><Relationship Type="http://schemas.openxmlformats.org/officeDocument/2006/relationships/image" Target="/ppt/media/image68.png" Id="R8737fb0c08e74e62" /><Relationship Type="http://schemas.openxmlformats.org/officeDocument/2006/relationships/notesSlide" Target="/ppt/notesSlides/notesSlide25.xml" Id="R9882235d1a0b422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8206ec758fa4588" /><Relationship Type="http://schemas.openxmlformats.org/officeDocument/2006/relationships/image" Target="/ppt/media/image69.png" Id="Rddf86dd12ad64af8" /><Relationship Type="http://schemas.openxmlformats.org/officeDocument/2006/relationships/image" Target="/ppt/media/image70.png" Id="R7037389074ac4f06" /><Relationship Type="http://schemas.openxmlformats.org/officeDocument/2006/relationships/image" Target="/ppt/media/image71.png" Id="R842aed5872f642dc" /><Relationship Type="http://schemas.openxmlformats.org/officeDocument/2006/relationships/notesSlide" Target="/ppt/notesSlides/notesSlide26.xml" Id="R3e9840ed494949d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bca1719eb3c44ef" /><Relationship Type="http://schemas.openxmlformats.org/officeDocument/2006/relationships/image" Target="/ppt/media/image72.png" Id="R0aa17a7423f74e5f" /><Relationship Type="http://schemas.openxmlformats.org/officeDocument/2006/relationships/notesSlide" Target="/ppt/notesSlides/notesSlide27.xml" Id="R1a4e2326923148c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d9a89d9753d4443" /><Relationship Type="http://schemas.openxmlformats.org/officeDocument/2006/relationships/image" Target="/ppt/media/image73.png" Id="R6dd65563cf874fa7" /><Relationship Type="http://schemas.openxmlformats.org/officeDocument/2006/relationships/image" Target="/ppt/media/image74.png" Id="R6c6854e9be5a4a3a" /><Relationship Type="http://schemas.openxmlformats.org/officeDocument/2006/relationships/notesSlide" Target="/ppt/notesSlides/notesSlide28.xml" Id="R882994c8161f49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2fddea3cad54ba9" /><Relationship Type="http://schemas.openxmlformats.org/officeDocument/2006/relationships/image" Target="/ppt/media/image75.png" Id="R1e4b8f909c3a436b" /><Relationship Type="http://schemas.openxmlformats.org/officeDocument/2006/relationships/image" Target="/ppt/media/image76.png" Id="R6ba41bac0ae64782" /><Relationship Type="http://schemas.openxmlformats.org/officeDocument/2006/relationships/notesSlide" Target="/ppt/notesSlides/notesSlide29.xml" Id="R922aa4d1e5364de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87ff6e240074593" /><Relationship Type="http://schemas.openxmlformats.org/officeDocument/2006/relationships/image" Target="/ppt/media/image77.png" Id="R3a42d925d65f4fac" /><Relationship Type="http://schemas.openxmlformats.org/officeDocument/2006/relationships/notesSlide" Target="/ppt/notesSlides/notesSlide30.xml" Id="R0e28630979ff4fe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f30ed28dba443e2" /><Relationship Type="http://schemas.openxmlformats.org/officeDocument/2006/relationships/image" Target="/ppt/media/image78.png" Id="R6a67a34726c04a54" /><Relationship Type="http://schemas.openxmlformats.org/officeDocument/2006/relationships/image" Target="/ppt/media/image79.png" Id="R9f75f943317e494d" /><Relationship Type="http://schemas.openxmlformats.org/officeDocument/2006/relationships/notesSlide" Target="/ppt/notesSlides/notesSlide31.xml" Id="R4c52fbdc06b34086"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C7401EBD-CF28-4E7A-BAE7-18BA9132DE97}"/>
              </a:ext>
            </a:extLst>
          </p:cNvPr>
          <p:cNvPicPr>
            <a:picLocks noChangeAspect="1"/>
          </p:cNvPicPr>
          <p:nvPr/>
        </p:nvPicPr>
        <p:blipFill>
          <a:blip ns3:embed="Rda13e7770c77428e"/>
          <a:stretch/>
        </p:blipFill>
        <p:spPr>
          <a:xfrm>
            <a:off x="4859" y="0"/>
            <a:ext cx="18278283" cy="10287000"/>
          </a:xfrm>
          <a:prstGeom prst="rect">
            <a:avLst/>
          </a:prstGeom>
        </p:spPr>
      </p:pic>
      <p:sp>
        <p:nvSpPr>
          <p:cNvPr id="2" name="reference_green_fade">
            <a:extLst>
              <a:ext uri="{FF2B5EF4-FFF2-40B4-BE49-F238E27FC236}">
                <ns2:creationId id="{38FC4CAD-5E04-43DD-957A-A9370DB1ACA1}"/>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7525014F-CF85-472A-BC62-6135E4DE8CC5}"/>
              </a:ext>
            </a:extLst>
          </p:cNvPr>
          <p:cNvPicPr>
            <a:picLocks noChangeAspect="1"/>
          </p:cNvPicPr>
          <p:nvPr/>
        </p:nvPicPr>
        <p:blipFill>
          <a:blip ns3:embed="R88dc00a5ed884166"/>
          <a:stretch/>
        </p:blipFill>
        <p:spPr>
          <a:xfrm>
            <a:off x="16941800" y="382588"/>
            <a:ext cx="1028700" cy="733425"/>
          </a:xfrm>
          <a:prstGeom prst="rect">
            <a:avLst/>
          </a:prstGeom>
        </p:spPr>
      </p:pic>
      <p:sp>
        <p:nvSpPr>
          <p:cNvPr id="4" name="copyright">
            <a:extLst>
              <a:ext uri="{FF2B5EF4-FFF2-40B4-BE49-F238E27FC236}">
                <ns2:creationId id="{B1E2039A-66D8-4214-878D-6D1AD42D734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973AA37A-ABB6-4039-9121-AFEE5234B6A4}"/>
              </a:ext>
            </a:extLst>
          </p:cNvPr>
          <p:cNvPicPr>
            <a:picLocks noChangeAspect="1"/>
          </p:cNvPicPr>
          <p:nvPr/>
        </p:nvPicPr>
        <p:blipFill>
          <a:blip ns3:embed="Raae25573566248e4"/>
          <a:stretch/>
        </p:blipFill>
        <p:spPr>
          <a:xfrm>
            <a:off x="1320800" y="5207000"/>
            <a:ext cx="1447800" cy="609600"/>
          </a:xfrm>
          <a:prstGeom prst="rect">
            <a:avLst/>
          </a:prstGeom>
        </p:spPr>
      </p:pic>
      <p:pic>
        <p:nvPicPr>
          <p:cNvPr id="6" name="">
            <a:extLst>
              <a:ext uri="{FF2B5EF4-FFF2-40B4-BE49-F238E27FC236}">
                <ns2:creationId id="{93635CD9-3954-4CF9-ABBD-9C885C14DD98}"/>
              </a:ext>
            </a:extLst>
          </p:cNvPr>
          <p:cNvPicPr>
            <a:picLocks noChangeAspect="1"/>
          </p:cNvPicPr>
          <p:nvPr/>
        </p:nvPicPr>
        <p:blipFill>
          <a:blip ns3:embed="R92ed5f1496c34059"/>
          <a:stretch/>
        </p:blipFill>
        <p:spPr>
          <a:xfrm>
            <a:off x="15252700" y="410251"/>
            <a:ext cx="1473200" cy="627298"/>
          </a:xfrm>
          <a:prstGeom prst="rect">
            <a:avLst/>
          </a:prstGeom>
        </p:spPr>
      </p:pic>
      <p:sp>
        <p:nvSpPr>
          <p:cNvPr id="7" name="title-line0">
            <a:extLst>
              <a:ext uri="{FF2B5EF4-FFF2-40B4-BE49-F238E27FC236}">
                <ns2:creationId id="{A37C2F19-5754-4D11-9E7C-268CF37221CD}"/>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114BDBFA-03D4-4978-BF05-5324A250655D}"/>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1C8FEFFE-7F23-40AB-A27E-2010EF81B53B}"/>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97515437"/>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BE90632D-2727-4EB6-A6B0-70E83CEF2450}"/>
              </a:ext>
            </a:extLst>
          </p:cNvPr>
          <p:cNvPicPr>
            <a:picLocks noChangeAspect="1"/>
          </p:cNvPicPr>
          <p:nvPr/>
        </p:nvPicPr>
        <p:blipFill>
          <a:blip ns3:embed="R1c23ee679981417b"/>
          <a:stretch/>
        </p:blipFill>
        <p:spPr>
          <a:xfrm>
            <a:off x="1981200" y="4205950"/>
            <a:ext cx="13017500" cy="3792800"/>
          </a:xfrm>
          <a:prstGeom prst="rect">
            <a:avLst/>
          </a:prstGeom>
        </p:spPr>
      </p:pic>
      <p:pic>
        <p:nvPicPr>
          <p:cNvPr id="2" name="">
            <a:extLst>
              <a:ext uri="{FF2B5EF4-FFF2-40B4-BE49-F238E27FC236}">
                <ns2:creationId id="{3FEEE671-D67C-4785-B071-5ACEA59FDA79}"/>
              </a:ext>
            </a:extLst>
          </p:cNvPr>
          <p:cNvPicPr>
            <a:picLocks noChangeAspect="1"/>
          </p:cNvPicPr>
          <p:nvPr/>
        </p:nvPicPr>
        <p:blipFill>
          <a:blip ns3:embed="R51f1ab8ddff04b78"/>
          <a:stretch/>
        </p:blipFill>
        <p:spPr>
          <a:xfrm>
            <a:off x="4321175" y="4800600"/>
            <a:ext cx="2419350" cy="1981200"/>
          </a:xfrm>
          <a:prstGeom prst="rect">
            <a:avLst/>
          </a:prstGeom>
        </p:spPr>
      </p:pic>
      <p:pic>
        <p:nvPicPr>
          <p:cNvPr id="3" name="">
            <a:extLst>
              <a:ext uri="{FF2B5EF4-FFF2-40B4-BE49-F238E27FC236}">
                <ns2:creationId id="{7F0219F7-1C27-4215-960B-DE7E2960D0DB}"/>
              </a:ext>
            </a:extLst>
          </p:cNvPr>
          <p:cNvPicPr>
            <a:picLocks noChangeAspect="1"/>
          </p:cNvPicPr>
          <p:nvPr/>
        </p:nvPicPr>
        <p:blipFill>
          <a:blip ns3:embed="Ra4b03e06a2244371"/>
          <a:stretch/>
        </p:blipFill>
        <p:spPr>
          <a:xfrm>
            <a:off x="8004175" y="4800600"/>
            <a:ext cx="2419350" cy="1981200"/>
          </a:xfrm>
          <a:prstGeom prst="rect">
            <a:avLst/>
          </a:prstGeom>
        </p:spPr>
      </p:pic>
      <p:pic>
        <p:nvPicPr>
          <p:cNvPr id="4" name="">
            <a:extLst>
              <a:ext uri="{FF2B5EF4-FFF2-40B4-BE49-F238E27FC236}">
                <ns2:creationId id="{E1E6EDAA-1241-4CEA-A4CB-A0EA0E87B8A1}"/>
              </a:ext>
            </a:extLst>
          </p:cNvPr>
          <p:cNvPicPr>
            <a:picLocks noChangeAspect="1"/>
          </p:cNvPicPr>
          <p:nvPr/>
        </p:nvPicPr>
        <p:blipFill>
          <a:blip ns3:embed="R2bfbe0a5b09e430a"/>
          <a:stretch/>
        </p:blipFill>
        <p:spPr>
          <a:xfrm>
            <a:off x="11696700" y="4788250"/>
            <a:ext cx="2425700" cy="2158300"/>
          </a:xfrm>
          <a:prstGeom prst="rect">
            <a:avLst/>
          </a:prstGeom>
        </p:spPr>
      </p:pic>
      <p:pic>
        <p:nvPicPr>
          <p:cNvPr id="5" name="">
            <a:extLst>
              <a:ext uri="{FF2B5EF4-FFF2-40B4-BE49-F238E27FC236}">
                <ns2:creationId id="{189E7B34-9CF8-4796-ACBA-D876DC85E073}"/>
              </a:ext>
            </a:extLst>
          </p:cNvPr>
          <p:cNvPicPr>
            <a:picLocks noChangeAspect="1"/>
          </p:cNvPicPr>
          <p:nvPr/>
        </p:nvPicPr>
        <p:blipFill>
          <a:blip ns3:embed="R62b68424f16b4418"/>
          <a:stretch/>
        </p:blipFill>
        <p:spPr>
          <a:xfrm>
            <a:off x="14834480" y="4203700"/>
            <a:ext cx="353840" cy="1587500"/>
          </a:xfrm>
          <a:prstGeom prst="rect">
            <a:avLst/>
          </a:prstGeom>
        </p:spPr>
      </p:pic>
      <p:pic>
        <p:nvPicPr>
          <p:cNvPr id="6" name="">
            <a:extLst>
              <a:ext uri="{FF2B5EF4-FFF2-40B4-BE49-F238E27FC236}">
                <ns2:creationId id="{5F1C4E5D-DAD7-4C1F-A65F-538D87CBF5BD}"/>
              </a:ext>
            </a:extLst>
          </p:cNvPr>
          <p:cNvPicPr>
            <a:picLocks noChangeAspect="1"/>
          </p:cNvPicPr>
          <p:nvPr/>
        </p:nvPicPr>
        <p:blipFill>
          <a:blip ns3:embed="Rcdc240ab4b44465c"/>
          <a:stretch/>
        </p:blipFill>
        <p:spPr>
          <a:xfrm>
            <a:off x="14644856" y="4330700"/>
            <a:ext cx="402887" cy="901700"/>
          </a:xfrm>
          <a:prstGeom prst="rect">
            <a:avLst/>
          </a:prstGeom>
        </p:spPr>
      </p:pic>
      <p:pic>
        <p:nvPicPr>
          <p:cNvPr id="7" name="">
            <a:extLst>
              <a:ext uri="{FF2B5EF4-FFF2-40B4-BE49-F238E27FC236}">
                <ns2:creationId id="{7E98C83E-8B5F-4D2A-A364-E956479997EC}"/>
              </a:ext>
            </a:extLst>
          </p:cNvPr>
          <p:cNvPicPr>
            <a:picLocks noChangeAspect="1"/>
          </p:cNvPicPr>
          <p:nvPr/>
        </p:nvPicPr>
        <p:blipFill>
          <a:blip ns3:embed="R15071f40fd4b474c"/>
          <a:stretch/>
        </p:blipFill>
        <p:spPr>
          <a:xfrm>
            <a:off x="14644856" y="7099300"/>
            <a:ext cx="402887" cy="901700"/>
          </a:xfrm>
          <a:prstGeom prst="rect">
            <a:avLst/>
          </a:prstGeom>
        </p:spPr>
      </p:pic>
      <p:pic>
        <p:nvPicPr>
          <p:cNvPr id="8" name="">
            <a:extLst>
              <a:ext uri="{FF2B5EF4-FFF2-40B4-BE49-F238E27FC236}">
                <ns2:creationId id="{69D5E45B-12DC-4DA1-9495-C259D8F053C0}"/>
              </a:ext>
            </a:extLst>
          </p:cNvPr>
          <p:cNvPicPr>
            <a:picLocks noChangeAspect="1"/>
          </p:cNvPicPr>
          <p:nvPr/>
        </p:nvPicPr>
        <p:blipFill>
          <a:blip ns3:embed="R024cf586f9604cf1"/>
          <a:stretch/>
        </p:blipFill>
        <p:spPr>
          <a:xfrm>
            <a:off x="14784556" y="6667500"/>
            <a:ext cx="402887" cy="901700"/>
          </a:xfrm>
          <a:prstGeom prst="rect">
            <a:avLst/>
          </a:prstGeom>
        </p:spPr>
      </p:pic>
      <p:pic>
        <p:nvPicPr>
          <p:cNvPr id="9" name="">
            <a:extLst>
              <a:ext uri="{FF2B5EF4-FFF2-40B4-BE49-F238E27FC236}">
                <ns2:creationId id="{D4A4993B-1395-4F69-9219-5421884FB8FB}"/>
              </a:ext>
            </a:extLst>
          </p:cNvPr>
          <p:cNvPicPr>
            <a:picLocks noChangeAspect="1"/>
          </p:cNvPicPr>
          <p:nvPr/>
        </p:nvPicPr>
        <p:blipFill>
          <a:blip ns3:embed="R07722b549c11436d"/>
          <a:stretch/>
        </p:blipFill>
        <p:spPr>
          <a:xfrm>
            <a:off x="16941800" y="382588"/>
            <a:ext cx="1028700" cy="733425"/>
          </a:xfrm>
          <a:prstGeom prst="rect">
            <a:avLst/>
          </a:prstGeom>
        </p:spPr>
      </p:pic>
      <p:sp>
        <p:nvSpPr>
          <p:cNvPr id="10" name="copyright">
            <a:extLst>
              <a:ext uri="{FF2B5EF4-FFF2-40B4-BE49-F238E27FC236}">
                <ns2:creationId id="{1669A0EF-38D4-48D2-BC9D-53811008D540}"/>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B5B2A0BF-0B93-45F4-8E8D-EDBFA6F5D8A6}"/>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C6391E68-A015-43FC-AE42-05752BCE5545}"/>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1A5CDF65-8776-4D93-900B-635C7F6C8F94}"/>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426095C3-05E0-48D2-8AA2-4872CA16BD70}"/>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4AA1E0D4-E5EF-496B-B913-ADD3423D57DC}"/>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22727B8F-2130-4ACD-B24C-10F185FB8A0D}"/>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3B7B7A72-0B04-47F2-8B0D-6909D0E58ED0}"/>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5E54B3FB-08EB-4FB9-AD25-986BFE99654C}"/>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240AD265-4E1C-48CC-A480-6E14E824D542}"/>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BFE78413-8D87-4505-A602-CFF97703F151}"/>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604169416"/>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8AA3690F-789D-439D-AF71-EEC7B73B4A79}"/>
              </a:ext>
            </a:extLst>
          </p:cNvPr>
          <p:cNvPicPr>
            <a:picLocks noChangeAspect="1"/>
          </p:cNvPicPr>
          <p:nvPr/>
        </p:nvPicPr>
        <p:blipFill>
          <a:blip ns3:embed="R53cea2eed4f341d3"/>
          <a:stretch/>
        </p:blipFill>
        <p:spPr>
          <a:xfrm>
            <a:off x="1482979" y="4038600"/>
            <a:ext cx="15322041" cy="3683000"/>
          </a:xfrm>
          <a:prstGeom prst="rect">
            <a:avLst/>
          </a:prstGeom>
        </p:spPr>
      </p:pic>
      <p:pic>
        <p:nvPicPr>
          <p:cNvPr id="2" name="">
            <a:extLst>
              <a:ext uri="{FF2B5EF4-FFF2-40B4-BE49-F238E27FC236}">
                <ns2:creationId id="{C411538A-BEC1-42DB-BB48-DE3F2D683B2F}"/>
              </a:ext>
            </a:extLst>
          </p:cNvPr>
          <p:cNvPicPr>
            <a:picLocks noChangeAspect="1"/>
          </p:cNvPicPr>
          <p:nvPr/>
        </p:nvPicPr>
        <p:blipFill>
          <a:blip ns3:embed="R763821fe09b04dfa"/>
          <a:stretch/>
        </p:blipFill>
        <p:spPr>
          <a:xfrm>
            <a:off x="15914688" y="5372100"/>
            <a:ext cx="2066925" cy="4381500"/>
          </a:xfrm>
          <a:prstGeom prst="rect">
            <a:avLst/>
          </a:prstGeom>
        </p:spPr>
      </p:pic>
      <p:pic>
        <p:nvPicPr>
          <p:cNvPr id="3" name="">
            <a:extLst>
              <a:ext uri="{FF2B5EF4-FFF2-40B4-BE49-F238E27FC236}">
                <ns2:creationId id="{8619934C-30EC-49AC-97DA-E89A10D0DC4F}"/>
              </a:ext>
            </a:extLst>
          </p:cNvPr>
          <p:cNvPicPr>
            <a:picLocks noChangeAspect="1"/>
          </p:cNvPicPr>
          <p:nvPr/>
        </p:nvPicPr>
        <p:blipFill>
          <a:blip ns3:embed="R6b943c358e49430b"/>
          <a:stretch/>
        </p:blipFill>
        <p:spPr>
          <a:xfrm>
            <a:off x="16941800" y="382588"/>
            <a:ext cx="1028700" cy="733425"/>
          </a:xfrm>
          <a:prstGeom prst="rect">
            <a:avLst/>
          </a:prstGeom>
        </p:spPr>
      </p:pic>
      <p:sp>
        <p:nvSpPr>
          <p:cNvPr id="4" name="copyright">
            <a:extLst>
              <a:ext uri="{FF2B5EF4-FFF2-40B4-BE49-F238E27FC236}">
                <ns2:creationId id="{D3681E1D-1478-4C9B-BD32-BA177C2F8DC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49FF11CC-3686-4C94-8205-EBAEA976103F}"/>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5EF0966C-FCB4-49E8-847E-86C4D4945664}"/>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D8D9E174-25EC-4A76-A3ED-6847DA47F49D}"/>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B2BDFBA1-AC28-4178-A6C5-5E751D6241E9}"/>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FDB0290A-4B75-4207-A567-77678DB17079}"/>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B1EDDE7D-8B6A-4420-9455-E99F8C1AC472}"/>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D832BF48-3DF3-40EA-B8C1-F8681140AB72}"/>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E722DDC0-D428-471E-AF25-8AAD35B45E48}"/>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07D5C307-2711-4600-A669-3EFDE87F531A}"/>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1DAB4283-43DD-43D2-804B-C2CAAC773CBF}"/>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664838412"/>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AC63711C-BE69-4129-875B-B7089156B3CC}"/>
              </a:ext>
            </a:extLst>
          </p:cNvPr>
          <p:cNvPicPr>
            <a:picLocks noChangeAspect="1"/>
          </p:cNvPicPr>
          <p:nvPr/>
        </p:nvPicPr>
        <p:blipFill>
          <a:blip ns3:embed="R2b2a291faf0244d3"/>
          <a:stretch/>
        </p:blipFill>
        <p:spPr>
          <a:xfrm>
            <a:off x="16941800" y="382588"/>
            <a:ext cx="1028700" cy="733425"/>
          </a:xfrm>
          <a:prstGeom prst="rect">
            <a:avLst/>
          </a:prstGeom>
        </p:spPr>
      </p:pic>
      <p:sp>
        <p:nvSpPr>
          <p:cNvPr id="2" name="copyright">
            <a:extLst>
              <a:ext uri="{FF2B5EF4-FFF2-40B4-BE49-F238E27FC236}">
                <ns2:creationId id="{B065910A-05B9-4E8F-9B56-627EB4F705C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DC026751-DC18-4957-9D40-86FBE9F00AAC}"/>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ACB6C44E-18EE-45B6-A653-9B2DE604FAC2}"/>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E58A6360-4089-461C-B3A3-4744630A01A8}"/>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85594E88-23B7-46EB-9455-96F114275CAE}"/>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198305EE-BA2D-46AB-9C9B-7FAA055B841C}"/>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02E14F43-8707-47D5-BB22-829AFF966A22}"/>
              </a:ext>
            </a:extLst>
          </p:cNvPr>
          <p:cNvPicPr>
            <a:picLocks noChangeAspect="1"/>
          </p:cNvPicPr>
          <p:nvPr/>
        </p:nvPicPr>
        <p:blipFill>
          <a:blip ns3:embed="R75db03d9d34f4991"/>
          <a:stretch/>
        </p:blipFill>
        <p:spPr>
          <a:xfrm>
            <a:off x="5715000" y="4722634"/>
            <a:ext cx="6858000" cy="5151794"/>
          </a:xfrm>
          <a:prstGeom prst="rect">
            <a:avLst/>
          </a:prstGeom>
        </p:spPr>
      </p:pic>
    </p:spTree>
    <p:extLst>
      <p:ext uri="{BB962C8B-B14F-4D97-AF65-F5344CB8AC3E}">
        <ns4:creationId val="284405286"/>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0D8EA9A1-C760-4998-96FA-2E337A52B489}"/>
              </a:ext>
            </a:extLst>
          </p:cNvPr>
          <p:cNvPicPr>
            <a:picLocks noChangeAspect="1"/>
          </p:cNvPicPr>
          <p:nvPr/>
        </p:nvPicPr>
        <p:blipFill>
          <a:blip ns3:embed="R816a61fa5f134a4b"/>
          <a:stretch/>
        </p:blipFill>
        <p:spPr>
          <a:xfrm>
            <a:off x="4859" y="0"/>
            <a:ext cx="18278283" cy="10287000"/>
          </a:xfrm>
          <a:prstGeom prst="rect">
            <a:avLst/>
          </a:prstGeom>
        </p:spPr>
      </p:pic>
      <p:sp>
        <p:nvSpPr>
          <p:cNvPr id="2" name="reference_green_fade">
            <a:extLst>
              <a:ext uri="{FF2B5EF4-FFF2-40B4-BE49-F238E27FC236}">
                <ns2:creationId id="{2083BC63-D0D2-4D5C-BA46-FDFFE837524C}"/>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42B4FD44-615D-4424-AC30-709231494BBB}"/>
              </a:ext>
            </a:extLst>
          </p:cNvPr>
          <p:cNvPicPr>
            <a:picLocks noChangeAspect="1"/>
          </p:cNvPicPr>
          <p:nvPr/>
        </p:nvPicPr>
        <p:blipFill>
          <a:blip ns3:embed="Ra7629cc53d624e15"/>
          <a:stretch/>
        </p:blipFill>
        <p:spPr>
          <a:xfrm>
            <a:off x="16916400" y="332392"/>
            <a:ext cx="1079500" cy="668717"/>
          </a:xfrm>
          <a:prstGeom prst="rect">
            <a:avLst/>
          </a:prstGeom>
        </p:spPr>
      </p:pic>
      <p:sp>
        <p:nvSpPr>
          <p:cNvPr id="4" name="copyright">
            <a:extLst>
              <a:ext uri="{FF2B5EF4-FFF2-40B4-BE49-F238E27FC236}">
                <ns2:creationId id="{C39A6356-7155-4E7F-8A8C-0BEA3AFEE89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0C76D5C-23A0-4185-BB84-C2D4C4C7A7B2}"/>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B47D0A05-F0C6-42C7-BFD6-4488131F9CA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8D2A19C4-CC58-41F6-AB3D-D0F7D8DF7990}"/>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82483815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F168B91B-8078-4AA7-A06F-83E57760F87C}"/>
              </a:ext>
            </a:extLst>
          </p:cNvPr>
          <p:cNvPicPr>
            <a:picLocks noChangeAspect="1"/>
          </p:cNvPicPr>
          <p:nvPr/>
        </p:nvPicPr>
        <p:blipFill>
          <a:blip ns3:embed="Rc5ee0d839ee1422f"/>
          <a:stretch/>
        </p:blipFill>
        <p:spPr>
          <a:xfrm>
            <a:off x="16941800" y="382588"/>
            <a:ext cx="1028700" cy="733425"/>
          </a:xfrm>
          <a:prstGeom prst="rect">
            <a:avLst/>
          </a:prstGeom>
        </p:spPr>
      </p:pic>
      <p:sp>
        <p:nvSpPr>
          <p:cNvPr id="2" name="part_heading">
            <a:extLst>
              <a:ext uri="{FF2B5EF4-FFF2-40B4-BE49-F238E27FC236}">
                <ns2:creationId id="{132F3F27-7C31-434D-AE79-6115F54B589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437B6E9A-C5A8-454A-AF29-27BBDAEB6BA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5939D48-3C23-4D1B-9EA5-C42F4569E24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1AEB0B46-E02A-4880-93C8-A461E84D7B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a:ext uri="{FF2B5EF4-FFF2-40B4-BE49-F238E27FC236}">
                <ns2:creationId id="{8E1B9C50-7838-4ED2-AC8A-0B43981D051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8341ADB4-82AA-454C-ADCF-46C46D0A7CB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FD0E971-0AEC-4F4E-855D-9C6CB54CB382}"/>
              </a:ext>
            </a:extLst>
          </p:cNvPr>
          <p:cNvPicPr>
            <a:picLocks noChangeAspect="1"/>
          </p:cNvPicPr>
          <p:nvPr/>
        </p:nvPicPr>
        <p:blipFill>
          <a:blip ns3:embed="R77270a16e7c04231"/>
          <a:stretch/>
        </p:blipFill>
        <p:spPr>
          <a:xfrm>
            <a:off x="2884112" y="4762500"/>
            <a:ext cx="5280776" cy="4857750"/>
          </a:xfrm>
          <a:prstGeom prst="rect">
            <a:avLst/>
          </a:prstGeom>
        </p:spPr>
      </p:pic>
      <p:pic>
        <p:nvPicPr>
          <p:cNvPr id="9" name="">
            <a:extLst>
              <a:ext uri="{FF2B5EF4-FFF2-40B4-BE49-F238E27FC236}">
                <ns2:creationId id="{16A88F79-3F45-4D2C-B838-597425F59B52}"/>
              </a:ext>
            </a:extLst>
          </p:cNvPr>
          <p:cNvPicPr>
            <a:picLocks noChangeAspect="1"/>
          </p:cNvPicPr>
          <p:nvPr/>
        </p:nvPicPr>
        <p:blipFill>
          <a:blip ns3:embed="Rfa7954960e63450f"/>
          <a:stretch/>
        </p:blipFill>
        <p:spPr>
          <a:xfrm>
            <a:off x="10116062" y="4762500"/>
            <a:ext cx="5294877" cy="4857750"/>
          </a:xfrm>
          <a:prstGeom prst="rect">
            <a:avLst/>
          </a:prstGeom>
        </p:spPr>
      </p:pic>
    </p:spTree>
    <p:extLst>
      <p:ext uri="{BB962C8B-B14F-4D97-AF65-F5344CB8AC3E}">
        <ns4:creationId val="124600359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56EA6AFF-5774-42D0-B837-BA304DAE7507}"/>
              </a:ext>
            </a:extLst>
          </p:cNvPr>
          <p:cNvPicPr>
            <a:picLocks noChangeAspect="1"/>
          </p:cNvPicPr>
          <p:nvPr/>
        </p:nvPicPr>
        <p:blipFill>
          <a:blip ns3:embed="R927107d83da1427f"/>
          <a:stretch/>
        </p:blipFill>
        <p:spPr>
          <a:xfrm>
            <a:off x="16941800" y="382588"/>
            <a:ext cx="1028700" cy="733425"/>
          </a:xfrm>
          <a:prstGeom prst="rect">
            <a:avLst/>
          </a:prstGeom>
        </p:spPr>
      </p:pic>
      <p:sp>
        <p:nvSpPr>
          <p:cNvPr id="2" name="part_heading">
            <a:extLst>
              <a:ext uri="{FF2B5EF4-FFF2-40B4-BE49-F238E27FC236}">
                <ns2:creationId id="{AE2A02D6-9AF9-4DA5-9AFF-6C6648C9CC7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46F5E91F-08AA-4298-9135-71B7079726D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5C74CDB-7DCA-4766-80A8-1EC0700F23A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34D8F82-8E3A-4217-BF68-6521A048AD8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627406B6-6888-442F-80F4-4115D5C5501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6E7B5001-CA5B-42CD-8068-07744B9877B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DE68304-CA42-41FD-BE69-121F8D59359D}"/>
              </a:ext>
            </a:extLst>
          </p:cNvPr>
          <p:cNvPicPr>
            <a:picLocks noChangeAspect="1"/>
          </p:cNvPicPr>
          <p:nvPr/>
        </p:nvPicPr>
        <p:blipFill>
          <a:blip ns3:embed="R7a6039ad994b47e5"/>
          <a:stretch/>
        </p:blipFill>
        <p:spPr>
          <a:xfrm>
            <a:off x="1838727" y="4762500"/>
            <a:ext cx="14610545" cy="723900"/>
          </a:xfrm>
          <a:prstGeom prst="rect">
            <a:avLst/>
          </a:prstGeom>
        </p:spPr>
      </p:pic>
      <p:pic>
        <p:nvPicPr>
          <p:cNvPr id="9" name="">
            <a:extLst>
              <a:ext uri="{FF2B5EF4-FFF2-40B4-BE49-F238E27FC236}">
                <ns2:creationId id="{0C88E401-0488-4E74-BBCB-5F8D82D68023}"/>
              </a:ext>
            </a:extLst>
          </p:cNvPr>
          <p:cNvPicPr>
            <a:picLocks noChangeAspect="1"/>
          </p:cNvPicPr>
          <p:nvPr/>
        </p:nvPicPr>
        <p:blipFill>
          <a:blip ns3:embed="R01abac6a15dd442a"/>
          <a:stretch/>
        </p:blipFill>
        <p:spPr>
          <a:xfrm>
            <a:off x="3050349" y="5810250"/>
            <a:ext cx="12187303" cy="723900"/>
          </a:xfrm>
          <a:prstGeom prst="rect">
            <a:avLst/>
          </a:prstGeom>
        </p:spPr>
      </p:pic>
      <p:sp>
        <p:nvSpPr>
          <p:cNvPr id="10" name="interpretation-panel">
            <a:extLst>
              <a:ext uri="{FF2B5EF4-FFF2-40B4-BE49-F238E27FC236}">
                <ns2:creationId id="{F6E66C88-1576-411A-B092-D98BF7BE4D32}"/>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B21E4636-B147-4052-A2C1-7BF0BB1E263D}"/>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2B60F30E-1902-4251-8C95-9CEC68E8BB43}"/>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757125288"/>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9BA010D9-A892-4669-967A-A50CAE30B65B}"/>
              </a:ext>
            </a:extLst>
          </p:cNvPr>
          <p:cNvPicPr>
            <a:picLocks noChangeAspect="1"/>
          </p:cNvPicPr>
          <p:nvPr/>
        </p:nvPicPr>
        <p:blipFill>
          <a:blip ns3:embed="R57fcd534ddcd4462"/>
          <a:stretch/>
        </p:blipFill>
        <p:spPr>
          <a:xfrm>
            <a:off x="16941800" y="382588"/>
            <a:ext cx="1028700" cy="733425"/>
          </a:xfrm>
          <a:prstGeom prst="rect">
            <a:avLst/>
          </a:prstGeom>
        </p:spPr>
      </p:pic>
      <p:sp>
        <p:nvSpPr>
          <p:cNvPr id="2" name="part_heading">
            <a:extLst>
              <a:ext uri="{FF2B5EF4-FFF2-40B4-BE49-F238E27FC236}">
                <ns2:creationId id="{145AF8AF-6231-428B-A99F-1CB794C0688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209A6510-A9E7-48C7-AD66-1EFDD423285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6A6F84F-1D48-412A-9696-01A6D5ACC29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계수와 반응 엔탈피</a:t>
            </a:r>
          </a:p>
        </p:txBody>
      </p:sp>
      <p:sp>
        <p:nvSpPr>
          <p:cNvPr id="5" name="title">
            <a:extLst>
              <a:ext uri="{FF2B5EF4-FFF2-40B4-BE49-F238E27FC236}">
                <ns2:creationId id="{D3EEDAD2-761B-4E49-B4F9-40FDEF708A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a:ext uri="{FF2B5EF4-FFF2-40B4-BE49-F238E27FC236}">
                <ns2:creationId id="{1DE97D26-F83B-414E-86B3-ABDE58DC205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59212088-F7C6-4E52-821E-57700C2BF7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2AE0892-A1AD-4A91-A902-7D0CFCE74E0F}"/>
              </a:ext>
            </a:extLst>
          </p:cNvPr>
          <p:cNvPicPr>
            <a:picLocks noChangeAspect="1"/>
          </p:cNvPicPr>
          <p:nvPr/>
        </p:nvPicPr>
        <p:blipFill>
          <a:blip ns3:embed="R3647bf98ad594449"/>
          <a:stretch/>
        </p:blipFill>
        <p:spPr>
          <a:xfrm>
            <a:off x="5003602" y="4524375"/>
            <a:ext cx="8280797" cy="4762500"/>
          </a:xfrm>
          <a:prstGeom prst="rect">
            <a:avLst/>
          </a:prstGeom>
        </p:spPr>
      </p:pic>
    </p:spTree>
    <p:extLst>
      <p:ext uri="{BB962C8B-B14F-4D97-AF65-F5344CB8AC3E}">
        <ns4:creationId val="2121386680"/>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A262625-FDAC-40F8-8B83-484C91A55EA3}"/>
              </a:ext>
            </a:extLst>
          </p:cNvPr>
          <p:cNvPicPr>
            <a:picLocks noChangeAspect="1"/>
          </p:cNvPicPr>
          <p:nvPr/>
        </p:nvPicPr>
        <p:blipFill>
          <a:blip ns3:embed="R29f835dab3044a8e"/>
          <a:stretch/>
        </p:blipFill>
        <p:spPr>
          <a:xfrm>
            <a:off x="16941800" y="382588"/>
            <a:ext cx="1028700" cy="733425"/>
          </a:xfrm>
          <a:prstGeom prst="rect">
            <a:avLst/>
          </a:prstGeom>
        </p:spPr>
      </p:pic>
      <p:sp>
        <p:nvSpPr>
          <p:cNvPr id="2" name="part_heading">
            <a:extLst>
              <a:ext uri="{FF2B5EF4-FFF2-40B4-BE49-F238E27FC236}">
                <ns2:creationId id="{3C80B627-FD9B-4650-9087-4E37B009990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DDA3BD92-4223-4ECB-8BB7-6FAC17449E1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8349140-7788-4E88-8A3C-6C9AC2349CF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물질의 상태와 반응 엔탈피</a:t>
            </a:r>
          </a:p>
        </p:txBody>
      </p:sp>
      <p:sp>
        <p:nvSpPr>
          <p:cNvPr id="5" name="title">
            <a:extLst>
              <a:ext uri="{FF2B5EF4-FFF2-40B4-BE49-F238E27FC236}">
                <ns2:creationId id="{9D58C678-0C17-4A0D-A403-8E1755C60AE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B16D99DA-636C-47BB-B686-87F95DD5044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5906AE5D-FF41-495F-93D7-D5B0714F908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432D4DB-0355-4ABE-8927-DCEF8B399A33}"/>
              </a:ext>
            </a:extLst>
          </p:cNvPr>
          <p:cNvPicPr>
            <a:picLocks noChangeAspect="1"/>
          </p:cNvPicPr>
          <p:nvPr/>
        </p:nvPicPr>
        <p:blipFill>
          <a:blip ns3:embed="R2030eb9e8f4d4fc0"/>
          <a:stretch/>
        </p:blipFill>
        <p:spPr>
          <a:xfrm>
            <a:off x="4000500" y="5017064"/>
            <a:ext cx="10287000" cy="2062622"/>
          </a:xfrm>
          <a:prstGeom prst="rect">
            <a:avLst/>
          </a:prstGeom>
        </p:spPr>
      </p:pic>
      <p:sp>
        <p:nvSpPr>
          <p:cNvPr id="9" name="takeaway-box">
            <a:extLst>
              <a:ext uri="{FF2B5EF4-FFF2-40B4-BE49-F238E27FC236}">
                <ns2:creationId id="{A1F1FDF5-1C7F-4CEB-BC22-1DC8F420435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14407C6A-64E7-49D0-9114-014D193BBFC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2146509009"/>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7841D146-6FC4-49D4-8D28-D46013B3AE90}"/>
              </a:ext>
            </a:extLst>
          </p:cNvPr>
          <p:cNvPicPr>
            <a:picLocks noChangeAspect="1"/>
          </p:cNvPicPr>
          <p:nvPr/>
        </p:nvPicPr>
        <p:blipFill>
          <a:blip ns3:embed="R99c79f53bc034470"/>
          <a:stretch/>
        </p:blipFill>
        <p:spPr>
          <a:xfrm>
            <a:off x="16941800" y="382588"/>
            <a:ext cx="1028700" cy="733425"/>
          </a:xfrm>
          <a:prstGeom prst="rect">
            <a:avLst/>
          </a:prstGeom>
        </p:spPr>
      </p:pic>
      <p:sp>
        <p:nvSpPr>
          <p:cNvPr id="2" name="part_heading">
            <a:extLst>
              <a:ext uri="{FF2B5EF4-FFF2-40B4-BE49-F238E27FC236}">
                <ns2:creationId id="{3D185967-5427-4554-881D-E719C80A6B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4B4327D-6AAD-4518-A99A-CB1B1A5A2FD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34A71D4-9925-4A24-877D-F94B4FD3745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엔탈피의 변화량</a:t>
            </a:r>
          </a:p>
        </p:txBody>
      </p:sp>
      <p:sp>
        <p:nvSpPr>
          <p:cNvPr id="5" name="title">
            <a:extLst>
              <a:ext uri="{FF2B5EF4-FFF2-40B4-BE49-F238E27FC236}">
                <ns2:creationId id="{079D0543-E88A-44CB-BDC8-568E91302EB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527B3DB1-3772-4E34-9598-5E9E1745706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9E907434-65F5-4817-9D32-BAB616E9256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4848B9B-3B2C-4349-947F-422CB65C6AFD}"/>
              </a:ext>
            </a:extLst>
          </p:cNvPr>
          <p:cNvPicPr>
            <a:picLocks noChangeAspect="1"/>
          </p:cNvPicPr>
          <p:nvPr/>
        </p:nvPicPr>
        <p:blipFill>
          <a:blip ns3:embed="R68bbae07895840fb"/>
          <a:stretch/>
        </p:blipFill>
        <p:spPr>
          <a:xfrm>
            <a:off x="2000250" y="4675188"/>
            <a:ext cx="14287500" cy="793750"/>
          </a:xfrm>
          <a:prstGeom prst="rect">
            <a:avLst/>
          </a:prstGeom>
        </p:spPr>
      </p:pic>
      <p:pic>
        <p:nvPicPr>
          <p:cNvPr id="9" name="">
            <a:extLst>
              <a:ext uri="{FF2B5EF4-FFF2-40B4-BE49-F238E27FC236}">
                <ns2:creationId id="{3C3AA050-5988-4B97-91E0-0EAA1378CCF3}"/>
              </a:ext>
            </a:extLst>
          </p:cNvPr>
          <p:cNvPicPr>
            <a:picLocks noChangeAspect="1"/>
          </p:cNvPicPr>
          <p:nvPr/>
        </p:nvPicPr>
        <p:blipFill>
          <a:blip ns3:embed="R6eb46f4b77874765"/>
          <a:stretch/>
        </p:blipFill>
        <p:spPr>
          <a:xfrm>
            <a:off x="7098994" y="5810250"/>
            <a:ext cx="4090013" cy="3762375"/>
          </a:xfrm>
          <a:prstGeom prst="rect">
            <a:avLst/>
          </a:prstGeom>
        </p:spPr>
      </p:pic>
    </p:spTree>
    <p:extLst>
      <p:ext uri="{BB962C8B-B14F-4D97-AF65-F5344CB8AC3E}">
        <ns4:creationId val="1762269392"/>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3ACA8D34-51CE-4BE1-A5A2-3FAA896BA231}"/>
              </a:ext>
            </a:extLst>
          </p:cNvPr>
          <p:cNvPicPr>
            <a:picLocks noChangeAspect="1"/>
          </p:cNvPicPr>
          <p:nvPr/>
        </p:nvPicPr>
        <p:blipFill>
          <a:blip ns3:embed="R8f8eca6570d74ffc"/>
          <a:stretch/>
        </p:blipFill>
        <p:spPr>
          <a:xfrm>
            <a:off x="16941800" y="382588"/>
            <a:ext cx="1028700" cy="733425"/>
          </a:xfrm>
          <a:prstGeom prst="rect">
            <a:avLst/>
          </a:prstGeom>
        </p:spPr>
      </p:pic>
      <p:sp>
        <p:nvSpPr>
          <p:cNvPr id="2" name="part_heading">
            <a:extLst>
              <a:ext uri="{FF2B5EF4-FFF2-40B4-BE49-F238E27FC236}">
                <ns2:creationId id="{B82044CD-8D1E-42F3-8D1F-F771EEDF823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2499649-C77D-4B58-A941-E932DAAE139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93E6B97-8AC3-4094-9235-3117B763C2C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여러 화학 반응의 열화학 반응식</a:t>
            </a:r>
          </a:p>
        </p:txBody>
      </p:sp>
      <p:sp>
        <p:nvSpPr>
          <p:cNvPr id="5" name="title">
            <a:extLst>
              <a:ext uri="{FF2B5EF4-FFF2-40B4-BE49-F238E27FC236}">
                <ns2:creationId id="{FF34B94C-8238-42EF-AB87-FF2E93EACD6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6DFD6BA9-434A-4334-BFC4-A18FC939C22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7DADBC66-5492-4568-A71D-648C362F3F9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566F654-2BB5-426A-B8E2-C0A2074014D3}"/>
              </a:ext>
            </a:extLst>
          </p:cNvPr>
          <p:cNvPicPr>
            <a:picLocks noChangeAspect="1"/>
          </p:cNvPicPr>
          <p:nvPr/>
        </p:nvPicPr>
        <p:blipFill>
          <a:blip ns3:embed="R07af11f318174ef3"/>
          <a:stretch/>
        </p:blipFill>
        <p:spPr>
          <a:xfrm>
            <a:off x="2000250" y="4622107"/>
            <a:ext cx="14287500" cy="4681336"/>
          </a:xfrm>
          <a:prstGeom prst="rect">
            <a:avLst/>
          </a:prstGeom>
        </p:spPr>
      </p:pic>
    </p:spTree>
    <p:extLst>
      <p:ext uri="{BB962C8B-B14F-4D97-AF65-F5344CB8AC3E}">
        <ns4:creationId val="1344012429"/>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949D9647-9C96-4D33-9255-B28D84DBB16F}"/>
              </a:ext>
            </a:extLst>
          </p:cNvPr>
          <p:cNvPicPr>
            <a:picLocks noChangeAspect="1"/>
          </p:cNvPicPr>
          <p:nvPr/>
        </p:nvPicPr>
        <p:blipFill>
          <a:blip ns3:embed="R6d24793987d444b7"/>
          <a:stretch/>
        </p:blipFill>
        <p:spPr>
          <a:xfrm>
            <a:off x="16941800" y="382588"/>
            <a:ext cx="1028700" cy="733425"/>
          </a:xfrm>
          <a:prstGeom prst="rect">
            <a:avLst/>
          </a:prstGeom>
        </p:spPr>
      </p:pic>
      <p:sp>
        <p:nvSpPr>
          <p:cNvPr id="2" name="part_heading">
            <a:extLst>
              <a:ext uri="{FF2B5EF4-FFF2-40B4-BE49-F238E27FC236}">
                <ns2:creationId id="{55169F0F-EA8C-4E93-BEF3-C9C83C48949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752B0ACF-5D2F-4A5C-B2DE-EA53A6D4783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BDBBE215-EAF7-46F5-9F21-EC7743C3120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열량계의 원리 · 보충</a:t>
            </a:r>
          </a:p>
        </p:txBody>
      </p:sp>
      <p:sp>
        <p:nvSpPr>
          <p:cNvPr id="5" name="copyright">
            <a:extLst>
              <a:ext uri="{FF2B5EF4-FFF2-40B4-BE49-F238E27FC236}">
                <ns2:creationId id="{0ABA628D-7F00-48FD-9331-89278C36826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E0A54844-01AF-4419-88BE-5D692208B5EB}"/>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0682571B-E717-4B6A-A6DD-97B16E0720C2}"/>
              </a:ext>
            </a:extLst>
          </p:cNvPr>
          <p:cNvPicPr>
            <a:picLocks noChangeAspect="1"/>
          </p:cNvPicPr>
          <p:nvPr/>
        </p:nvPicPr>
        <p:blipFill>
          <a:blip ns3:embed="R03ceccfa5ce54caf"/>
          <a:stretch/>
        </p:blipFill>
        <p:spPr>
          <a:xfrm>
            <a:off x="11283641" y="4095750"/>
            <a:ext cx="5340968" cy="5286375"/>
          </a:xfrm>
          <a:prstGeom prst="rect">
            <a:avLst/>
          </a:prstGeom>
        </p:spPr>
      </p:pic>
      <p:pic>
        <p:nvPicPr>
          <p:cNvPr id="8" name="">
            <a:extLst>
              <a:ext uri="{FF2B5EF4-FFF2-40B4-BE49-F238E27FC236}">
                <ns2:creationId id="{156DBBCD-AE9A-40A6-9664-FBA9520D5826}"/>
              </a:ext>
            </a:extLst>
          </p:cNvPr>
          <p:cNvPicPr>
            <a:picLocks noChangeAspect="1"/>
          </p:cNvPicPr>
          <p:nvPr/>
        </p:nvPicPr>
        <p:blipFill>
          <a:blip ns3:embed="Rb7c4b02eeae4413e"/>
          <a:stretch/>
        </p:blipFill>
        <p:spPr>
          <a:xfrm>
            <a:off x="2778125" y="5619750"/>
            <a:ext cx="5207000" cy="1190625"/>
          </a:xfrm>
          <a:prstGeom prst="rect">
            <a:avLst/>
          </a:prstGeom>
        </p:spPr>
      </p:pic>
      <p:sp>
        <p:nvSpPr>
          <p:cNvPr id="9" name="symbols">
            <a:extLst>
              <a:ext uri="{FF2B5EF4-FFF2-40B4-BE49-F238E27FC236}">
                <ns2:creationId id="{EE776AB5-197F-4051-8910-5B97B7ED3CE0}"/>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840854440"/>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E8129E97-F61D-4482-9C30-FF74B6EA9EC6}"/>
              </a:ext>
            </a:extLst>
          </p:cNvPr>
          <p:cNvPicPr>
            <a:picLocks noChangeAspect="1"/>
          </p:cNvPicPr>
          <p:nvPr/>
        </p:nvPicPr>
        <p:blipFill>
          <a:blip ns3:embed="Rdf8ec8af3b154428"/>
          <a:stretch/>
        </p:blipFill>
        <p:spPr>
          <a:xfrm>
            <a:off x="16941800" y="382588"/>
            <a:ext cx="1028700" cy="733425"/>
          </a:xfrm>
          <a:prstGeom prst="rect">
            <a:avLst/>
          </a:prstGeom>
        </p:spPr>
      </p:pic>
      <p:sp>
        <p:nvSpPr>
          <p:cNvPr id="2" name="part_heading">
            <a:extLst>
              <a:ext uri="{FF2B5EF4-FFF2-40B4-BE49-F238E27FC236}">
                <ns2:creationId id="{14403150-D142-4BCB-AF31-577C2027F7E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7944458-AA58-4797-A6FD-E387722A50E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CE5D6B90-E365-4D2E-93BC-01B96BC4793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 확인</a:t>
            </a:r>
          </a:p>
        </p:txBody>
      </p:sp>
      <p:sp>
        <p:nvSpPr>
          <p:cNvPr id="5" name="title">
            <a:extLst>
              <a:ext uri="{FF2B5EF4-FFF2-40B4-BE49-F238E27FC236}">
                <ns2:creationId id="{66A4D087-82DD-471E-8AD6-67444CEA00F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70698242-C9E2-4FFE-95CE-E9147F0B312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0C24E350-F993-4934-B6E9-1A7B20C3756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ED7A8AC-96C4-4C95-B2F4-B0D15EDE8B77}"/>
              </a:ext>
            </a:extLst>
          </p:cNvPr>
          <p:cNvPicPr>
            <a:picLocks noChangeAspect="1"/>
          </p:cNvPicPr>
          <p:nvPr/>
        </p:nvPicPr>
        <p:blipFill>
          <a:blip ns3:embed="R03162765ce284f81"/>
          <a:stretch/>
        </p:blipFill>
        <p:spPr>
          <a:xfrm>
            <a:off x="3587303" y="4667250"/>
            <a:ext cx="11113394" cy="723900"/>
          </a:xfrm>
          <a:prstGeom prst="rect">
            <a:avLst/>
          </a:prstGeom>
        </p:spPr>
      </p:pic>
      <p:sp>
        <p:nvSpPr>
          <p:cNvPr id="9" name="q1">
            <a:extLst>
              <a:ext uri="{FF2B5EF4-FFF2-40B4-BE49-F238E27FC236}">
                <ns2:creationId id="{83292401-9D9E-4652-969A-509746D4F0D3}"/>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ACF322F2-F4DC-4A9F-A130-0DB1B7F47BBF}"/>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AE067835-1EEF-4B2E-B377-8FD4B252ECE8}"/>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94495B43-8BEC-44FB-8079-E8670BB10FCF}"/>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ns4:creationId val="55017692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7690DCBA-218C-43F4-AC65-6DDC1752C539}"/>
              </a:ext>
            </a:extLst>
          </p:cNvPr>
          <p:cNvPicPr>
            <a:picLocks noChangeAspect="1"/>
          </p:cNvPicPr>
          <p:nvPr/>
        </p:nvPicPr>
        <p:blipFill>
          <a:blip ns3:embed="Re08b8920965f4888"/>
          <a:stretch/>
        </p:blipFill>
        <p:spPr>
          <a:xfrm>
            <a:off x="4859" y="0"/>
            <a:ext cx="18278283" cy="10287000"/>
          </a:xfrm>
          <a:prstGeom prst="rect">
            <a:avLst/>
          </a:prstGeom>
        </p:spPr>
      </p:pic>
      <p:sp>
        <p:nvSpPr>
          <p:cNvPr id="2" name="reference_green_fade">
            <a:extLst>
              <a:ext uri="{FF2B5EF4-FFF2-40B4-BE49-F238E27FC236}">
                <ns2:creationId id="{58C38EE9-388F-4F81-BC1A-D3B41231D021}"/>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1239DD0-C01C-4D01-97CB-F2A0EEF89C72}"/>
              </a:ext>
            </a:extLst>
          </p:cNvPr>
          <p:cNvPicPr>
            <a:picLocks noChangeAspect="1"/>
          </p:cNvPicPr>
          <p:nvPr/>
        </p:nvPicPr>
        <p:blipFill>
          <a:blip ns3:embed="Rd2c344ca9b7f40f2"/>
          <a:stretch/>
        </p:blipFill>
        <p:spPr>
          <a:xfrm>
            <a:off x="16916400" y="332392"/>
            <a:ext cx="1079500" cy="668717"/>
          </a:xfrm>
          <a:prstGeom prst="rect">
            <a:avLst/>
          </a:prstGeom>
        </p:spPr>
      </p:pic>
      <p:sp>
        <p:nvSpPr>
          <p:cNvPr id="4" name="copyright">
            <a:extLst>
              <a:ext uri="{FF2B5EF4-FFF2-40B4-BE49-F238E27FC236}">
                <ns2:creationId id="{492B6B85-B6F6-444A-A25F-922982F297E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1873597-4A7B-4C66-AD2D-403611C7FB55}"/>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AAF9FF8B-38CF-4A2B-9803-BB7DFDAE0F5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DBE21628-3B67-47A5-9385-3F2DDCA8F186}"/>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73722660"/>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4C079069-A1BC-48F4-A187-0BC47479C011}"/>
              </a:ext>
            </a:extLst>
          </p:cNvPr>
          <p:cNvPicPr>
            <a:picLocks noChangeAspect="1"/>
          </p:cNvPicPr>
          <p:nvPr/>
        </p:nvPicPr>
        <p:blipFill>
          <a:blip ns3:embed="R96a82d8871664909"/>
          <a:stretch/>
        </p:blipFill>
        <p:spPr>
          <a:xfrm>
            <a:off x="16941800" y="382588"/>
            <a:ext cx="1028700" cy="733425"/>
          </a:xfrm>
          <a:prstGeom prst="rect">
            <a:avLst/>
          </a:prstGeom>
        </p:spPr>
      </p:pic>
      <p:sp>
        <p:nvSpPr>
          <p:cNvPr id="2" name="part_heading">
            <a:extLst>
              <a:ext uri="{FF2B5EF4-FFF2-40B4-BE49-F238E27FC236}">
                <ns2:creationId id="{773D6AEE-B737-4433-BF6E-48C1D8648D4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3609E09-51AD-4407-915B-B5A3A7DBB7C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0FAE6B2-F280-40BE-84BC-1ED9F58D6DA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10824A8D-9817-4C56-99A6-92F5CEA6B0C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5C603DBD-B359-4BAE-857B-CDC4F6CE017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DE0B7BBC-F10A-452A-8D09-2B3ED6C526C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87BA47EA-FB55-4944-8756-493FC3C8C0BB}"/>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4F1687F0-0428-476F-A506-A59E212140BC}"/>
              </a:ext>
            </a:extLst>
          </p:cNvPr>
          <p:cNvPicPr>
            <a:picLocks noChangeAspect="1"/>
          </p:cNvPicPr>
          <p:nvPr/>
        </p:nvPicPr>
        <p:blipFill>
          <a:blip ns3:embed="Rb364d11dec184b02"/>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F17B61AE-A90A-4E3C-A096-28C4F780F7A3}"/>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5DAD1809-D283-469F-94F7-169BCAB9F237}"/>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1EA0B048-7308-4A85-9B4C-43BBC918D331}"/>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3DBE2BA6-7D30-4E77-B449-1024CF62AF93}"/>
              </a:ext>
            </a:extLst>
          </p:cNvPr>
          <p:cNvPicPr>
            <a:picLocks noChangeAspect="1"/>
          </p:cNvPicPr>
          <p:nvPr/>
        </p:nvPicPr>
        <p:blipFill>
          <a:blip ns3:embed="Rd6738819af594e07"/>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51C8C508-8DD7-4E2F-831A-EEA0E4AC0466}"/>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A6C7BCCA-B85E-470C-94E3-56C775740A34}"/>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155240905"/>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101CFFB9-4CA7-43C7-8B99-350EC615AA02}"/>
              </a:ext>
            </a:extLst>
          </p:cNvPr>
          <p:cNvPicPr>
            <a:picLocks noChangeAspect="1"/>
          </p:cNvPicPr>
          <p:nvPr/>
        </p:nvPicPr>
        <p:blipFill>
          <a:blip ns3:embed="Rdca8d5ea58d24547"/>
          <a:stretch/>
        </p:blipFill>
        <p:spPr>
          <a:xfrm>
            <a:off x="16941800" y="382588"/>
            <a:ext cx="1028700" cy="733425"/>
          </a:xfrm>
          <a:prstGeom prst="rect">
            <a:avLst/>
          </a:prstGeom>
        </p:spPr>
      </p:pic>
      <p:sp>
        <p:nvSpPr>
          <p:cNvPr id="2" name="part_heading">
            <a:extLst>
              <a:ext uri="{FF2B5EF4-FFF2-40B4-BE49-F238E27FC236}">
                <ns2:creationId id="{6BA233A9-D64C-448B-9427-C2D4246BC6E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517D8EEA-BA70-47D7-8690-C9FFA95C3B2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8BB50ED-2424-43D8-BA4B-0C9C67116C7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mol당 방출열</a:t>
            </a:r>
          </a:p>
        </p:txBody>
      </p:sp>
      <p:sp>
        <p:nvSpPr>
          <p:cNvPr id="5" name="title">
            <a:extLst>
              <a:ext uri="{FF2B5EF4-FFF2-40B4-BE49-F238E27FC236}">
                <ns2:creationId id="{A5360B50-F0E6-441A-9403-2735E1836B1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6F07C9AC-63DE-4AAE-AEE4-5E3471F68F3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copyright">
            <a:extLst>
              <a:ext uri="{FF2B5EF4-FFF2-40B4-BE49-F238E27FC236}">
                <ns2:creationId id="{DAFB12D1-1F8F-44F2-922B-F892A5E838C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CF72AAF-13F8-4637-9026-118F39F27832}"/>
              </a:ext>
            </a:extLst>
          </p:cNvPr>
          <p:cNvPicPr>
            <a:picLocks noChangeAspect="1"/>
          </p:cNvPicPr>
          <p:nvPr/>
        </p:nvPicPr>
        <p:blipFill>
          <a:blip ns3:embed="R9b0576cf16d44f22"/>
          <a:stretch/>
        </p:blipFill>
        <p:spPr>
          <a:xfrm>
            <a:off x="1961408" y="4667250"/>
            <a:ext cx="14365184" cy="723900"/>
          </a:xfrm>
          <a:prstGeom prst="rect">
            <a:avLst/>
          </a:prstGeom>
        </p:spPr>
      </p:pic>
      <p:pic>
        <p:nvPicPr>
          <p:cNvPr id="9" name="">
            <a:extLst>
              <a:ext uri="{FF2B5EF4-FFF2-40B4-BE49-F238E27FC236}">
                <ns2:creationId id="{B378FDB7-711D-456C-A9E1-BBC482D984EB}"/>
              </a:ext>
            </a:extLst>
          </p:cNvPr>
          <p:cNvPicPr>
            <a:picLocks noChangeAspect="1"/>
          </p:cNvPicPr>
          <p:nvPr/>
        </p:nvPicPr>
        <p:blipFill>
          <a:blip ns3:embed="R611c69ac0a7d4d7e"/>
          <a:stretch/>
        </p:blipFill>
        <p:spPr>
          <a:xfrm>
            <a:off x="1869688" y="5619750"/>
            <a:ext cx="14548624" cy="723900"/>
          </a:xfrm>
          <a:prstGeom prst="rect">
            <a:avLst/>
          </a:prstGeom>
        </p:spPr>
      </p:pic>
      <p:sp>
        <p:nvSpPr>
          <p:cNvPr id="10" name="strip-1">
            <a:extLst>
              <a:ext uri="{FF2B5EF4-FFF2-40B4-BE49-F238E27FC236}">
                <ns2:creationId id="{F04088B0-293F-4FA6-9878-05303B375CF4}"/>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6E033A06-90E4-4CCA-82C5-D88E14A1AC8B}"/>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B71D8A76-00E4-46D8-A033-439E7A7143C8}"/>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6A831776-C079-42F4-8DA5-B0B76E179213}"/>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89E194D6-1F15-449D-95A7-52977A122BCA}"/>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4F31529B-3E8A-4082-956A-91C068CF1098}"/>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D75E867E-5066-4D0C-B150-13627F7D8380}"/>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30F859E7-CEE5-4855-89AB-71A40F00741D}"/>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BBAB781E-4E67-40C5-B9F4-6114C7183460}"/>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A2ECCC15-7E50-492E-B965-A3221DFD2DFC}"/>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304363729"/>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1AEE7C7-26B1-406B-A487-B0E30BC836C5}"/>
              </a:ext>
            </a:extLst>
          </p:cNvPr>
          <p:cNvPicPr>
            <a:picLocks noChangeAspect="1"/>
          </p:cNvPicPr>
          <p:nvPr/>
        </p:nvPicPr>
        <p:blipFill>
          <a:blip ns3:embed="R071a14c6240e43e7"/>
          <a:stretch/>
        </p:blipFill>
        <p:spPr>
          <a:xfrm>
            <a:off x="16941800" y="382588"/>
            <a:ext cx="1028700" cy="733425"/>
          </a:xfrm>
          <a:prstGeom prst="rect">
            <a:avLst/>
          </a:prstGeom>
        </p:spPr>
      </p:pic>
      <p:sp>
        <p:nvSpPr>
          <p:cNvPr id="2" name="part_heading">
            <a:extLst>
              <a:ext uri="{FF2B5EF4-FFF2-40B4-BE49-F238E27FC236}">
                <ns2:creationId id="{8849DFC5-E93C-4C20-A0A0-A35494E5AF6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C1C45AB-29BE-4D2F-9785-4C04C3802A5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1C50AC1-5B09-4111-AA43-0FA86F5D539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1 g당 방출열</a:t>
            </a:r>
          </a:p>
        </p:txBody>
      </p:sp>
      <p:sp>
        <p:nvSpPr>
          <p:cNvPr id="5" name="title">
            <a:extLst>
              <a:ext uri="{FF2B5EF4-FFF2-40B4-BE49-F238E27FC236}">
                <ns2:creationId id="{C5D08434-8FA2-4642-B501-58135F43A74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51CB2A5F-64A7-43C2-BA42-E52C24C5975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616A4617-E4AF-4B4B-84A2-50FE0C2AEFF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0178C941-1C96-4AF3-9A05-53FAED79EA08}"/>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DC457486-14AC-4534-BB95-94F405983081}"/>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45B19960-50CC-47FB-9D80-1C0E318C3EBF}"/>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6FC7B368-999C-4031-BE54-6653CD4187A2}"/>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27658466-C6A2-43CB-8850-9FB23FE84010}"/>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DC12F374-5B11-4B92-813F-BAEE1D854B74}"/>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C95035E3-C8B6-42A9-A109-026802667112}"/>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739E4770-2A9C-4543-85AA-FB2CE8D82DDF}"/>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6B19A0D8-5590-44E4-A98F-82071DD44086}"/>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CE76F694-1EFC-4344-AF8E-7C6C4CBCA2E5}"/>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CCD860CE-74E0-4633-AC97-B2464BF54A07}"/>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11F38829-2DAB-4C38-A22B-96CB48412B52}"/>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467770020"/>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4F7B676C-67B4-461B-B6FF-12E7A0E44BFB}"/>
              </a:ext>
            </a:extLst>
          </p:cNvPr>
          <p:cNvPicPr>
            <a:picLocks noChangeAspect="1"/>
          </p:cNvPicPr>
          <p:nvPr/>
        </p:nvPicPr>
        <p:blipFill>
          <a:blip ns3:embed="Rcea4334f62e4477e"/>
          <a:stretch/>
        </p:blipFill>
        <p:spPr>
          <a:xfrm>
            <a:off x="16941800" y="382588"/>
            <a:ext cx="1028700" cy="733425"/>
          </a:xfrm>
          <a:prstGeom prst="rect">
            <a:avLst/>
          </a:prstGeom>
        </p:spPr>
      </p:pic>
      <p:sp>
        <p:nvSpPr>
          <p:cNvPr id="2" name="part_heading">
            <a:extLst>
              <a:ext uri="{FF2B5EF4-FFF2-40B4-BE49-F238E27FC236}">
                <ns2:creationId id="{C3B03A74-8B66-43A2-8EA2-0C58820D625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C098A4A-ABF1-4E82-A71A-B4D2C3954C6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B3E5A1E-9162-4864-B7C4-E2ABC08D32A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에탄올과 수소의 비교</a:t>
            </a:r>
          </a:p>
        </p:txBody>
      </p:sp>
      <p:sp>
        <p:nvSpPr>
          <p:cNvPr id="5" name="title">
            <a:extLst>
              <a:ext uri="{FF2B5EF4-FFF2-40B4-BE49-F238E27FC236}">
                <ns2:creationId id="{1D40DB50-E0D4-4F99-96AC-8C8279CBF26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대체 연료도 같은 기준으로 환산한다</a:t>
            </a:r>
          </a:p>
        </p:txBody>
      </p:sp>
      <p:sp>
        <p:nvSpPr>
          <p:cNvPr id="6" name="explanation">
            <a:extLst>
              <a:ext uri="{FF2B5EF4-FFF2-40B4-BE49-F238E27FC236}">
                <ns2:creationId id="{E9049A68-BF2A-45C9-805E-B62CEB1DBD3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수소의 연소식은 2 mol 기준이다</a:t>
            </a:r>
          </a:p>
        </p:txBody>
      </p:sp>
      <p:sp>
        <p:nvSpPr>
          <p:cNvPr id="7" name="copyright">
            <a:extLst>
              <a:ext uri="{FF2B5EF4-FFF2-40B4-BE49-F238E27FC236}">
                <ns2:creationId id="{9B45812B-2346-479F-BF70-8AFBAEF33DE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6EB81BD-4EE2-4EEC-BC35-9CC71BF5944B}"/>
              </a:ext>
            </a:extLst>
          </p:cNvPr>
          <p:cNvPicPr>
            <a:picLocks noChangeAspect="1"/>
          </p:cNvPicPr>
          <p:nvPr/>
        </p:nvPicPr>
        <p:blipFill>
          <a:blip ns3:embed="R7e7f231303c248c5"/>
          <a:stretch/>
        </p:blipFill>
        <p:spPr>
          <a:xfrm>
            <a:off x="1809750" y="4642597"/>
            <a:ext cx="14668500" cy="677956"/>
          </a:xfrm>
          <a:prstGeom prst="rect">
            <a:avLst/>
          </a:prstGeom>
        </p:spPr>
      </p:pic>
      <p:pic>
        <p:nvPicPr>
          <p:cNvPr id="9" name="">
            <a:extLst>
              <a:ext uri="{FF2B5EF4-FFF2-40B4-BE49-F238E27FC236}">
                <ns2:creationId id="{D3E71E38-4EC9-4BE0-9CD6-9EFF4D5BF1BB}"/>
              </a:ext>
            </a:extLst>
          </p:cNvPr>
          <p:cNvPicPr>
            <a:picLocks noChangeAspect="1"/>
          </p:cNvPicPr>
          <p:nvPr/>
        </p:nvPicPr>
        <p:blipFill>
          <a:blip ns3:embed="R31097e6a3fe84652"/>
          <a:stretch/>
        </p:blipFill>
        <p:spPr>
          <a:xfrm>
            <a:off x="1895084" y="5476875"/>
            <a:ext cx="14497833" cy="723900"/>
          </a:xfrm>
          <a:prstGeom prst="rect">
            <a:avLst/>
          </a:prstGeom>
        </p:spPr>
      </p:pic>
      <p:pic>
        <p:nvPicPr>
          <p:cNvPr id="10" name="">
            <a:extLst>
              <a:ext uri="{FF2B5EF4-FFF2-40B4-BE49-F238E27FC236}">
                <ns2:creationId id="{7B4844A3-57DC-420F-B59D-7F8169160A39}"/>
              </a:ext>
            </a:extLst>
          </p:cNvPr>
          <p:cNvPicPr>
            <a:picLocks noChangeAspect="1"/>
          </p:cNvPicPr>
          <p:nvPr/>
        </p:nvPicPr>
        <p:blipFill>
          <a:blip ns3:embed="R32db1596ca5b4ba5"/>
          <a:stretch/>
        </p:blipFill>
        <p:spPr>
          <a:xfrm>
            <a:off x="5073162" y="6381750"/>
            <a:ext cx="8141677" cy="1714500"/>
          </a:xfrm>
          <a:prstGeom prst="rect">
            <a:avLst/>
          </a:prstGeom>
        </p:spPr>
      </p:pic>
      <p:sp>
        <p:nvSpPr>
          <p:cNvPr id="11" name="ethanol">
            <a:extLst>
              <a:ext uri="{FF2B5EF4-FFF2-40B4-BE49-F238E27FC236}">
                <ns2:creationId id="{E981FFE7-EE0D-45A8-99BA-06B0D32C8034}"/>
              </a:ext>
            </a:extLst>
          </p:cNvPr>
          <p:cNvSpPr>
            <a:spLocks noGrp="1"/>
          </p:cNvSpPr>
          <p:nvPr/>
        </p:nvSpPr>
        <p:spPr>
          <a:xfrm>
            <a:off x="1619250" y="824865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에탄올   1367 ÷ 46 ≈ 29.7 kJ/g</a:t>
            </a:r>
          </a:p>
        </p:txBody>
      </p:sp>
      <p:sp>
        <p:nvSpPr>
          <p:cNvPr id="12" name="hydrogen">
            <a:extLst>
              <a:ext uri="{FF2B5EF4-FFF2-40B4-BE49-F238E27FC236}">
                <ns2:creationId id="{A85D321A-C610-44B9-82A1-7BD6E66E01A7}"/>
              </a:ext>
            </a:extLst>
          </p:cNvPr>
          <p:cNvSpPr>
            <a:spLocks noGrp="1"/>
          </p:cNvSpPr>
          <p:nvPr/>
        </p:nvSpPr>
        <p:spPr>
          <a:xfrm>
            <a:off x="1619250" y="8915400"/>
            <a:ext cx="15049500" cy="571500"/>
          </a:xfrm>
          <a:prstGeom prst="rect">
            <a:avLst/>
          </a:prstGeom>
          <a:noFill/>
          <a:ln w="0">
            <a:noFill/>
          </a:ln>
        </p:spPr>
        <p:txBody>
          <a:bodyPr wrap="none" lIns="0" tIns="0" rIns="0" bIns="0" anchor="t">
            <a:noAutofit/>
          </a:bodyPr>
          <a:lstStyle>
            <a:defPPr algn="ctr">
              <a:defRPr sz="3225" b="0">
                <a:solidFill>
                  <a:srgbClr val="111111"/>
                </a:solidFill>
                <a:latin typeface="Pretendard"/>
                <a:ea typeface="Pretendard"/>
                <a:cs typeface="Pretendard"/>
              </a:defRPr>
            </a:defPPr>
            <a:lvl1pPr algn="ctr">
              <a:defRPr sz="3225" b="0">
                <a:solidFill>
                  <a:srgbClr val="111111"/>
                </a:solidFill>
                <a:latin typeface="Pretendard"/>
                <a:ea typeface="Pretendard"/>
                <a:cs typeface="Pretendard"/>
              </a:defRPr>
            </a:lvl1pPr>
            <a:lvl2pPr algn="ctr">
              <a:defRPr sz="3225" b="0">
                <a:solidFill>
                  <a:srgbClr val="111111"/>
                </a:solidFill>
                <a:latin typeface="Pretendard"/>
                <a:ea typeface="Pretendard"/>
                <a:cs typeface="Pretendard"/>
              </a:defRPr>
            </a:lvl2pPr>
            <a:lvl3pPr algn="ctr">
              <a:defRPr sz="3225" b="0">
                <a:solidFill>
                  <a:srgbClr val="111111"/>
                </a:solidFill>
                <a:latin typeface="Pretendard"/>
                <a:ea typeface="Pretendard"/>
                <a:cs typeface="Pretendard"/>
              </a:defRPr>
            </a:lvl3pPr>
            <a:lvl4pPr algn="ctr">
              <a:defRPr sz="3225" b="0">
                <a:solidFill>
                  <a:srgbClr val="111111"/>
                </a:solidFill>
                <a:latin typeface="Pretendard"/>
                <a:ea typeface="Pretendard"/>
                <a:cs typeface="Pretendard"/>
              </a:defRPr>
            </a:lvl4pPr>
            <a:lvl5pPr algn="ctr">
              <a:defRPr sz="3225" b="0">
                <a:solidFill>
                  <a:srgbClr val="111111"/>
                </a:solidFill>
                <a:latin typeface="Pretendard"/>
                <a:ea typeface="Pretendard"/>
                <a:cs typeface="Pretendard"/>
              </a:defRPr>
            </a:lvl5pPr>
            <a:lvl6pPr algn="ctr">
              <a:defRPr sz="3225" b="0">
                <a:solidFill>
                  <a:srgbClr val="111111"/>
                </a:solidFill>
                <a:latin typeface="Pretendard"/>
                <a:ea typeface="Pretendard"/>
                <a:cs typeface="Pretendard"/>
              </a:defRPr>
            </a:lvl6pPr>
            <a:lvl7pPr algn="ctr">
              <a:defRPr sz="3225" b="0">
                <a:solidFill>
                  <a:srgbClr val="111111"/>
                </a:solidFill>
                <a:latin typeface="Pretendard"/>
                <a:ea typeface="Pretendard"/>
                <a:cs typeface="Pretendard"/>
              </a:defRPr>
            </a:lvl7pPr>
            <a:lvl8pPr algn="ctr">
              <a:defRPr sz="3225" b="0">
                <a:solidFill>
                  <a:srgbClr val="111111"/>
                </a:solidFill>
                <a:latin typeface="Pretendard"/>
                <a:ea typeface="Pretendard"/>
                <a:cs typeface="Pretendard"/>
              </a:defRPr>
            </a:lvl8pPr>
            <a:lvl9pPr algn="ctr">
              <a:defRPr sz="3225" b="0">
                <a:solidFill>
                  <a:srgbClr val="111111"/>
                </a:solidFill>
                <a:latin typeface="Pretendard"/>
                <a:ea typeface="Pretendard"/>
                <a:cs typeface="Pretendard"/>
              </a:defRPr>
            </a:lvl9pPr>
          </a:lstStyle>
          <a:p>
            <a:pPr algn="ctr">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수소   (571.6 ÷ 2) ÷ 2 = 142.9 kJ/g</a:t>
            </a:r>
          </a:p>
        </p:txBody>
      </p:sp>
    </p:spTree>
    <p:extLst>
      <p:ext uri="{BB962C8B-B14F-4D97-AF65-F5344CB8AC3E}">
        <ns4:creationId val="2076357466"/>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DC4E73E3-228B-481D-B82D-B189DACAD9D3}"/>
              </a:ext>
            </a:extLst>
          </p:cNvPr>
          <p:cNvPicPr>
            <a:picLocks noChangeAspect="1"/>
          </p:cNvPicPr>
          <p:nvPr/>
        </p:nvPicPr>
        <p:blipFill>
          <a:blip ns3:embed="Rf35632710ed14c60"/>
          <a:stretch/>
        </p:blipFill>
        <p:spPr>
          <a:xfrm>
            <a:off x="16941800" y="382588"/>
            <a:ext cx="1028700" cy="733425"/>
          </a:xfrm>
          <a:prstGeom prst="rect">
            <a:avLst/>
          </a:prstGeom>
        </p:spPr>
      </p:pic>
      <p:sp>
        <p:nvSpPr>
          <p:cNvPr id="2" name="part_heading">
            <a:extLst>
              <a:ext uri="{FF2B5EF4-FFF2-40B4-BE49-F238E27FC236}">
                <ns2:creationId id="{5D9FE702-EF19-41FA-B411-6EF913347A1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22C9B31-2490-4E6E-8340-962EAAB7213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43AB4253-562B-4448-B6C0-B7B9ACE574F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네 연료의 비교</a:t>
            </a:r>
          </a:p>
        </p:txBody>
      </p:sp>
      <p:sp>
        <p:nvSpPr>
          <p:cNvPr id="5" name="title">
            <a:extLst>
              <a:ext uri="{FF2B5EF4-FFF2-40B4-BE49-F238E27FC236}">
                <ns2:creationId id="{E60C2442-76E6-454F-B2B1-67FFBD65BCA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37CE89DD-F04B-457A-A376-CE7BB8BEE9F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475D7BE6-5482-48BA-BAAC-377E43F0967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7480952-D0F6-486B-8954-9477C9EF84A8}"/>
              </a:ext>
            </a:extLst>
          </p:cNvPr>
          <p:cNvPicPr>
            <a:picLocks noChangeAspect="1"/>
          </p:cNvPicPr>
          <p:nvPr/>
        </p:nvPicPr>
        <p:blipFill>
          <a:blip ns3:embed="R00b81bf0575c419f"/>
          <a:stretch/>
        </p:blipFill>
        <p:spPr>
          <a:xfrm>
            <a:off x="2190750" y="4766442"/>
            <a:ext cx="13906500" cy="3706865"/>
          </a:xfrm>
          <a:prstGeom prst="rect">
            <a:avLst/>
          </a:prstGeom>
        </p:spPr>
      </p:pic>
      <p:sp>
        <p:nvSpPr>
          <p:cNvPr id="9" name="takeaway-box">
            <a:extLst>
              <a:ext uri="{FF2B5EF4-FFF2-40B4-BE49-F238E27FC236}">
                <ns2:creationId id="{5D64A130-13E5-49D9-9377-785A34BA1B3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D41DA001-28E8-4F3D-8100-19AC6C7492F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2142479422"/>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9FFBEBC0-9EEC-4022-A6E9-941FF6E8B18E}"/>
              </a:ext>
            </a:extLst>
          </p:cNvPr>
          <p:cNvPicPr>
            <a:picLocks noChangeAspect="1"/>
          </p:cNvPicPr>
          <p:nvPr/>
        </p:nvPicPr>
        <p:blipFill>
          <a:blip ns3:embed="R3e927ce67e5a44b7"/>
          <a:stretch/>
        </p:blipFill>
        <p:spPr>
          <a:xfrm>
            <a:off x="16941800" y="382588"/>
            <a:ext cx="1028700" cy="733425"/>
          </a:xfrm>
          <a:prstGeom prst="rect">
            <a:avLst/>
          </a:prstGeom>
        </p:spPr>
      </p:pic>
      <p:sp>
        <p:nvSpPr>
          <p:cNvPr id="2" name="part_heading">
            <a:extLst>
              <a:ext uri="{FF2B5EF4-FFF2-40B4-BE49-F238E27FC236}">
                <ns2:creationId id="{8A0CD181-4D65-4741-9D59-BBA79AC247A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9E68CFE0-3FDC-449B-ACED-9E3827A8725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C5929D28-B4D2-416E-80FF-3A2281C9E4E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선택의 기준</a:t>
            </a:r>
          </a:p>
        </p:txBody>
      </p:sp>
      <p:sp>
        <p:nvSpPr>
          <p:cNvPr id="5" name="copyright">
            <a:extLst>
              <a:ext uri="{FF2B5EF4-FFF2-40B4-BE49-F238E27FC236}">
                <ns2:creationId id="{72AB2337-FCFB-4C71-A1F4-52510CBDE03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57A2A536-9881-4A37-8F01-86F2C5C750FF}"/>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explanation-panel">
            <a:extLst>
              <a:ext uri="{FF2B5EF4-FFF2-40B4-BE49-F238E27FC236}">
                <ns2:creationId id="{E1A87073-0051-4437-A024-1BBB00074B0C}"/>
              </a:ext>
            </a:extLst>
          </p:cNvPr>
          <p:cNvSpPr>
            <a:spLocks noGrp="1"/>
          </p:cNvSpPr>
          <p:nvPr/>
        </p:nvSpPr>
        <p:spPr>
          <a:xfrm>
            <a:off x="1333500" y="5524500"/>
            <a:ext cx="10572750" cy="3714750"/>
          </a:xfrm>
          <a:prstGeom prst="roundRect">
            <a:avLst>
              <a:gd name="adj" fmla="val 11282"/>
            </a:avLst>
          </a:prstGeom>
          <a:solidFill>
            <a:srgbClr val="F5F5F5"/>
          </a:solidFill>
          <a:ln w="0">
            <a:noFill/>
          </a:ln>
        </p:spPr>
      </p:sp>
      <p:sp>
        <p:nvSpPr>
          <p:cNvPr id="8" name="known-title">
            <a:extLst>
              <a:ext uri="{FF2B5EF4-FFF2-40B4-BE49-F238E27FC236}">
                <ns2:creationId id="{97452FF8-B3D8-41A7-ABEA-CA8785FF472F}"/>
              </a:ext>
            </a:extLst>
          </p:cNvPr>
          <p:cNvSpPr>
            <a:spLocks noGrp="1"/>
          </p:cNvSpPr>
          <p:nvPr/>
        </p:nvSpPr>
        <p:spPr>
          <a:xfrm>
            <a:off x="1809750" y="6048375"/>
            <a:ext cx="9620250" cy="590550"/>
          </a:xfrm>
          <a:prstGeom prst="rect">
            <a:avLst/>
          </a:prstGeom>
          <a:noFill/>
          <a:ln w="0">
            <a:noFill/>
          </a:ln>
        </p:spPr>
        <p:txBody>
          <a:bodyPr wrap="none" lIns="0" tIns="0" rIns="0" bIns="0" anchor="t">
            <a:noAutofit/>
          </a:bodyPr>
          <a:lstStyle>
            <a:defPPr algn="l">
              <a:defRPr sz="2850" b="1">
                <a:solidFill>
                  <a:srgbClr val="111111"/>
                </a:solidFill>
                <a:latin typeface="Pretendard"/>
                <a:ea typeface="Pretendard"/>
                <a:cs typeface="Pretendard"/>
              </a:defRPr>
            </a:defPPr>
            <a:lvl1pPr algn="l">
              <a:defRPr sz="2850" b="1">
                <a:solidFill>
                  <a:srgbClr val="111111"/>
                </a:solidFill>
                <a:latin typeface="Pretendard"/>
                <a:ea typeface="Pretendard"/>
                <a:cs typeface="Pretendard"/>
              </a:defRPr>
            </a:lvl1pPr>
            <a:lvl2pPr algn="l">
              <a:defRPr sz="2850" b="1">
                <a:solidFill>
                  <a:srgbClr val="111111"/>
                </a:solidFill>
                <a:latin typeface="Pretendard"/>
                <a:ea typeface="Pretendard"/>
                <a:cs typeface="Pretendard"/>
              </a:defRPr>
            </a:lvl2pPr>
            <a:lvl3pPr algn="l">
              <a:defRPr sz="2850" b="1">
                <a:solidFill>
                  <a:srgbClr val="111111"/>
                </a:solidFill>
                <a:latin typeface="Pretendard"/>
                <a:ea typeface="Pretendard"/>
                <a:cs typeface="Pretendard"/>
              </a:defRPr>
            </a:lvl3pPr>
            <a:lvl4pPr algn="l">
              <a:defRPr sz="2850" b="1">
                <a:solidFill>
                  <a:srgbClr val="111111"/>
                </a:solidFill>
                <a:latin typeface="Pretendard"/>
                <a:ea typeface="Pretendard"/>
                <a:cs typeface="Pretendard"/>
              </a:defRPr>
            </a:lvl4pPr>
            <a:lvl5pPr algn="l">
              <a:defRPr sz="2850" b="1">
                <a:solidFill>
                  <a:srgbClr val="111111"/>
                </a:solidFill>
                <a:latin typeface="Pretendard"/>
                <a:ea typeface="Pretendard"/>
                <a:cs typeface="Pretendard"/>
              </a:defRPr>
            </a:lvl5pPr>
            <a:lvl6pPr algn="l">
              <a:defRPr sz="2850" b="1">
                <a:solidFill>
                  <a:srgbClr val="111111"/>
                </a:solidFill>
                <a:latin typeface="Pretendard"/>
                <a:ea typeface="Pretendard"/>
                <a:cs typeface="Pretendard"/>
              </a:defRPr>
            </a:lvl6pPr>
            <a:lvl7pPr algn="l">
              <a:defRPr sz="2850" b="1">
                <a:solidFill>
                  <a:srgbClr val="111111"/>
                </a:solidFill>
                <a:latin typeface="Pretendard"/>
                <a:ea typeface="Pretendard"/>
                <a:cs typeface="Pretendard"/>
              </a:defRPr>
            </a:lvl7pPr>
            <a:lvl8pPr algn="l">
              <a:defRPr sz="2850" b="1">
                <a:solidFill>
                  <a:srgbClr val="111111"/>
                </a:solidFill>
                <a:latin typeface="Pretendard"/>
                <a:ea typeface="Pretendard"/>
                <a:cs typeface="Pretendard"/>
              </a:defRPr>
            </a:lvl8pPr>
            <a:lvl9pPr algn="l">
              <a:defRPr sz="2850" b="1">
                <a:solidFill>
                  <a:srgbClr val="111111"/>
                </a:solidFill>
                <a:latin typeface="Pretendard"/>
                <a:ea typeface="Pretendard"/>
                <a:cs typeface="Pretendard"/>
              </a:defRPr>
            </a:lvl9pPr>
          </a:lstStyle>
          <a:p>
            <a:pPr algn="l">
              <a:defRPr sz="2850" b="1">
                <a:solidFill>
                  <a:srgbClr val="111111"/>
                </a:solidFill>
                <a:latin typeface="Pretendard"/>
                <a:ea typeface="Pretendard"/>
                <a:cs typeface="Pretendard"/>
              </a:defRPr>
            </a:pPr>
            <a:r>
              <a:rPr sz="2850" b="1">
                <a:solidFill>
                  <a:srgbClr val="111111"/>
                </a:solidFill>
                <a:latin typeface="Pretendard"/>
                <a:ea typeface="Pretendard"/>
                <a:cs typeface="Pretendard"/>
              </a:rPr>
              <a:t>① 같은 질량의 완전 연소에서 방출하는 열</a:t>
            </a:r>
          </a:p>
        </p:txBody>
      </p:sp>
      <p:sp>
        <p:nvSpPr>
          <p:cNvPr id="9" name="unknown-title">
            <a:extLst>
              <a:ext uri="{FF2B5EF4-FFF2-40B4-BE49-F238E27FC236}">
                <ns2:creationId id="{67EE0DCE-5520-43FC-8ED7-FEA4A4D151FD}"/>
              </a:ext>
            </a:extLst>
          </p:cNvPr>
          <p:cNvSpPr>
            <a:spLocks noGrp="1"/>
          </p:cNvSpPr>
          <p:nvPr/>
        </p:nvSpPr>
        <p:spPr>
          <a:xfrm>
            <a:off x="1809750" y="7286625"/>
            <a:ext cx="9620250" cy="590550"/>
          </a:xfrm>
          <a:prstGeom prst="rect">
            <a:avLst/>
          </a:prstGeom>
          <a:noFill/>
          <a:ln w="0">
            <a:noFill/>
          </a:ln>
        </p:spPr>
        <p:txBody>
          <a:bodyPr wrap="none" lIns="0" tIns="0" rIns="0" bIns="0" anchor="t">
            <a:noAutofit/>
          </a:bodyPr>
          <a:lstStyle>
            <a:defPPr algn="l">
              <a:defRPr sz="2850" b="1">
                <a:solidFill>
                  <a:srgbClr val="111111"/>
                </a:solidFill>
                <a:latin typeface="Pretendard"/>
                <a:ea typeface="Pretendard"/>
                <a:cs typeface="Pretendard"/>
              </a:defRPr>
            </a:defPPr>
            <a:lvl1pPr algn="l">
              <a:defRPr sz="2850" b="1">
                <a:solidFill>
                  <a:srgbClr val="111111"/>
                </a:solidFill>
                <a:latin typeface="Pretendard"/>
                <a:ea typeface="Pretendard"/>
                <a:cs typeface="Pretendard"/>
              </a:defRPr>
            </a:lvl1pPr>
            <a:lvl2pPr algn="l">
              <a:defRPr sz="2850" b="1">
                <a:solidFill>
                  <a:srgbClr val="111111"/>
                </a:solidFill>
                <a:latin typeface="Pretendard"/>
                <a:ea typeface="Pretendard"/>
                <a:cs typeface="Pretendard"/>
              </a:defRPr>
            </a:lvl2pPr>
            <a:lvl3pPr algn="l">
              <a:defRPr sz="2850" b="1">
                <a:solidFill>
                  <a:srgbClr val="111111"/>
                </a:solidFill>
                <a:latin typeface="Pretendard"/>
                <a:ea typeface="Pretendard"/>
                <a:cs typeface="Pretendard"/>
              </a:defRPr>
            </a:lvl3pPr>
            <a:lvl4pPr algn="l">
              <a:defRPr sz="2850" b="1">
                <a:solidFill>
                  <a:srgbClr val="111111"/>
                </a:solidFill>
                <a:latin typeface="Pretendard"/>
                <a:ea typeface="Pretendard"/>
                <a:cs typeface="Pretendard"/>
              </a:defRPr>
            </a:lvl4pPr>
            <a:lvl5pPr algn="l">
              <a:defRPr sz="2850" b="1">
                <a:solidFill>
                  <a:srgbClr val="111111"/>
                </a:solidFill>
                <a:latin typeface="Pretendard"/>
                <a:ea typeface="Pretendard"/>
                <a:cs typeface="Pretendard"/>
              </a:defRPr>
            </a:lvl5pPr>
            <a:lvl6pPr algn="l">
              <a:defRPr sz="2850" b="1">
                <a:solidFill>
                  <a:srgbClr val="111111"/>
                </a:solidFill>
                <a:latin typeface="Pretendard"/>
                <a:ea typeface="Pretendard"/>
                <a:cs typeface="Pretendard"/>
              </a:defRPr>
            </a:lvl6pPr>
            <a:lvl7pPr algn="l">
              <a:defRPr sz="2850" b="1">
                <a:solidFill>
                  <a:srgbClr val="111111"/>
                </a:solidFill>
                <a:latin typeface="Pretendard"/>
                <a:ea typeface="Pretendard"/>
                <a:cs typeface="Pretendard"/>
              </a:defRPr>
            </a:lvl7pPr>
            <a:lvl8pPr algn="l">
              <a:defRPr sz="2850" b="1">
                <a:solidFill>
                  <a:srgbClr val="111111"/>
                </a:solidFill>
                <a:latin typeface="Pretendard"/>
                <a:ea typeface="Pretendard"/>
                <a:cs typeface="Pretendard"/>
              </a:defRPr>
            </a:lvl8pPr>
            <a:lvl9pPr algn="l">
              <a:defRPr sz="2850" b="1">
                <a:solidFill>
                  <a:srgbClr val="111111"/>
                </a:solidFill>
                <a:latin typeface="Pretendard"/>
                <a:ea typeface="Pretendard"/>
                <a:cs typeface="Pretendard"/>
              </a:defRPr>
            </a:lvl9pPr>
          </a:lstStyle>
          <a:p>
            <a:pPr algn="l">
              <a:defRPr sz="2850" b="1">
                <a:solidFill>
                  <a:srgbClr val="111111"/>
                </a:solidFill>
                <a:latin typeface="Pretendard"/>
                <a:ea typeface="Pretendard"/>
                <a:cs typeface="Pretendard"/>
              </a:defRPr>
            </a:pPr>
            <a:r>
              <a:rPr sz="2850" b="1">
                <a:solidFill>
                  <a:srgbClr val="111111"/>
                </a:solidFill>
                <a:latin typeface="Pretendard"/>
                <a:ea typeface="Pretendard"/>
                <a:cs typeface="Pretendard"/>
              </a:rPr>
              <a:t>② 생산 과정, 저장과 운송, 장치의 효율</a:t>
            </a:r>
          </a:p>
        </p:txBody>
      </p:sp>
      <p:sp>
        <p:nvSpPr>
          <p:cNvPr id="10" name="unknown">
            <a:extLst>
              <a:ext uri="{FF2B5EF4-FFF2-40B4-BE49-F238E27FC236}">
                <ns2:creationId id="{6D4F7E22-65B5-4A42-9EDF-9E5A1C72865A}"/>
              </a:ext>
            </a:extLst>
          </p:cNvPr>
          <p:cNvSpPr>
            <a:spLocks noGrp="1"/>
          </p:cNvSpPr>
          <p:nvPr/>
        </p:nvSpPr>
        <p:spPr>
          <a:xfrm>
            <a:off x="2266950" y="8001000"/>
            <a:ext cx="9048750" cy="571500"/>
          </a:xfrm>
          <a:prstGeom prst="rect">
            <a:avLst/>
          </a:prstGeom>
          <a:noFill/>
          <a:ln w="0">
            <a:noFill/>
          </a:ln>
        </p:spPr>
        <p:txBody>
          <a:bodyPr wrap="none" lIns="0" tIns="0" rIns="0" bIns="0" anchor="t">
            <a:noAutofit/>
          </a:bodyPr>
          <a:lstStyle>
            <a:defPPr algn="l">
              <a:defRPr sz="2730" b="0">
                <a:solidFill>
                  <a:srgbClr val="888888"/>
                </a:solidFill>
                <a:latin typeface="Pretendard"/>
                <a:ea typeface="Pretendard"/>
                <a:cs typeface="Pretendard"/>
              </a:defRPr>
            </a:defPPr>
            <a:lvl1pPr algn="l">
              <a:defRPr sz="2730" b="0">
                <a:solidFill>
                  <a:srgbClr val="888888"/>
                </a:solidFill>
                <a:latin typeface="Pretendard"/>
                <a:ea typeface="Pretendard"/>
                <a:cs typeface="Pretendard"/>
              </a:defRPr>
            </a:lvl1pPr>
            <a:lvl2pPr algn="l">
              <a:defRPr sz="2730" b="0">
                <a:solidFill>
                  <a:srgbClr val="888888"/>
                </a:solidFill>
                <a:latin typeface="Pretendard"/>
                <a:ea typeface="Pretendard"/>
                <a:cs typeface="Pretendard"/>
              </a:defRPr>
            </a:lvl2pPr>
            <a:lvl3pPr algn="l">
              <a:defRPr sz="2730" b="0">
                <a:solidFill>
                  <a:srgbClr val="888888"/>
                </a:solidFill>
                <a:latin typeface="Pretendard"/>
                <a:ea typeface="Pretendard"/>
                <a:cs typeface="Pretendard"/>
              </a:defRPr>
            </a:lvl3pPr>
            <a:lvl4pPr algn="l">
              <a:defRPr sz="2730" b="0">
                <a:solidFill>
                  <a:srgbClr val="888888"/>
                </a:solidFill>
                <a:latin typeface="Pretendard"/>
                <a:ea typeface="Pretendard"/>
                <a:cs typeface="Pretendard"/>
              </a:defRPr>
            </a:lvl4pPr>
            <a:lvl5pPr algn="l">
              <a:defRPr sz="2730" b="0">
                <a:solidFill>
                  <a:srgbClr val="888888"/>
                </a:solidFill>
                <a:latin typeface="Pretendard"/>
                <a:ea typeface="Pretendard"/>
                <a:cs typeface="Pretendard"/>
              </a:defRPr>
            </a:lvl5pPr>
            <a:lvl6pPr algn="l">
              <a:defRPr sz="2730" b="0">
                <a:solidFill>
                  <a:srgbClr val="888888"/>
                </a:solidFill>
                <a:latin typeface="Pretendard"/>
                <a:ea typeface="Pretendard"/>
                <a:cs typeface="Pretendard"/>
              </a:defRPr>
            </a:lvl6pPr>
            <a:lvl7pPr algn="l">
              <a:defRPr sz="2730" b="0">
                <a:solidFill>
                  <a:srgbClr val="888888"/>
                </a:solidFill>
                <a:latin typeface="Pretendard"/>
                <a:ea typeface="Pretendard"/>
                <a:cs typeface="Pretendard"/>
              </a:defRPr>
            </a:lvl7pPr>
            <a:lvl8pPr algn="l">
              <a:defRPr sz="2730" b="0">
                <a:solidFill>
                  <a:srgbClr val="888888"/>
                </a:solidFill>
                <a:latin typeface="Pretendard"/>
                <a:ea typeface="Pretendard"/>
                <a:cs typeface="Pretendard"/>
              </a:defRPr>
            </a:lvl8pPr>
            <a:lvl9pPr algn="l">
              <a:defRPr sz="2730" b="0">
                <a:solidFill>
                  <a:srgbClr val="888888"/>
                </a:solidFill>
                <a:latin typeface="Pretendard"/>
                <a:ea typeface="Pretendard"/>
                <a:cs typeface="Pretendard"/>
              </a:defRPr>
            </a:lvl9pPr>
          </a:lstStyle>
          <a:p>
            <a:pPr algn="l">
              <a:defRPr sz="2730" b="0">
                <a:solidFill>
                  <a:srgbClr val="888888"/>
                </a:solidFill>
                <a:latin typeface="Pretendard"/>
                <a:ea typeface="Pretendard"/>
                <a:cs typeface="Pretendard"/>
              </a:defRPr>
            </a:pPr>
            <a:r>
              <a:rPr sz="2730" b="0">
                <a:solidFill>
                  <a:srgbClr val="888888"/>
                </a:solidFill>
                <a:latin typeface="Pretendard"/>
                <a:ea typeface="Pretendard"/>
                <a:cs typeface="Pretendard"/>
              </a:rPr>
              <a:t>실제 이용 조건은 추가 자료로 비교한다</a:t>
            </a:r>
          </a:p>
        </p:txBody>
      </p:sp>
      <p:pic>
        <p:nvPicPr>
          <p:cNvPr id="11" name="">
            <a:extLst>
              <a:ext uri="{FF2B5EF4-FFF2-40B4-BE49-F238E27FC236}">
                <ns2:creationId id="{D60719F0-25E6-48CF-AF1F-770D69BD2F74}"/>
              </a:ext>
            </a:extLst>
          </p:cNvPr>
          <p:cNvPicPr>
            <a:picLocks noChangeAspect="1"/>
          </p:cNvPicPr>
          <p:nvPr/>
        </p:nvPicPr>
        <p:blipFill>
          <a:blip ns3:embed="R5b3737d200554313"/>
          <a:stretch/>
        </p:blipFill>
        <p:spPr>
          <a:xfrm>
            <a:off x="12858750" y="5961655"/>
            <a:ext cx="3905250" cy="2935689"/>
          </a:xfrm>
          <a:prstGeom prst="rect">
            <a:avLst/>
          </a:prstGeom>
        </p:spPr>
      </p:pic>
    </p:spTree>
    <p:extLst>
      <p:ext uri="{BB962C8B-B14F-4D97-AF65-F5344CB8AC3E}">
        <ns4:creationId val="1815375055"/>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1F8AF209-35DA-4104-A5F1-E8BDB271FBA4}"/>
              </a:ext>
            </a:extLst>
          </p:cNvPr>
          <p:cNvPicPr>
            <a:picLocks noChangeAspect="1"/>
          </p:cNvPicPr>
          <p:nvPr/>
        </p:nvPicPr>
        <p:blipFill>
          <a:blip ns3:embed="R07d9ff26c28b4fb0"/>
          <a:stretch/>
        </p:blipFill>
        <p:spPr>
          <a:xfrm>
            <a:off x="16941800" y="382588"/>
            <a:ext cx="1028700" cy="733425"/>
          </a:xfrm>
          <a:prstGeom prst="rect">
            <a:avLst/>
          </a:prstGeom>
        </p:spPr>
      </p:pic>
      <p:sp>
        <p:nvSpPr>
          <p:cNvPr id="2" name="part_heading">
            <a:extLst>
              <a:ext uri="{FF2B5EF4-FFF2-40B4-BE49-F238E27FC236}">
                <ns2:creationId id="{AF643D5D-B6C5-4E31-A2BF-756A4E19181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FFAD4102-7A79-423D-A7FD-66AD6E7D1F8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A127529C-E106-4065-AF48-1A14F0D5E2F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 비교 자료 해석</a:t>
            </a:r>
          </a:p>
        </p:txBody>
      </p:sp>
      <p:sp>
        <p:nvSpPr>
          <p:cNvPr id="5" name="title">
            <a:extLst>
              <a:ext uri="{FF2B5EF4-FFF2-40B4-BE49-F238E27FC236}">
                <ns2:creationId id="{A9F30012-1A21-4E2A-8EBB-7A2EF14CFEA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33115769-0B97-473D-82A8-00A6BFE08DF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24FE8043-94DC-4E5E-A215-49BB7CAD885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7CEF931-93B0-4952-8F95-C55B3339A541}"/>
              </a:ext>
            </a:extLst>
          </p:cNvPr>
          <p:cNvPicPr>
            <a:picLocks noChangeAspect="1"/>
          </p:cNvPicPr>
          <p:nvPr/>
        </p:nvPicPr>
        <p:blipFill>
          <a:blip ns3:embed="R7f7652025f83410f"/>
          <a:stretch/>
        </p:blipFill>
        <p:spPr>
          <a:xfrm>
            <a:off x="1524000" y="4954549"/>
            <a:ext cx="10191750" cy="2949652"/>
          </a:xfrm>
          <a:prstGeom prst="rect">
            <a:avLst/>
          </a:prstGeom>
        </p:spPr>
      </p:pic>
      <p:sp>
        <p:nvSpPr>
          <p:cNvPr id="9" name="question">
            <a:extLst>
              <a:ext uri="{FF2B5EF4-FFF2-40B4-BE49-F238E27FC236}">
                <ns2:creationId id="{8507AC69-E1D1-487D-889A-5D71B366D248}"/>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4B2F9E5E-2006-4BF8-83DA-CEAA04233627}"/>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A0553D1C-BC32-4763-96FB-E55C134FE424}"/>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6076956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62607ADA-6FC8-40C0-B8FF-8BD9C952B571}"/>
              </a:ext>
            </a:extLst>
          </p:cNvPr>
          <p:cNvPicPr>
            <a:picLocks noChangeAspect="1"/>
          </p:cNvPicPr>
          <p:nvPr/>
        </p:nvPicPr>
        <p:blipFill>
          <a:blip ns3:embed="Rdaebfc5e85c34ba0"/>
          <a:stretch/>
        </p:blipFill>
        <p:spPr>
          <a:xfrm>
            <a:off x="4859" y="0"/>
            <a:ext cx="18278283" cy="10287000"/>
          </a:xfrm>
          <a:prstGeom prst="rect">
            <a:avLst/>
          </a:prstGeom>
        </p:spPr>
      </p:pic>
      <p:sp>
        <p:nvSpPr>
          <p:cNvPr id="2" name="reference_green_fade">
            <a:extLst>
              <a:ext uri="{FF2B5EF4-FFF2-40B4-BE49-F238E27FC236}">
                <ns2:creationId id="{DABDC6CE-E0D7-4F79-80A1-FE754861FC28}"/>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44FF51D-912D-4FD5-BDEC-F95D813560AB}"/>
              </a:ext>
            </a:extLst>
          </p:cNvPr>
          <p:cNvPicPr>
            <a:picLocks noChangeAspect="1"/>
          </p:cNvPicPr>
          <p:nvPr/>
        </p:nvPicPr>
        <p:blipFill>
          <a:blip ns3:embed="Rd7accd786b9e4510"/>
          <a:stretch/>
        </p:blipFill>
        <p:spPr>
          <a:xfrm>
            <a:off x="16916400" y="332392"/>
            <a:ext cx="1079500" cy="668717"/>
          </a:xfrm>
          <a:prstGeom prst="rect">
            <a:avLst/>
          </a:prstGeom>
        </p:spPr>
      </p:pic>
      <p:sp>
        <p:nvSpPr>
          <p:cNvPr id="4" name="copyright">
            <a:extLst>
              <a:ext uri="{FF2B5EF4-FFF2-40B4-BE49-F238E27FC236}">
                <ns2:creationId id="{AC43DD41-FF0D-4814-8AE9-7D5113E030D9}"/>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B1B9CD89-C2CB-4E7F-ADC2-43EF7E8988A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2D9BE41F-F4F7-433B-8C0A-86A66FD38EF2}"/>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E614678C-FB21-48E3-8BB7-65B92A7F250A}"/>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1466425968"/>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7FF808EC-A9C0-44EF-826A-ADA3414A8A93}"/>
              </a:ext>
            </a:extLst>
          </p:cNvPr>
          <p:cNvPicPr>
            <a:picLocks noChangeAspect="1"/>
          </p:cNvPicPr>
          <p:nvPr/>
        </p:nvPicPr>
        <p:blipFill>
          <a:blip ns3:embed="Rae7a1781d046451b"/>
          <a:stretch/>
        </p:blipFill>
        <p:spPr>
          <a:xfrm>
            <a:off x="16941800" y="382588"/>
            <a:ext cx="1028700" cy="733425"/>
          </a:xfrm>
          <a:prstGeom prst="rect">
            <a:avLst/>
          </a:prstGeom>
        </p:spPr>
      </p:pic>
      <p:sp>
        <p:nvSpPr>
          <p:cNvPr id="2" name="part_heading">
            <a:extLst>
              <a:ext uri="{FF2B5EF4-FFF2-40B4-BE49-F238E27FC236}">
                <ns2:creationId id="{2FD3F0BA-A7BB-4FB6-8B41-791D13821A1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8F95635A-6A3E-418D-A3DC-8FC2D4724DD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57F5D41-F399-4AB7-882C-FC75A867615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해리</a:t>
            </a:r>
          </a:p>
        </p:txBody>
      </p:sp>
      <p:sp>
        <p:nvSpPr>
          <p:cNvPr id="5" name="copyright">
            <a:extLst>
              <a:ext uri="{FF2B5EF4-FFF2-40B4-BE49-F238E27FC236}">
                <ns2:creationId id="{67F9E267-7B4B-471F-8333-3A450E90C9C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B01D696-CE95-4FED-A922-57FFD1EA0A1C}"/>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흡수한다</a:t>
            </a:r>
          </a:p>
        </p:txBody>
      </p:sp>
      <p:pic>
        <p:nvPicPr>
          <p:cNvPr id="7" name="">
            <a:extLst>
              <a:ext uri="{FF2B5EF4-FFF2-40B4-BE49-F238E27FC236}">
                <ns2:creationId id="{9FF6C748-FD47-4CFA-B825-F35D30E40143}"/>
              </a:ext>
            </a:extLst>
          </p:cNvPr>
          <p:cNvPicPr>
            <a:picLocks noChangeAspect="1"/>
          </p:cNvPicPr>
          <p:nvPr/>
        </p:nvPicPr>
        <p:blipFill>
          <a:blip ns3:embed="R810b610751f64e3c"/>
          <a:stretch/>
        </p:blipFill>
        <p:spPr>
          <a:xfrm>
            <a:off x="10572750" y="3633348"/>
            <a:ext cx="6572250" cy="4925303"/>
          </a:xfrm>
          <a:prstGeom prst="rect">
            <a:avLst/>
          </a:prstGeom>
        </p:spPr>
      </p:pic>
      <p:pic>
        <p:nvPicPr>
          <p:cNvPr id="8" name="">
            <a:extLst>
              <a:ext uri="{FF2B5EF4-FFF2-40B4-BE49-F238E27FC236}">
                <ns2:creationId id="{0C0119E6-5CCB-4B79-A716-02EB3ED91C35}"/>
              </a:ext>
            </a:extLst>
          </p:cNvPr>
          <p:cNvPicPr>
            <a:picLocks noChangeAspect="1"/>
          </p:cNvPicPr>
          <p:nvPr/>
        </p:nvPicPr>
        <p:blipFill>
          <a:blip ns3:embed="R6fe10564760e4cf5"/>
          <a:stretch/>
        </p:blipFill>
        <p:spPr>
          <a:xfrm>
            <a:off x="1428750" y="5860978"/>
            <a:ext cx="8286750" cy="755795"/>
          </a:xfrm>
          <a:prstGeom prst="rect">
            <a:avLst/>
          </a:prstGeom>
        </p:spPr>
      </p:pic>
      <p:sp>
        <p:nvSpPr>
          <p:cNvPr id="9" name="bond-count">
            <a:extLst>
              <a:ext uri="{FF2B5EF4-FFF2-40B4-BE49-F238E27FC236}">
                <ns2:creationId id="{0FF58B4C-34B0-4D74-B4D9-14AD245A55C5}"/>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기체 상태의 H–H 결합 1 mol 해리</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436 kJ 흡수, ΔH &gt; 0</a:t>
            </a:r>
          </a:p>
        </p:txBody>
      </p:sp>
    </p:spTree>
    <p:extLst>
      <p:ext uri="{BB962C8B-B14F-4D97-AF65-F5344CB8AC3E}">
        <ns4:creationId val="1217832760"/>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BFAECE76-7B4E-4BAD-8D6F-193E7B0C6A0E}"/>
              </a:ext>
            </a:extLst>
          </p:cNvPr>
          <p:cNvPicPr>
            <a:picLocks noChangeAspect="1"/>
          </p:cNvPicPr>
          <p:nvPr/>
        </p:nvPicPr>
        <p:blipFill>
          <a:blip ns3:embed="Rd0c290b10d504750"/>
          <a:stretch/>
        </p:blipFill>
        <p:spPr>
          <a:xfrm>
            <a:off x="16941800" y="382588"/>
            <a:ext cx="1028700" cy="733425"/>
          </a:xfrm>
          <a:prstGeom prst="rect">
            <a:avLst/>
          </a:prstGeom>
        </p:spPr>
      </p:pic>
      <p:sp>
        <p:nvSpPr>
          <p:cNvPr id="2" name="part_heading">
            <a:extLst>
              <a:ext uri="{FF2B5EF4-FFF2-40B4-BE49-F238E27FC236}">
                <ns2:creationId id="{E975465C-EAC0-4259-8344-F22B9E32230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17CD352-46D3-455F-A534-F54F97108BE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A2862B2-0470-4FFA-8F9C-88D712CB61E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형성</a:t>
            </a:r>
          </a:p>
        </p:txBody>
      </p:sp>
      <p:sp>
        <p:nvSpPr>
          <p:cNvPr id="5" name="copyright">
            <a:extLst>
              <a:ext uri="{FF2B5EF4-FFF2-40B4-BE49-F238E27FC236}">
                <ns2:creationId id="{CC22AF25-DFF5-4574-8428-A00E5440A18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64335D53-ED01-42D7-B758-F680CE93CF79}"/>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방출한다</a:t>
            </a:r>
          </a:p>
        </p:txBody>
      </p:sp>
      <p:pic>
        <p:nvPicPr>
          <p:cNvPr id="7" name="">
            <a:extLst>
              <a:ext uri="{FF2B5EF4-FFF2-40B4-BE49-F238E27FC236}">
                <ns2:creationId id="{07301D7E-1F13-4CBA-B613-3850D21DC0B1}"/>
              </a:ext>
            </a:extLst>
          </p:cNvPr>
          <p:cNvPicPr>
            <a:picLocks noChangeAspect="1"/>
          </p:cNvPicPr>
          <p:nvPr/>
        </p:nvPicPr>
        <p:blipFill>
          <a:blip ns3:embed="Rc50844d9f81240f2"/>
          <a:stretch/>
        </p:blipFill>
        <p:spPr>
          <a:xfrm>
            <a:off x="10572750" y="3636256"/>
            <a:ext cx="6572250" cy="4919488"/>
          </a:xfrm>
          <a:prstGeom prst="rect">
            <a:avLst/>
          </a:prstGeom>
        </p:spPr>
      </p:pic>
      <p:sp>
        <p:nvSpPr>
          <p:cNvPr id="8" name="formation-equation">
            <a:extLst>
              <a:ext uri="{FF2B5EF4-FFF2-40B4-BE49-F238E27FC236}">
                <ns2:creationId id="{6B03DB12-B493-458C-84EE-410EDC765F4D}"/>
              </a:ext>
            </a:extLst>
          </p:cNvPr>
          <p:cNvSpPr>
            <a:spLocks noGrp="1"/>
          </p:cNvSpPr>
          <p:nvPr/>
        </p:nvSpPr>
        <p:spPr>
          <a:xfrm>
            <a:off x="1428750" y="5905500"/>
            <a:ext cx="8858250" cy="762000"/>
          </a:xfrm>
          <a:prstGeom prst="rect">
            <a:avLst/>
          </a:prstGeom>
          <a:noFill/>
          <a:ln w="0">
            <a:noFill/>
          </a:ln>
        </p:spPr>
        <p:txBody>
          <a:bodyPr wrap="none" lIns="0" tIns="0" rIns="0" bIns="0" anchor="t">
            <a:noAutofit/>
          </a:bodyPr>
          <a:lstStyle>
            <a:defPPr algn="l">
              <a:defRPr sz="3225" b="0">
                <a:solidFill>
                  <a:srgbClr val="111111"/>
                </a:solidFill>
                <a:latin typeface="Pretendard"/>
                <a:ea typeface="Pretendard"/>
                <a:cs typeface="Pretendard"/>
              </a:defRPr>
            </a:defPPr>
            <a:lvl1pPr algn="l">
              <a:defRPr sz="3225" b="0">
                <a:solidFill>
                  <a:srgbClr val="111111"/>
                </a:solidFill>
                <a:latin typeface="Pretendard"/>
                <a:ea typeface="Pretendard"/>
                <a:cs typeface="Pretendard"/>
              </a:defRPr>
            </a:lvl1pPr>
            <a:lvl2pPr algn="l">
              <a:defRPr sz="3225" b="0">
                <a:solidFill>
                  <a:srgbClr val="111111"/>
                </a:solidFill>
                <a:latin typeface="Pretendard"/>
                <a:ea typeface="Pretendard"/>
                <a:cs typeface="Pretendard"/>
              </a:defRPr>
            </a:lvl2pPr>
            <a:lvl3pPr algn="l">
              <a:defRPr sz="3225" b="0">
                <a:solidFill>
                  <a:srgbClr val="111111"/>
                </a:solidFill>
                <a:latin typeface="Pretendard"/>
                <a:ea typeface="Pretendard"/>
                <a:cs typeface="Pretendard"/>
              </a:defRPr>
            </a:lvl3pPr>
            <a:lvl4pPr algn="l">
              <a:defRPr sz="3225" b="0">
                <a:solidFill>
                  <a:srgbClr val="111111"/>
                </a:solidFill>
                <a:latin typeface="Pretendard"/>
                <a:ea typeface="Pretendard"/>
                <a:cs typeface="Pretendard"/>
              </a:defRPr>
            </a:lvl4pPr>
            <a:lvl5pPr algn="l">
              <a:defRPr sz="3225" b="0">
                <a:solidFill>
                  <a:srgbClr val="111111"/>
                </a:solidFill>
                <a:latin typeface="Pretendard"/>
                <a:ea typeface="Pretendard"/>
                <a:cs typeface="Pretendard"/>
              </a:defRPr>
            </a:lvl5pPr>
            <a:lvl6pPr algn="l">
              <a:defRPr sz="3225" b="0">
                <a:solidFill>
                  <a:srgbClr val="111111"/>
                </a:solidFill>
                <a:latin typeface="Pretendard"/>
                <a:ea typeface="Pretendard"/>
                <a:cs typeface="Pretendard"/>
              </a:defRPr>
            </a:lvl6pPr>
            <a:lvl7pPr algn="l">
              <a:defRPr sz="3225" b="0">
                <a:solidFill>
                  <a:srgbClr val="111111"/>
                </a:solidFill>
                <a:latin typeface="Pretendard"/>
                <a:ea typeface="Pretendard"/>
                <a:cs typeface="Pretendard"/>
              </a:defRPr>
            </a:lvl7pPr>
            <a:lvl8pPr algn="l">
              <a:defRPr sz="3225" b="0">
                <a:solidFill>
                  <a:srgbClr val="111111"/>
                </a:solidFill>
                <a:latin typeface="Pretendard"/>
                <a:ea typeface="Pretendard"/>
                <a:cs typeface="Pretendard"/>
              </a:defRPr>
            </a:lvl8pPr>
            <a:lvl9pPr algn="l">
              <a:defRPr sz="3225" b="0">
                <a:solidFill>
                  <a:srgbClr val="111111"/>
                </a:solidFill>
                <a:latin typeface="Pretendard"/>
                <a:ea typeface="Pretendard"/>
                <a:cs typeface="Pretendard"/>
              </a:defRPr>
            </a:lvl9pPr>
          </a:lstStyle>
          <a:p>
            <a:pPr algn="l">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2H(</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 H₂(</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ΔH = −436 kJ</a:t>
            </a:r>
          </a:p>
        </p:txBody>
      </p:sp>
      <p:sp>
        <p:nvSpPr>
          <p:cNvPr id="9" name="bond-count">
            <a:extLst>
              <a:ext uri="{FF2B5EF4-FFF2-40B4-BE49-F238E27FC236}">
                <ns2:creationId id="{9A45A876-D21B-49D0-BDFF-0D9BEAFCBDF4}"/>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H–H 결합 1 mol 형성</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해리와 크기는 같고 부호는 반대</a:t>
            </a:r>
          </a:p>
        </p:txBody>
      </p:sp>
    </p:spTree>
    <p:extLst>
      <p:ext uri="{BB962C8B-B14F-4D97-AF65-F5344CB8AC3E}">
        <ns4:creationId val="186883299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E86779D7-B431-4FDC-AE85-82B9446CF9DC}"/>
              </a:ext>
            </a:extLst>
          </p:cNvPr>
          <p:cNvPicPr>
            <a:picLocks noChangeAspect="1"/>
          </p:cNvPicPr>
          <p:nvPr/>
        </p:nvPicPr>
        <p:blipFill>
          <a:blip ns3:embed="R0b0459a30547483d"/>
          <a:stretch/>
        </p:blipFill>
        <p:spPr>
          <a:xfrm>
            <a:off x="16941800" y="382588"/>
            <a:ext cx="1028700" cy="733425"/>
          </a:xfrm>
          <a:prstGeom prst="rect">
            <a:avLst/>
          </a:prstGeom>
        </p:spPr>
      </p:pic>
      <p:sp>
        <p:nvSpPr>
          <p:cNvPr id="2" name="part_heading">
            <a:extLst>
              <a:ext uri="{FF2B5EF4-FFF2-40B4-BE49-F238E27FC236}">
                <ns2:creationId id="{8556616D-49EC-4D1E-9826-0A653F3A335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1FF34C20-6E01-4C86-8A80-2DB3FC18315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7F350BC-3D67-4745-9F6E-A7A94606DDC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2E0C885D-ADE5-4905-9776-8F6578A966F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6A651186-8C3F-4385-BC72-325049B71F7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13129C76-C1A2-43DD-8CA8-0D8B4EBF963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5050623-9913-42B6-B2A7-D445F83F3F79}"/>
              </a:ext>
            </a:extLst>
          </p:cNvPr>
          <p:cNvPicPr>
            <a:picLocks noChangeAspect="1"/>
          </p:cNvPicPr>
          <p:nvPr/>
        </p:nvPicPr>
        <p:blipFill>
          <a:blip ns3:embed="R8737fb0c08e74e62"/>
          <a:stretch/>
        </p:blipFill>
        <p:spPr>
          <a:xfrm>
            <a:off x="1578835" y="4476750"/>
            <a:ext cx="9986830" cy="5334000"/>
          </a:xfrm>
          <a:prstGeom prst="rect">
            <a:avLst/>
          </a:prstGeom>
        </p:spPr>
      </p:pic>
      <p:sp>
        <p:nvSpPr>
          <p:cNvPr id="9" name="explanation-panel">
            <a:extLst>
              <a:ext uri="{FF2B5EF4-FFF2-40B4-BE49-F238E27FC236}">
                <ns2:creationId id="{FDB0C87D-5370-4B13-8596-A177556C7C6B}"/>
              </a:ext>
            </a:extLst>
          </p:cNvPr>
          <p:cNvSpPr>
            <a:spLocks noGrp="1"/>
          </p:cNvSpPr>
          <p:nvPr/>
        </p:nvSpPr>
        <p:spPr>
          <a:xfrm>
            <a:off x="12382500" y="4857750"/>
            <a:ext cx="4667250" cy="3905250"/>
          </a:xfrm>
          <a:prstGeom prst="roundRect">
            <a:avLst>
              <a:gd name="adj" fmla="val 8537"/>
            </a:avLst>
          </a:prstGeom>
          <a:solidFill>
            <a:srgbClr val="F5F5F5"/>
          </a:solidFill>
          <a:ln w="0">
            <a:noFill/>
          </a:ln>
        </p:spPr>
      </p:sp>
      <p:sp>
        <p:nvSpPr>
          <p:cNvPr id="10" name="table-points">
            <a:extLst>
              <a:ext uri="{FF2B5EF4-FFF2-40B4-BE49-F238E27FC236}">
                <ns2:creationId id="{27E5E1F9-4DF7-439F-AAF4-7F67D5F54983}"/>
              </a:ext>
            </a:extLst>
          </p:cNvPr>
          <p:cNvSpPr>
            <a:spLocks noGrp="1"/>
          </p:cNvSpPr>
          <p:nvPr/>
        </p:nvSpPr>
        <p:spPr>
          <a:xfrm>
            <a:off x="12763500" y="5334000"/>
            <a:ext cx="4000500" cy="3048000"/>
          </a:xfrm>
          <a:prstGeom prst="rect">
            <a:avLst/>
          </a:prstGeom>
          <a:noFill/>
          <a:ln w="0">
            <a:noFill/>
          </a:ln>
        </p:spPr>
        <p:txBody>
          <a:bodyPr wrap="none" lIns="0" tIns="0" rIns="0" bIns="0" anchor="t">
            <a:noAutofit/>
          </a:bodyPr>
          <a:lstStyle>
            <a:defPPr algn="l">
              <a:defRPr sz="2475" b="0">
                <a:solidFill>
                  <a:srgbClr val="111111"/>
                </a:solidFill>
                <a:latin typeface="Pretendard"/>
                <a:ea typeface="Pretendard"/>
                <a:cs typeface="Pretendard"/>
              </a:defRPr>
            </a:defPPr>
            <a:lvl1pPr algn="l">
              <a:defRPr sz="2475" b="0">
                <a:solidFill>
                  <a:srgbClr val="111111"/>
                </a:solidFill>
                <a:latin typeface="Pretendard"/>
                <a:ea typeface="Pretendard"/>
                <a:cs typeface="Pretendard"/>
              </a:defRPr>
            </a:lvl1pPr>
            <a:lvl2pPr algn="l">
              <a:defRPr sz="2475" b="0">
                <a:solidFill>
                  <a:srgbClr val="111111"/>
                </a:solidFill>
                <a:latin typeface="Pretendard"/>
                <a:ea typeface="Pretendard"/>
                <a:cs typeface="Pretendard"/>
              </a:defRPr>
            </a:lvl2pPr>
            <a:lvl3pPr algn="l">
              <a:defRPr sz="2475" b="0">
                <a:solidFill>
                  <a:srgbClr val="111111"/>
                </a:solidFill>
                <a:latin typeface="Pretendard"/>
                <a:ea typeface="Pretendard"/>
                <a:cs typeface="Pretendard"/>
              </a:defRPr>
            </a:lvl3pPr>
            <a:lvl4pPr algn="l">
              <a:defRPr sz="2475" b="0">
                <a:solidFill>
                  <a:srgbClr val="111111"/>
                </a:solidFill>
                <a:latin typeface="Pretendard"/>
                <a:ea typeface="Pretendard"/>
                <a:cs typeface="Pretendard"/>
              </a:defRPr>
            </a:lvl4pPr>
            <a:lvl5pPr algn="l">
              <a:defRPr sz="2475" b="0">
                <a:solidFill>
                  <a:srgbClr val="111111"/>
                </a:solidFill>
                <a:latin typeface="Pretendard"/>
                <a:ea typeface="Pretendard"/>
                <a:cs typeface="Pretendard"/>
              </a:defRPr>
            </a:lvl5pPr>
            <a:lvl6pPr algn="l">
              <a:defRPr sz="2475" b="0">
                <a:solidFill>
                  <a:srgbClr val="111111"/>
                </a:solidFill>
                <a:latin typeface="Pretendard"/>
                <a:ea typeface="Pretendard"/>
                <a:cs typeface="Pretendard"/>
              </a:defRPr>
            </a:lvl6pPr>
            <a:lvl7pPr algn="l">
              <a:defRPr sz="2475" b="0">
                <a:solidFill>
                  <a:srgbClr val="111111"/>
                </a:solidFill>
                <a:latin typeface="Pretendard"/>
                <a:ea typeface="Pretendard"/>
                <a:cs typeface="Pretendard"/>
              </a:defRPr>
            </a:lvl7pPr>
            <a:lvl8pPr algn="l">
              <a:defRPr sz="2475" b="0">
                <a:solidFill>
                  <a:srgbClr val="111111"/>
                </a:solidFill>
                <a:latin typeface="Pretendard"/>
                <a:ea typeface="Pretendard"/>
                <a:cs typeface="Pretendard"/>
              </a:defRPr>
            </a:lvl8pPr>
            <a:lvl9pPr algn="l">
              <a:defRPr sz="2475" b="0">
                <a:solidFill>
                  <a:srgbClr val="111111"/>
                </a:solidFill>
                <a:latin typeface="Pretendard"/>
                <a:ea typeface="Pretendard"/>
                <a:cs typeface="Pretendard"/>
              </a:defRPr>
            </a:lvl9pPr>
          </a:lstStyle>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① 결합 1 mol 기준</a:t>
            </a:r>
          </a:p>
          <a:p>
            <a:r>
              <a:t/>
            </a:r>
          </a:p>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② 해리에 필요한 에너지</a:t>
            </a:r>
          </a:p>
          <a:p>
            <a:r>
              <a:t/>
            </a:r>
          </a:p>
          <a:p>
            <a:pPr algn="l">
              <a:defRPr sz="2475" b="0">
                <a:solidFill>
                  <a:srgbClr val="111111"/>
                </a:solidFill>
                <a:latin typeface="Pretendard"/>
                <a:ea typeface="Pretendard"/>
                <a:cs typeface="Pretendard"/>
              </a:defRPr>
            </a:pPr>
            <a:r>
              <a:rPr sz="2475" b="0">
                <a:solidFill>
                  <a:srgbClr val="111111"/>
                </a:solidFill>
                <a:latin typeface="Pretendard"/>
                <a:ea typeface="Pretendard"/>
                <a:cs typeface="Pretendard"/>
              </a:rPr>
              <a:t>③ 결합 에너지는 양수</a:t>
            </a:r>
          </a:p>
        </p:txBody>
      </p:sp>
    </p:spTree>
    <p:extLst>
      <p:ext uri="{BB962C8B-B14F-4D97-AF65-F5344CB8AC3E}">
        <ns4:creationId val="2044886715"/>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708BB85-8F17-4F9C-8ABF-B2C803A53151}"/>
              </a:ext>
            </a:extLst>
          </p:cNvPr>
          <p:cNvPicPr>
            <a:picLocks noChangeAspect="1"/>
          </p:cNvPicPr>
          <p:nvPr/>
        </p:nvPicPr>
        <p:blipFill>
          <a:blip ns3:embed="Rddf86dd12ad64af8"/>
          <a:stretch/>
        </p:blipFill>
        <p:spPr>
          <a:xfrm>
            <a:off x="16941800" y="382588"/>
            <a:ext cx="1028700" cy="733425"/>
          </a:xfrm>
          <a:prstGeom prst="rect">
            <a:avLst/>
          </a:prstGeom>
        </p:spPr>
      </p:pic>
      <p:sp>
        <p:nvSpPr>
          <p:cNvPr id="2" name="part_heading">
            <a:extLst>
              <a:ext uri="{FF2B5EF4-FFF2-40B4-BE49-F238E27FC236}">
                <ns2:creationId id="{A9E09F0D-949B-4541-91D0-C66ABF7395E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15CB038C-E1D7-4584-8606-3AFED83C552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8A4E2188-93F6-4C8F-82A6-D410261E995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a:ext uri="{FF2B5EF4-FFF2-40B4-BE49-F238E27FC236}">
                <ns2:creationId id="{B121C8BB-12A4-4E2E-8C5E-13A818F9A5B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8D3BB795-A3DD-4B78-9E19-E9453277D67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A5F7C14B-9309-426A-80C6-31D8F6DDFFA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CAB4645-A98B-48A4-BC7F-01BE72EFC3E7}"/>
              </a:ext>
            </a:extLst>
          </p:cNvPr>
          <p:cNvPicPr>
            <a:picLocks noChangeAspect="1"/>
          </p:cNvPicPr>
          <p:nvPr/>
        </p:nvPicPr>
        <p:blipFill>
          <a:blip ns3:embed="R7037389074ac4f06"/>
          <a:stretch/>
        </p:blipFill>
        <p:spPr>
          <a:xfrm>
            <a:off x="5869781" y="4191000"/>
            <a:ext cx="6548438" cy="714375"/>
          </a:xfrm>
          <a:prstGeom prst="rect">
            <a:avLst/>
          </a:prstGeom>
        </p:spPr>
      </p:pic>
      <p:pic>
        <p:nvPicPr>
          <p:cNvPr id="9" name="">
            <a:extLst>
              <a:ext uri="{FF2B5EF4-FFF2-40B4-BE49-F238E27FC236}">
                <ns2:creationId id="{8D69A6ED-E540-4F01-A222-2B03F6A9227B}"/>
              </a:ext>
            </a:extLst>
          </p:cNvPr>
          <p:cNvPicPr>
            <a:picLocks noChangeAspect="1"/>
          </p:cNvPicPr>
          <p:nvPr/>
        </p:nvPicPr>
        <p:blipFill>
          <a:blip ns3:embed="R842aed5872f642dc"/>
          <a:stretch/>
        </p:blipFill>
        <p:spPr>
          <a:xfrm>
            <a:off x="3437359" y="5143500"/>
            <a:ext cx="11413282" cy="3190875"/>
          </a:xfrm>
          <a:prstGeom prst="rect">
            <a:avLst/>
          </a:prstGeom>
        </p:spPr>
      </p:pic>
      <p:sp>
        <p:nvSpPr>
          <p:cNvPr id="10" name="conclusion-box">
            <a:extLst>
              <a:ext uri="{FF2B5EF4-FFF2-40B4-BE49-F238E27FC236}">
                <ns2:creationId id="{F7D5535A-B28E-4F7D-B86E-E5C231EED4C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3033B837-E04F-4E10-9DCE-E1C9F8A8EB1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2032517400"/>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B78CF93B-5C48-47A7-A608-9854817DAC15}"/>
              </a:ext>
            </a:extLst>
          </p:cNvPr>
          <p:cNvPicPr>
            <a:picLocks noChangeAspect="1"/>
          </p:cNvPicPr>
          <p:nvPr/>
        </p:nvPicPr>
        <p:blipFill>
          <a:blip ns3:embed="R0aa17a7423f74e5f"/>
          <a:stretch/>
        </p:blipFill>
        <p:spPr>
          <a:xfrm>
            <a:off x="16941800" y="382588"/>
            <a:ext cx="1028700" cy="733425"/>
          </a:xfrm>
          <a:prstGeom prst="rect">
            <a:avLst/>
          </a:prstGeom>
        </p:spPr>
      </p:pic>
      <p:sp>
        <p:nvSpPr>
          <p:cNvPr id="2" name="part_heading">
            <a:extLst>
              <a:ext uri="{FF2B5EF4-FFF2-40B4-BE49-F238E27FC236}">
                <ns2:creationId id="{4C0A625F-9369-4776-8D43-F60C559DC9D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8EE5964-050F-499F-9C40-D7EE39535CE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41E1E026-6BE1-457F-854F-A02C7BFAE9A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결합의 종류와 수</a:t>
            </a:r>
          </a:p>
        </p:txBody>
      </p:sp>
      <p:sp>
        <p:nvSpPr>
          <p:cNvPr id="5" name="title">
            <a:extLst>
              <a:ext uri="{FF2B5EF4-FFF2-40B4-BE49-F238E27FC236}">
                <ns2:creationId id="{8074B4BA-01C6-4401-B0FC-57A628C4093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B52207B3-9951-43ED-A0EA-144AA42B574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copyright">
            <a:extLst>
              <a:ext uri="{FF2B5EF4-FFF2-40B4-BE49-F238E27FC236}">
                <ns2:creationId id="{DD664C0C-72E9-4D5F-90C8-2DD1E61A237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0A5B56C0-BB63-490D-B1E3-18CB2E24C31A}"/>
              </a:ext>
            </a:extLst>
          </p:cNvPr>
          <p:cNvSpPr>
            <a:spLocks noGrp="1"/>
          </p:cNvSpPr>
          <p:nvPr/>
        </p:nvSpPr>
        <p:spPr>
          <a:xfrm>
            <a:off x="2286000" y="4857750"/>
            <a:ext cx="13716000" cy="3333750"/>
          </a:xfrm>
          <a:prstGeom prst="roundRect">
            <a:avLst>
              <a:gd name="adj" fmla="val 13714"/>
            </a:avLst>
          </a:prstGeom>
          <a:solidFill>
            <a:srgbClr val="3D3D3D"/>
          </a:solidFill>
          <a:ln w="0">
            <a:noFill/>
          </a:ln>
        </p:spPr>
      </p:sp>
      <p:graphicFrame>
        <p:nvGraphicFramePr>
          <p:cNvPr id="9" name="">
            <a:extLst>
              <a:ext uri="{FF2B5EF4-FFF2-40B4-BE49-F238E27FC236}">
                <ns2:creationId id="{78563A7B-B704-4A0D-ACBD-0D66806EF2FB}"/>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3D3D3D"/>
                    </a:solidFill>
                  </a:tcPr>
                </a:tc>
              </a:tr>
            </a:tbl>
          </a:graphicData>
        </a:graphic>
      </p:graphicFrame>
      <p:sp>
        <p:nvSpPr>
          <p:cNvPr id="10" name="table-row-rule-1">
            <a:extLst>
              <a:ext uri="{FF2B5EF4-FFF2-40B4-BE49-F238E27FC236}">
                <ns2:creationId id="{D9980439-6AEE-480C-AE9D-7ACF8B074DAE}"/>
              </a:ext>
            </a:extLst>
          </p:cNvPr>
          <p:cNvSpPr>
            <a:spLocks noGrp="1"/>
          </p:cNvSpPr>
          <p:nvPr/>
        </p:nvSpPr>
        <p:spPr>
          <a:xfrm>
            <a:off x="2628900" y="5805488"/>
            <a:ext cx="13030200" cy="28575"/>
          </a:xfrm>
          <a:prstGeom prst="rect">
            <a:avLst/>
          </a:prstGeom>
          <a:solidFill>
            <a:srgbClr val="EEEEEE"/>
          </a:solidFill>
          <a:ln w="0">
            <a:noFill/>
          </a:ln>
        </p:spPr>
      </p:sp>
      <p:sp>
        <p:nvSpPr>
          <p:cNvPr id="11" name="table-row-rule-2">
            <a:extLst>
              <a:ext uri="{FF2B5EF4-FFF2-40B4-BE49-F238E27FC236}">
                <ns2:creationId id="{5A8FE663-8181-42EE-990F-05069DF0B16F}"/>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53E2EADF-39AF-4549-B8A2-734D3412428E}"/>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FE766A02-DFE9-49E8-80C8-C9871B010BF0}"/>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277C4790-8DFC-45A3-871F-67C881AD9FA7}"/>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345963012"/>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F7E10F67-D164-43DB-B836-E1790B41FA10}"/>
              </a:ext>
            </a:extLst>
          </p:cNvPr>
          <p:cNvPicPr>
            <a:picLocks noChangeAspect="1"/>
          </p:cNvPicPr>
          <p:nvPr/>
        </p:nvPicPr>
        <p:blipFill>
          <a:blip ns3:embed="R6dd65563cf874fa7"/>
          <a:stretch/>
        </p:blipFill>
        <p:spPr>
          <a:xfrm>
            <a:off x="16941800" y="382588"/>
            <a:ext cx="1028700" cy="733425"/>
          </a:xfrm>
          <a:prstGeom prst="rect">
            <a:avLst/>
          </a:prstGeom>
        </p:spPr>
      </p:pic>
      <p:sp>
        <p:nvSpPr>
          <p:cNvPr id="2" name="part_heading">
            <a:extLst>
              <a:ext uri="{FF2B5EF4-FFF2-40B4-BE49-F238E27FC236}">
                <ns2:creationId id="{AFFAE326-71E9-4944-B325-1DA0AE41E31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FD0944F-D595-456D-9294-B1BB3A7C6FE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71FB89CF-2803-498B-845D-384FC753ECF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a:ext uri="{FF2B5EF4-FFF2-40B4-BE49-F238E27FC236}">
                <ns2:creationId id="{EC77D7A7-2E79-4CB3-A6B6-94CD9A44D8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6FED5443-F801-4CB5-A7F5-3A351E77604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copyright">
            <a:extLst>
              <a:ext uri="{FF2B5EF4-FFF2-40B4-BE49-F238E27FC236}">
                <ns2:creationId id="{0184B968-F997-4F53-AF5F-64C31884BB3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D0B9DC6-4160-4BEF-9120-CF5BA6B5EEDA}"/>
              </a:ext>
            </a:extLst>
          </p:cNvPr>
          <p:cNvPicPr>
            <a:picLocks noChangeAspect="1"/>
          </p:cNvPicPr>
          <p:nvPr/>
        </p:nvPicPr>
        <p:blipFill>
          <a:blip ns3:embed="R6c6854e9be5a4a3a"/>
          <a:stretch/>
        </p:blipFill>
        <p:spPr>
          <a:xfrm>
            <a:off x="2136321" y="4676775"/>
            <a:ext cx="14015357" cy="714375"/>
          </a:xfrm>
          <a:prstGeom prst="rect">
            <a:avLst/>
          </a:prstGeom>
        </p:spPr>
      </p:pic>
      <p:sp>
        <p:nvSpPr>
          <p:cNvPr id="9" name="step-strip-0">
            <a:extLst>
              <a:ext uri="{FF2B5EF4-FFF2-40B4-BE49-F238E27FC236}">
                <ns2:creationId id="{2D00D880-230F-46ED-B21F-2DFBC70E9574}"/>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B6907D23-4066-4EBE-A359-4516D5C8B160}"/>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EFDD8D31-10E8-4634-A0A7-ABF8928E2120}"/>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697456E7-358D-481D-8382-A129A6674192}"/>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37940B39-135D-4E45-B575-2D993E0A3130}"/>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78CCC2F9-DB4F-4E57-82C9-B5106AE98E84}"/>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E108573D-202C-442B-B56E-5E5E7DD1A37E}"/>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6E49EE09-0376-4F49-9F5E-D928FE0C19D0}"/>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F460E7A1-ECF6-4F9F-B477-5E448539924F}"/>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85F68794-5315-4BE8-930F-1E0E05AA2834}"/>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E9883C75-071B-46F0-914B-65C32002C284}"/>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735F09A9-945A-4BA2-8932-10DCEA3DF89A}"/>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4606A135-3F09-4881-B354-2EC850B39A31}"/>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E9264D51-807E-4144-9DE8-23EC11DF1D5B}"/>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2219BF02-47C3-450C-B150-2C2ECAD4D519}"/>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ns4:creationId val="1984372118"/>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8007ED35-9ACE-4B73-8633-BE40C3C9FA2B}"/>
              </a:ext>
            </a:extLst>
          </p:cNvPr>
          <p:cNvPicPr>
            <a:picLocks noChangeAspect="1"/>
          </p:cNvPicPr>
          <p:nvPr/>
        </p:nvPicPr>
        <p:blipFill>
          <a:blip ns3:embed="R1e4b8f909c3a436b"/>
          <a:stretch/>
        </p:blipFill>
        <p:spPr>
          <a:xfrm>
            <a:off x="16941800" y="382588"/>
            <a:ext cx="1028700" cy="733425"/>
          </a:xfrm>
          <a:prstGeom prst="rect">
            <a:avLst/>
          </a:prstGeom>
        </p:spPr>
      </p:pic>
      <p:sp>
        <p:nvSpPr>
          <p:cNvPr id="2" name="part_heading">
            <a:extLst>
              <a:ext uri="{FF2B5EF4-FFF2-40B4-BE49-F238E27FC236}">
                <ns2:creationId id="{AC6A33A2-1111-4846-8851-0387FD68229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68FA1A15-B1CD-4B09-BCBC-31094A555F9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4" name="topic_heading">
            <a:extLst>
              <a:ext uri="{FF2B5EF4-FFF2-40B4-BE49-F238E27FC236}">
                <ns2:creationId id="{9525E3F9-D45A-4C12-966D-1233818E7D7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근삿값과 물질의 상태</a:t>
            </a:r>
          </a:p>
        </p:txBody>
      </p:sp>
      <p:sp>
        <p:nvSpPr>
          <p:cNvPr id="5" name="title">
            <a:extLst>
              <a:ext uri="{FF2B5EF4-FFF2-40B4-BE49-F238E27FC236}">
                <ns2:creationId id="{3FD5C543-0E15-4ABA-9165-D247D5BA564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BE74DB3A-2376-4B0C-8F0F-6F5FAD670E0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7E753D8D-BC9D-4669-BC69-CC341881D8E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gas-title">
            <a:extLst>
              <a:ext uri="{FF2B5EF4-FFF2-40B4-BE49-F238E27FC236}">
                <ns2:creationId id="{597EFA4B-015B-451F-95E1-797B364E938B}"/>
              </a:ext>
            </a:extLst>
          </p:cNvPr>
          <p:cNvSpPr>
            <a:spLocks noGrp="1"/>
          </p:cNvSpPr>
          <p:nvPr/>
        </p:nvSpPr>
        <p:spPr>
          <a:xfrm>
            <a:off x="2095500" y="49530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평균 결합 에너지로 계산</a:t>
            </a:r>
          </a:p>
        </p:txBody>
      </p:sp>
      <p:sp>
        <p:nvSpPr>
          <p:cNvPr id="9" name="equation">
            <a:extLst>
              <a:ext uri="{FF2B5EF4-FFF2-40B4-BE49-F238E27FC236}">
                <ns2:creationId id="{A91E3878-5878-4E48-9480-201160E381F9}"/>
              </a:ext>
            </a:extLst>
          </p:cNvPr>
          <p:cNvSpPr>
            <a:spLocks noGrp="1"/>
          </p:cNvSpPr>
          <p:nvPr/>
        </p:nvSpPr>
        <p:spPr>
          <a:xfrm>
            <a:off x="1285875" y="5715000"/>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sp>
        <p:nvSpPr>
          <p:cNvPr id="10" name="liquid-title">
            <a:extLst>
              <a:ext uri="{FF2B5EF4-FFF2-40B4-BE49-F238E27FC236}">
                <ns2:creationId id="{C88244A5-5ECB-401A-B087-FBAB795664F5}"/>
              </a:ext>
            </a:extLst>
          </p:cNvPr>
          <p:cNvSpPr>
            <a:spLocks noGrp="1"/>
          </p:cNvSpPr>
          <p:nvPr/>
        </p:nvSpPr>
        <p:spPr>
          <a:xfrm>
            <a:off x="2095500" y="7048500"/>
            <a:ext cx="14097000" cy="571500"/>
          </a:xfrm>
          <a:prstGeom prst="rect">
            <a:avLst/>
          </a:prstGeom>
          <a:noFill/>
          <a:ln w="0">
            <a:noFill/>
          </a:ln>
        </p:spPr>
        <p:txBody>
          <a:bodyPr wrap="none" lIns="0" tIns="0" rIns="0" bIns="0" anchor="t">
            <a:noAutofit/>
          </a:bodyPr>
          <a:lstStyle>
            <a:defPPr algn="ctr">
              <a:defRPr sz="3150" b="1">
                <a:solidFill>
                  <a:srgbClr val="555555"/>
                </a:solidFill>
                <a:latin typeface="Pretendard"/>
                <a:ea typeface="Pretendard"/>
                <a:cs typeface="Pretendard"/>
              </a:defRPr>
            </a:defPPr>
            <a:lvl1pPr algn="ctr">
              <a:defRPr sz="3150" b="1">
                <a:solidFill>
                  <a:srgbClr val="555555"/>
                </a:solidFill>
                <a:latin typeface="Pretendard"/>
                <a:ea typeface="Pretendard"/>
                <a:cs typeface="Pretendard"/>
              </a:defRPr>
            </a:lvl1pPr>
            <a:lvl2pPr algn="ctr">
              <a:defRPr sz="3150" b="1">
                <a:solidFill>
                  <a:srgbClr val="555555"/>
                </a:solidFill>
                <a:latin typeface="Pretendard"/>
                <a:ea typeface="Pretendard"/>
                <a:cs typeface="Pretendard"/>
              </a:defRPr>
            </a:lvl2pPr>
            <a:lvl3pPr algn="ctr">
              <a:defRPr sz="3150" b="1">
                <a:solidFill>
                  <a:srgbClr val="555555"/>
                </a:solidFill>
                <a:latin typeface="Pretendard"/>
                <a:ea typeface="Pretendard"/>
                <a:cs typeface="Pretendard"/>
              </a:defRPr>
            </a:lvl3pPr>
            <a:lvl4pPr algn="ctr">
              <a:defRPr sz="3150" b="1">
                <a:solidFill>
                  <a:srgbClr val="555555"/>
                </a:solidFill>
                <a:latin typeface="Pretendard"/>
                <a:ea typeface="Pretendard"/>
                <a:cs typeface="Pretendard"/>
              </a:defRPr>
            </a:lvl4pPr>
            <a:lvl5pPr algn="ctr">
              <a:defRPr sz="3150" b="1">
                <a:solidFill>
                  <a:srgbClr val="555555"/>
                </a:solidFill>
                <a:latin typeface="Pretendard"/>
                <a:ea typeface="Pretendard"/>
                <a:cs typeface="Pretendard"/>
              </a:defRPr>
            </a:lvl5pPr>
            <a:lvl6pPr algn="ctr">
              <a:defRPr sz="3150" b="1">
                <a:solidFill>
                  <a:srgbClr val="555555"/>
                </a:solidFill>
                <a:latin typeface="Pretendard"/>
                <a:ea typeface="Pretendard"/>
                <a:cs typeface="Pretendard"/>
              </a:defRPr>
            </a:lvl6pPr>
            <a:lvl7pPr algn="ctr">
              <a:defRPr sz="3150" b="1">
                <a:solidFill>
                  <a:srgbClr val="555555"/>
                </a:solidFill>
                <a:latin typeface="Pretendard"/>
                <a:ea typeface="Pretendard"/>
                <a:cs typeface="Pretendard"/>
              </a:defRPr>
            </a:lvl7pPr>
            <a:lvl8pPr algn="ctr">
              <a:defRPr sz="3150" b="1">
                <a:solidFill>
                  <a:srgbClr val="555555"/>
                </a:solidFill>
                <a:latin typeface="Pretendard"/>
                <a:ea typeface="Pretendard"/>
                <a:cs typeface="Pretendard"/>
              </a:defRPr>
            </a:lvl8pPr>
            <a:lvl9pPr algn="ctr">
              <a:defRPr sz="3150" b="1">
                <a:solidFill>
                  <a:srgbClr val="555555"/>
                </a:solidFill>
                <a:latin typeface="Pretendard"/>
                <a:ea typeface="Pretendard"/>
                <a:cs typeface="Pretendard"/>
              </a:defRPr>
            </a:lvl9pPr>
          </a:lstStyle>
          <a:p>
            <a:pPr algn="ctr">
              <a:defRPr sz="3150" b="1">
                <a:solidFill>
                  <a:srgbClr val="555555"/>
                </a:solidFill>
                <a:latin typeface="Pretendard"/>
                <a:ea typeface="Pretendard"/>
                <a:cs typeface="Pretendard"/>
              </a:defRPr>
            </a:pPr>
            <a:r>
              <a:rPr sz="3150" b="1">
                <a:solidFill>
                  <a:srgbClr val="555555"/>
                </a:solidFill>
                <a:latin typeface="Pretendard"/>
                <a:ea typeface="Pretendard"/>
                <a:cs typeface="Pretendard"/>
              </a:rPr>
              <a:t>교과서의 액체 물 생성 반응</a:t>
            </a:r>
          </a:p>
        </p:txBody>
      </p:sp>
      <p:pic>
        <p:nvPicPr>
          <p:cNvPr id="11" name="">
            <a:extLst>
              <a:ext uri="{FF2B5EF4-FFF2-40B4-BE49-F238E27FC236}">
                <ns2:creationId id="{0B5E8736-46F8-4C05-ACF7-82529F44DB8E}"/>
              </a:ext>
            </a:extLst>
          </p:cNvPr>
          <p:cNvPicPr>
            <a:picLocks noChangeAspect="1"/>
          </p:cNvPicPr>
          <p:nvPr/>
        </p:nvPicPr>
        <p:blipFill>
          <a:blip ns3:embed="R6ba41bac0ae64782"/>
          <a:stretch/>
        </p:blipFill>
        <p:spPr>
          <a:xfrm>
            <a:off x="1895084" y="7810500"/>
            <a:ext cx="14497833" cy="723900"/>
          </a:xfrm>
          <a:prstGeom prst="rect">
            <a:avLst/>
          </a:prstGeom>
        </p:spPr>
      </p:pic>
    </p:spTree>
    <p:extLst>
      <p:ext uri="{BB962C8B-B14F-4D97-AF65-F5344CB8AC3E}">
        <ns4:creationId val="1624778778"/>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4" name="">
            <a:extLst>
              <a:ext uri="{FF2B5EF4-FFF2-40B4-BE49-F238E27FC236}">
                <ns2:creationId id="{89488B8C-3E6F-4235-81C8-B04E9EC63322}"/>
              </a:ext>
            </a:extLst>
          </p:cNvPr>
          <p:cNvPicPr>
            <a:picLocks noChangeAspect="1"/>
          </p:cNvPicPr>
          <p:nvPr/>
        </p:nvPicPr>
        <p:blipFill>
          <a:blip ns3:embed="R3a42d925d65f4fac"/>
          <a:stretch/>
        </p:blipFill>
        <p:spPr>
          <a:xfrm>
            <a:off x="16941800" y="382588"/>
            <a:ext cx="1028700" cy="733425"/>
          </a:xfrm>
          <a:prstGeom prst="rect">
            <a:avLst/>
          </a:prstGeom>
        </p:spPr>
      </p:pic>
      <p:sp>
        <p:nvSpPr>
          <p:cNvPr id="2" name="part_heading">
            <a:extLst>
              <a:ext uri="{FF2B5EF4-FFF2-40B4-BE49-F238E27FC236}">
                <ns2:creationId id="{82C91F5B-5D18-4649-8DF0-3FB9E6ADB20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99FAADDD-AFF0-44E3-B65A-D5CB97539FB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a:ext uri="{FF2B5EF4-FFF2-40B4-BE49-F238E27FC236}">
                <ns2:creationId id="{E18C6665-E37C-499F-8E3D-0814088D60E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핵심 관계 정리</a:t>
            </a:r>
          </a:p>
        </p:txBody>
      </p:sp>
      <p:sp>
        <p:nvSpPr>
          <p:cNvPr id="5" name="title">
            <a:extLst>
              <a:ext uri="{FF2B5EF4-FFF2-40B4-BE49-F238E27FC236}">
                <ns2:creationId id="{A70F05FE-DCDC-4C93-B9BC-9C8AB304F6E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6" name="explanation">
            <a:extLst>
              <a:ext uri="{FF2B5EF4-FFF2-40B4-BE49-F238E27FC236}">
                <ns2:creationId id="{0AB9A43A-07F2-494E-BAF0-AC0A91AAAF1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7" name="copyright">
            <a:extLst>
              <a:ext uri="{FF2B5EF4-FFF2-40B4-BE49-F238E27FC236}">
                <ns2:creationId id="{6BCBCFD5-BD19-4439-BB57-70FF6FE248A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FE211E97-0996-4BFC-BA61-91C8A8D996A3}"/>
              </a:ext>
            </a:extLst>
          </p:cNvPr>
          <p:cNvSpPr>
            <a:spLocks noGrp="1"/>
          </p:cNvSpPr>
          <p:nvPr/>
        </p:nvSpPr>
        <p:spPr>
          <a:xfrm>
            <a:off x="1905000" y="4762500"/>
            <a:ext cx="14478000" cy="4286250"/>
          </a:xfrm>
          <a:prstGeom prst="roundRect">
            <a:avLst>
              <a:gd name="adj" fmla="val 10667"/>
            </a:avLst>
          </a:prstGeom>
          <a:solidFill>
            <a:srgbClr val="3D3D3D"/>
          </a:solidFill>
          <a:ln w="0">
            <a:noFill/>
          </a:ln>
        </p:spPr>
      </p:sp>
      <p:graphicFrame>
        <p:nvGraphicFramePr>
          <p:cNvPr id="9" name="">
            <a:extLst>
              <a:ext uri="{FF2B5EF4-FFF2-40B4-BE49-F238E27FC236}">
                <ns2:creationId id="{D671B1EC-3B32-49D5-AF2A-2498B8747F96}"/>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ΔH &lt; 0  /  흡열 ΔH &gt; 0</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ΔH × n</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3D3D3D"/>
                    </a:solidFill>
                  </a:tcPr>
                </a:tc>
              </a:tr>
            </a:tbl>
          </a:graphicData>
        </a:graphic>
      </p:graphicFrame>
      <p:sp>
        <p:nvSpPr>
          <p:cNvPr id="10" name="table-row-rule-1">
            <a:extLst>
              <a:ext uri="{FF2B5EF4-FFF2-40B4-BE49-F238E27FC236}">
                <ns2:creationId id="{2560E0A5-B47B-4133-817C-824820F81C18}"/>
              </a:ext>
            </a:extLst>
          </p:cNvPr>
          <p:cNvSpPr>
            <a:spLocks noGrp="1"/>
          </p:cNvSpPr>
          <p:nvPr/>
        </p:nvSpPr>
        <p:spPr>
          <a:xfrm>
            <a:off x="2247900" y="5756910"/>
            <a:ext cx="13792200" cy="28575"/>
          </a:xfrm>
          <a:prstGeom prst="rect">
            <a:avLst/>
          </a:prstGeom>
          <a:solidFill>
            <a:srgbClr val="EEEEEE"/>
          </a:solidFill>
          <a:ln w="0">
            <a:noFill/>
          </a:ln>
        </p:spPr>
      </p:sp>
      <p:sp>
        <p:nvSpPr>
          <p:cNvPr id="11" name="table-row-rule-2">
            <a:extLst>
              <a:ext uri="{FF2B5EF4-FFF2-40B4-BE49-F238E27FC236}">
                <ns2:creationId id="{66413775-BC5D-4137-9BA5-EE084373D70B}"/>
              </a:ext>
            </a:extLst>
          </p:cNvPr>
          <p:cNvSpPr>
            <a:spLocks noGrp="1"/>
          </p:cNvSpPr>
          <p:nvPr/>
        </p:nvSpPr>
        <p:spPr>
          <a:xfrm>
            <a:off x="2247900" y="6522720"/>
            <a:ext cx="13792200" cy="14288"/>
          </a:xfrm>
          <a:prstGeom prst="rect">
            <a:avLst/>
          </a:prstGeom>
          <a:solidFill>
            <a:srgbClr val="777777"/>
          </a:solidFill>
          <a:ln w="0">
            <a:noFill/>
          </a:ln>
        </p:spPr>
      </p:sp>
      <p:sp>
        <p:nvSpPr>
          <p:cNvPr id="12" name="table-row-rule-3">
            <a:extLst>
              <a:ext uri="{FF2B5EF4-FFF2-40B4-BE49-F238E27FC236}">
                <ns2:creationId id="{48DDC08E-606F-4D02-AFF7-6E174B2E21C3}"/>
              </a:ext>
            </a:extLst>
          </p:cNvPr>
          <p:cNvSpPr>
            <a:spLocks noGrp="1"/>
          </p:cNvSpPr>
          <p:nvPr/>
        </p:nvSpPr>
        <p:spPr>
          <a:xfrm>
            <a:off x="2247900" y="7288530"/>
            <a:ext cx="13792200" cy="14288"/>
          </a:xfrm>
          <a:prstGeom prst="rect">
            <a:avLst/>
          </a:prstGeom>
          <a:solidFill>
            <a:srgbClr val="777777"/>
          </a:solidFill>
          <a:ln w="0">
            <a:noFill/>
          </a:ln>
        </p:spPr>
      </p:sp>
      <p:sp>
        <p:nvSpPr>
          <p:cNvPr id="13" name="table-row-rule-4">
            <a:extLst>
              <a:ext uri="{FF2B5EF4-FFF2-40B4-BE49-F238E27FC236}">
                <ns2:creationId id="{5A134A45-2AEE-478F-A0AF-D5B6168D46F4}"/>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185432094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AB80BD5B-A972-4E6C-AAF3-F361B7A163F8}"/>
              </a:ext>
            </a:extLst>
          </p:cNvPr>
          <p:cNvPicPr>
            <a:picLocks noChangeAspect="1"/>
          </p:cNvPicPr>
          <p:nvPr/>
        </p:nvPicPr>
        <p:blipFill>
          <a:blip ns3:embed="R6a67a34726c04a54"/>
          <a:stretch/>
        </p:blipFill>
        <p:spPr>
          <a:xfrm>
            <a:off x="16941800" y="382588"/>
            <a:ext cx="1028700" cy="733425"/>
          </a:xfrm>
          <a:prstGeom prst="rect">
            <a:avLst/>
          </a:prstGeom>
        </p:spPr>
      </p:pic>
      <p:sp>
        <p:nvSpPr>
          <p:cNvPr id="2" name="part_heading">
            <a:extLst>
              <a:ext uri="{FF2B5EF4-FFF2-40B4-BE49-F238E27FC236}">
                <ns2:creationId id="{3EE3C598-269C-418D-943A-485D3033CE1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number">
            <a:extLst>
              <a:ext uri="{FF2B5EF4-FFF2-40B4-BE49-F238E27FC236}">
                <ns2:creationId id="{B800A8D4-9E94-4B26-8D7B-B02E605582B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05</a:t>
            </a:r>
          </a:p>
        </p:txBody>
      </p:sp>
      <p:sp>
        <p:nvSpPr>
          <p:cNvPr id="4" name="topic_heading">
            <a:extLst>
              <a:ext uri="{FF2B5EF4-FFF2-40B4-BE49-F238E27FC236}">
                <ns2:creationId id="{2FDF4B1D-6E6F-4EF2-8934-A1F278EC555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 설명과 형성평가</a:t>
            </a:r>
          </a:p>
        </p:txBody>
      </p:sp>
      <p:sp>
        <p:nvSpPr>
          <p:cNvPr id="5" name="title">
            <a:extLst>
              <a:ext uri="{FF2B5EF4-FFF2-40B4-BE49-F238E27FC236}">
                <ns2:creationId id="{8D751BFD-8AD8-4455-85CA-F96FD5B14FC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6" name="explanation">
            <a:extLst>
              <a:ext uri="{FF2B5EF4-FFF2-40B4-BE49-F238E27FC236}">
                <ns2:creationId id="{3BDF69A4-F8B2-47D3-B274-7513EF27CBD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7" name="copyright">
            <a:extLst>
              <a:ext uri="{FF2B5EF4-FFF2-40B4-BE49-F238E27FC236}">
                <ns2:creationId id="{70FA7E41-C7F0-4BB6-8739-AD6AC97E6A2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AA59FED-8E95-4989-9FD8-1ECDA452B45F}"/>
              </a:ext>
            </a:extLst>
          </p:cNvPr>
          <p:cNvPicPr>
            <a:picLocks noChangeAspect="1"/>
          </p:cNvPicPr>
          <p:nvPr/>
        </p:nvPicPr>
        <p:blipFill>
          <a:blip ns3:embed="R9f75f943317e494d"/>
          <a:stretch/>
        </p:blipFill>
        <p:spPr>
          <a:xfrm>
            <a:off x="1809750" y="5842428"/>
            <a:ext cx="4095750" cy="3078894"/>
          </a:xfrm>
          <a:prstGeom prst="rect">
            <a:avLst/>
          </a:prstGeom>
        </p:spPr>
      </p:pic>
      <p:sp>
        <p:nvSpPr>
          <p:cNvPr id="9" name="return">
            <a:extLst>
              <a:ext uri="{FF2B5EF4-FFF2-40B4-BE49-F238E27FC236}">
                <ns2:creationId id="{3C824E14-56A9-43C7-B952-DC55B8474BA1}"/>
              </a:ext>
            </a:extLst>
          </p:cNvPr>
          <p:cNvSpPr>
            <a:spLocks noGrp="1"/>
          </p:cNvSpPr>
          <p:nvPr/>
        </p:nvSpPr>
        <p:spPr>
          <a:xfrm>
            <a:off x="7334250" y="4667250"/>
            <a:ext cx="9334500" cy="1809750"/>
          </a:xfrm>
          <a:prstGeom prst="rect">
            <a:avLst/>
          </a:prstGeom>
          <a:noFill/>
          <a:ln w="0">
            <a:noFill/>
          </a:ln>
        </p:spPr>
        <p:txBody>
          <a:bodyPr wrap="none" lIns="0" tIns="0" rIns="0" bIns="0" anchor="t">
            <a:noAutofit/>
          </a:bodyPr>
          <a:lstStyle>
            <a:defPPr algn="l">
              <a:defRPr sz="3375" b="1">
                <a:solidFill>
                  <a:srgbClr val="111111"/>
                </a:solidFill>
                <a:latin typeface="Pretendard"/>
                <a:ea typeface="Pretendard"/>
                <a:cs typeface="Pretendard"/>
              </a:defRPr>
            </a:defPPr>
            <a:lvl1pPr algn="l">
              <a:defRPr sz="3375" b="1">
                <a:solidFill>
                  <a:srgbClr val="111111"/>
                </a:solidFill>
                <a:latin typeface="Pretendard"/>
                <a:ea typeface="Pretendard"/>
                <a:cs typeface="Pretendard"/>
              </a:defRPr>
            </a:lvl1pPr>
            <a:lvl2pPr algn="l">
              <a:defRPr sz="3375" b="1">
                <a:solidFill>
                  <a:srgbClr val="111111"/>
                </a:solidFill>
                <a:latin typeface="Pretendard"/>
                <a:ea typeface="Pretendard"/>
                <a:cs typeface="Pretendard"/>
              </a:defRPr>
            </a:lvl2pPr>
            <a:lvl3pPr algn="l">
              <a:defRPr sz="3375" b="1">
                <a:solidFill>
                  <a:srgbClr val="111111"/>
                </a:solidFill>
                <a:latin typeface="Pretendard"/>
                <a:ea typeface="Pretendard"/>
                <a:cs typeface="Pretendard"/>
              </a:defRPr>
            </a:lvl3pPr>
            <a:lvl4pPr algn="l">
              <a:defRPr sz="3375" b="1">
                <a:solidFill>
                  <a:srgbClr val="111111"/>
                </a:solidFill>
                <a:latin typeface="Pretendard"/>
                <a:ea typeface="Pretendard"/>
                <a:cs typeface="Pretendard"/>
              </a:defRPr>
            </a:lvl4pPr>
            <a:lvl5pPr algn="l">
              <a:defRPr sz="3375" b="1">
                <a:solidFill>
                  <a:srgbClr val="111111"/>
                </a:solidFill>
                <a:latin typeface="Pretendard"/>
                <a:ea typeface="Pretendard"/>
                <a:cs typeface="Pretendard"/>
              </a:defRPr>
            </a:lvl5pPr>
            <a:lvl6pPr algn="l">
              <a:defRPr sz="3375" b="1">
                <a:solidFill>
                  <a:srgbClr val="111111"/>
                </a:solidFill>
                <a:latin typeface="Pretendard"/>
                <a:ea typeface="Pretendard"/>
                <a:cs typeface="Pretendard"/>
              </a:defRPr>
            </a:lvl6pPr>
            <a:lvl7pPr algn="l">
              <a:defRPr sz="3375" b="1">
                <a:solidFill>
                  <a:srgbClr val="111111"/>
                </a:solidFill>
                <a:latin typeface="Pretendard"/>
                <a:ea typeface="Pretendard"/>
                <a:cs typeface="Pretendard"/>
              </a:defRPr>
            </a:lvl7pPr>
            <a:lvl8pPr algn="l">
              <a:defRPr sz="3375" b="1">
                <a:solidFill>
                  <a:srgbClr val="111111"/>
                </a:solidFill>
                <a:latin typeface="Pretendard"/>
                <a:ea typeface="Pretendard"/>
                <a:cs typeface="Pretendard"/>
              </a:defRPr>
            </a:lvl8pPr>
            <a:lvl9pPr algn="l">
              <a:defRPr sz="3375" b="1">
                <a:solidFill>
                  <a:srgbClr val="111111"/>
                </a:solidFill>
                <a:latin typeface="Pretendard"/>
                <a:ea typeface="Pretendard"/>
                <a:cs typeface="Pretendard"/>
              </a:defRPr>
            </a:lvl9pPr>
          </a:lstStyle>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손난로 속 철의 산화</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주위로 열 방출</a:t>
            </a:r>
          </a:p>
          <a:p>
            <a:pPr algn="l">
              <a:defRPr sz="3375" b="1">
                <a:solidFill>
                  <a:srgbClr val="111111"/>
                </a:solidFill>
                <a:latin typeface="Pretendard"/>
                <a:ea typeface="Pretendard"/>
                <a:cs typeface="Pretendard"/>
              </a:defRPr>
            </a:pPr>
            <a:r>
              <a:rPr sz="3375" b="1">
                <a:solidFill>
                  <a:srgbClr val="111111"/>
                </a:solidFill>
                <a:latin typeface="Pretendard"/>
                <a:ea typeface="Pretendard"/>
                <a:cs typeface="Pretendard"/>
              </a:rPr>
              <a:t>→ 반응계의 ΔH &lt; 0</a:t>
            </a:r>
          </a:p>
        </p:txBody>
      </p:sp>
      <p:sp>
        <p:nvSpPr>
          <p:cNvPr id="10" name="exit">
            <a:extLst>
              <a:ext uri="{FF2B5EF4-FFF2-40B4-BE49-F238E27FC236}">
                <ns2:creationId id="{47265A82-79C4-4F27-B5BD-4710DA4FEE3B}"/>
              </a:ext>
            </a:extLst>
          </p:cNvPr>
          <p:cNvSpPr>
            <a:spLocks noGrp="1"/>
          </p:cNvSpPr>
          <p:nvPr/>
        </p:nvSpPr>
        <p:spPr>
          <a:xfrm>
            <a:off x="7334250" y="6905625"/>
            <a:ext cx="9525000" cy="119062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11" name="answer-1">
            <a:extLst>
              <a:ext uri="{FF2B5EF4-FFF2-40B4-BE49-F238E27FC236}">
                <ns2:creationId id="{538C9204-0C95-4371-98FD-404404BCEAB9}"/>
              </a:ext>
            </a:extLst>
          </p:cNvPr>
          <p:cNvSpPr>
            <a:spLocks noGrp="1"/>
          </p:cNvSpPr>
          <p:nvPr/>
        </p:nvSpPr>
        <p:spPr>
          <a:xfrm>
            <a:off x="6667500" y="8572500"/>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ns4:creationId val="134630956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2026-10-19T16:10:07.6490000Z</dcterms:created>
  <dcterms:modified xsi:type="dcterms:W3CDTF">2026-10-19T16:10:07.6490000Z</dcterms:modified>
</coreProperties>
</file>