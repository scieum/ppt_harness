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1e0571c6684d2d" /><Relationship Type="http://schemas.openxmlformats.org/officeDocument/2006/relationships/extended-properties" Target="/docProps/app.xml" Id="R42c1531eb68745ff" /><Relationship Type="http://schemas.openxmlformats.org/officeDocument/2006/relationships/officeDocument" Target="/ppt/presentation.xml" Id="R6417eba8622b4e39" /></Relationships>
</file>

<file path=ppt/presentation.xml><?xml version="1.0" encoding="utf-8"?>
<p:presentation xmlns:p="http://schemas.openxmlformats.org/presentationml/2006/main">
  <p:sldMasterIdLst>
    <p:sldMasterId xmlns:r="http://schemas.openxmlformats.org/officeDocument/2006/relationships" id="2147483648" r:id="R192c0ba3d39e42c1"/>
  </p:sldMasterIdLst>
  <p:notesMasterIdLst>
    <p:notesMasterId xmlns:r="http://schemas.openxmlformats.org/officeDocument/2006/relationships" r:id="Rfa04b4ea55464636"/>
  </p:notesMasterIdLst>
  <p:sldIdLst>
    <p:sldId xmlns:r="http://schemas.openxmlformats.org/officeDocument/2006/relationships" id="256" r:id="R57d111a38ad34ce5"/>
    <p:sldId xmlns:r="http://schemas.openxmlformats.org/officeDocument/2006/relationships" id="257" r:id="R1c377a2018e348e2"/>
    <p:sldId xmlns:r="http://schemas.openxmlformats.org/officeDocument/2006/relationships" id="258" r:id="R696da8e3f6144d99"/>
    <p:sldId xmlns:r="http://schemas.openxmlformats.org/officeDocument/2006/relationships" id="259" r:id="R3aaa884afbc1489f"/>
    <p:sldId xmlns:r="http://schemas.openxmlformats.org/officeDocument/2006/relationships" id="260" r:id="R93527741b928486e"/>
    <p:sldId xmlns:r="http://schemas.openxmlformats.org/officeDocument/2006/relationships" id="261" r:id="Rdd426a4f8a114afd"/>
    <p:sldId xmlns:r="http://schemas.openxmlformats.org/officeDocument/2006/relationships" id="262" r:id="Rfa05755d103d44a5"/>
    <p:sldId xmlns:r="http://schemas.openxmlformats.org/officeDocument/2006/relationships" id="263" r:id="Rf8ae0f2f49d6409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a82f2c0006467c" /><Relationship Type="http://schemas.openxmlformats.org/officeDocument/2006/relationships/slideMaster" Target="/ppt/slideMasters/slideMaster1.xml" Id="R192c0ba3d39e42c1" /><Relationship Type="http://schemas.openxmlformats.org/officeDocument/2006/relationships/notesMaster" Target="/ppt/notesMasters/notesMaster1.xml" Id="Rfa04b4ea55464636" /><Relationship Type="http://schemas.openxmlformats.org/officeDocument/2006/relationships/presProps" Target="/ppt/presProps.xml" Id="R90228af1500248bd" /><Relationship Type="http://schemas.openxmlformats.org/officeDocument/2006/relationships/tableStyles" Target="/ppt/tableStyles.xml" Id="R878b8f82cf8b458b" /><Relationship Type="http://schemas.openxmlformats.org/officeDocument/2006/relationships/slide" Target="/ppt/slides/slide1.xml" Id="R57d111a38ad34ce5" /><Relationship Type="http://schemas.openxmlformats.org/officeDocument/2006/relationships/slide" Target="/ppt/slides/slide2.xml" Id="R1c377a2018e348e2" /><Relationship Type="http://schemas.openxmlformats.org/officeDocument/2006/relationships/slide" Target="/ppt/slides/slide3.xml" Id="R696da8e3f6144d99" /><Relationship Type="http://schemas.openxmlformats.org/officeDocument/2006/relationships/slide" Target="/ppt/slides/slide4.xml" Id="R3aaa884afbc1489f" /><Relationship Type="http://schemas.openxmlformats.org/officeDocument/2006/relationships/slide" Target="/ppt/slides/slide5.xml" Id="R93527741b928486e" /><Relationship Type="http://schemas.openxmlformats.org/officeDocument/2006/relationships/slide" Target="/ppt/slides/slide6.xml" Id="Rdd426a4f8a114afd" /><Relationship Type="http://schemas.openxmlformats.org/officeDocument/2006/relationships/slide" Target="/ppt/slides/slide7.xml" Id="Rfa05755d103d44a5" /><Relationship Type="http://schemas.openxmlformats.org/officeDocument/2006/relationships/slide" Target="/ppt/slides/slide8.xml" Id="Rf8ae0f2f49d640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5edb5c9ed64a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6f20d64f7343da" /><Relationship Type="http://schemas.openxmlformats.org/officeDocument/2006/relationships/notesMaster" Target="/ppt/notesMasters/notesMaster1.xml" Id="Re3ffdc34ef084c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af6d60cfcf4908" /><Relationship Type="http://schemas.openxmlformats.org/officeDocument/2006/relationships/notesMaster" Target="/ppt/notesMasters/notesMaster1.xml" Id="R4c45a16f2a2743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c550b0308247f1" /><Relationship Type="http://schemas.openxmlformats.org/officeDocument/2006/relationships/notesMaster" Target="/ppt/notesMasters/notesMaster1.xml" Id="R8e858c88e9ad40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71985004c745f5" /><Relationship Type="http://schemas.openxmlformats.org/officeDocument/2006/relationships/notesMaster" Target="/ppt/notesMasters/notesMaster1.xml" Id="Raf36c55e7f184e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dfff8352fd422e" /><Relationship Type="http://schemas.openxmlformats.org/officeDocument/2006/relationships/notesMaster" Target="/ppt/notesMasters/notesMaster1.xml" Id="R2c66b4bbec3b421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395a1fcb0a4d39" /><Relationship Type="http://schemas.openxmlformats.org/officeDocument/2006/relationships/notesMaster" Target="/ppt/notesMasters/notesMaster1.xml" Id="Ra795e9690a2d4a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afd0bbf80744d3" /><Relationship Type="http://schemas.openxmlformats.org/officeDocument/2006/relationships/notesMaster" Target="/ppt/notesMasters/notesMaster1.xml" Id="Rc77161bba60d4a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4725a306654fe3" /><Relationship Type="http://schemas.openxmlformats.org/officeDocument/2006/relationships/notesMaster" Target="/ppt/notesMasters/notesMaster1.xml" Id="Rd31564e3528446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7e9f9b487040e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fd9614017f4c0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1779b9686de46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7f8858bc27344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b3feaaa3c044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b0d576a19245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ED48C8-31A9-4725-8D07-6FCAF360CB1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D8F992-CEE9-4B4B-821E-E67174B605E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B7643C5-6695-40A4-91D0-CE229A9B68F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5D469A-3F56-41FE-AAF9-D706FC70D49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B5F2CF-0EE6-4C53-A701-04EFE3B8BDB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7B785D-CC4D-4A38-BF92-C30E3187C0E3}"/>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5747F1-FB63-417C-AE41-7F1EC1F42F4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8DB8199-F48F-4A50-B17E-AF9A93E4F3EE}"/>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50A1A0-FF61-4ED7-8EDF-6046D3A0AD3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D49A2CF-979B-4F70-AD18-31340A51439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855e4da1d94313" /><Relationship Type="http://schemas.openxmlformats.org/officeDocument/2006/relationships/slideLayout" Target="/ppt/slideLayouts/slideLayout1.xml" Id="R92912cd3a1324437" /><Relationship Type="http://schemas.openxmlformats.org/officeDocument/2006/relationships/slideLayout" Target="/ppt/slideLayouts/slideLayout2.xml" Id="R280fa43f87dd4862" /><Relationship Type="http://schemas.openxmlformats.org/officeDocument/2006/relationships/slideLayout" Target="/ppt/slideLayouts/slideLayout3.xml" Id="Ra07532719ee94b5a" /><Relationship Type="http://schemas.openxmlformats.org/officeDocument/2006/relationships/slideLayout" Target="/ppt/slideLayouts/slideLayout4.xml" Id="R9a2c2a519132430b" /><Relationship Type="http://schemas.openxmlformats.org/officeDocument/2006/relationships/slideLayout" Target="/ppt/slideLayouts/slideLayout5.xml" Id="R17b6835c7faa41b8" /><Relationship Type="http://schemas.openxmlformats.org/officeDocument/2006/relationships/slideLayout" Target="/ppt/slideLayouts/slideLayout6.xml" Id="R849310ed927a4f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912cd3a1324437"/>
    <p:sldLayoutId xmlns:r="http://schemas.openxmlformats.org/officeDocument/2006/relationships" id="2147483650" r:id="R280fa43f87dd4862"/>
    <p:sldLayoutId xmlns:r="http://schemas.openxmlformats.org/officeDocument/2006/relationships" id="2147483651" r:id="Ra07532719ee94b5a"/>
    <p:sldLayoutId xmlns:r="http://schemas.openxmlformats.org/officeDocument/2006/relationships" id="2147483652" r:id="R9a2c2a519132430b"/>
    <p:sldLayoutId xmlns:r="http://schemas.openxmlformats.org/officeDocument/2006/relationships" id="2147483653" r:id="R17b6835c7faa41b8"/>
    <p:sldLayoutId xmlns:r="http://schemas.openxmlformats.org/officeDocument/2006/relationships" id="2147483654" r:id="R849310ed927a4f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55aa1e2795460d" /><Relationship Type="http://schemas.openxmlformats.org/officeDocument/2006/relationships/image" Target="/ppt/media/image.png" Id="R3e324f258dba4eb0" /><Relationship Type="http://schemas.openxmlformats.org/officeDocument/2006/relationships/image" Target="/ppt/media/image2.png" Id="R3385bad4f5d8405e" /><Relationship Type="http://schemas.openxmlformats.org/officeDocument/2006/relationships/image" Target="/ppt/media/image3.png" Id="R17d48820fca14dd6" /><Relationship Type="http://schemas.openxmlformats.org/officeDocument/2006/relationships/image" Target="/ppt/media/image4.png" Id="R79639f3d7729492e" /><Relationship Type="http://schemas.openxmlformats.org/officeDocument/2006/relationships/notesSlide" Target="/ppt/notesSlides/notesSlide1.xml" Id="R734500c4dfe847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550a99288504bd6" /><Relationship Type="http://schemas.openxmlformats.org/officeDocument/2006/relationships/image" Target="/ppt/media/image5.png" Id="R91192baa481c4b26" /><Relationship Type="http://schemas.openxmlformats.org/officeDocument/2006/relationships/image" Target="/ppt/media/image6.png" Id="R976379e84cf14658" /><Relationship Type="http://schemas.openxmlformats.org/officeDocument/2006/relationships/image" Target="/ppt/media/image7.png" Id="Rfd27b918791444c0" /><Relationship Type="http://schemas.openxmlformats.org/officeDocument/2006/relationships/image" Target="/ppt/media/image8.png" Id="Rbb621cf34c0048fc" /><Relationship Type="http://schemas.openxmlformats.org/officeDocument/2006/relationships/image" Target="/ppt/media/image9.png" Id="R07cb22994ba84a02" /><Relationship Type="http://schemas.openxmlformats.org/officeDocument/2006/relationships/image" Target="/ppt/media/image10.png" Id="Ra0ed3724ce5d4ebe" /><Relationship Type="http://schemas.openxmlformats.org/officeDocument/2006/relationships/image" Target="/ppt/media/image11.png" Id="Rbfe3398cf7324af6" /><Relationship Type="http://schemas.openxmlformats.org/officeDocument/2006/relationships/image" Target="/ppt/media/image12.png" Id="R7da0e6d856d14725" /><Relationship Type="http://schemas.openxmlformats.org/officeDocument/2006/relationships/image" Target="/ppt/media/image13.png" Id="R5a6ef74459c2410d" /><Relationship Type="http://schemas.openxmlformats.org/officeDocument/2006/relationships/notesSlide" Target="/ppt/notesSlides/notesSlide2.xml" Id="Ra901b36c8f9f46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f5f2658d404e6c" /><Relationship Type="http://schemas.openxmlformats.org/officeDocument/2006/relationships/image" Target="/ppt/media/image14.png" Id="R7f629246ce734079" /><Relationship Type="http://schemas.openxmlformats.org/officeDocument/2006/relationships/image" Target="/ppt/media/image15.png" Id="R584c6938795b4326" /><Relationship Type="http://schemas.openxmlformats.org/officeDocument/2006/relationships/image" Target="/ppt/media/image16.png" Id="R7cda7c4d478649b5" /><Relationship Type="http://schemas.openxmlformats.org/officeDocument/2006/relationships/notesSlide" Target="/ppt/notesSlides/notesSlide3.xml" Id="R19c2d794828841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d030c65e3b14d10" /><Relationship Type="http://schemas.openxmlformats.org/officeDocument/2006/relationships/image" Target="/ppt/media/image17.png" Id="Rad57eee679a34886" /><Relationship Type="http://schemas.openxmlformats.org/officeDocument/2006/relationships/image" Target="/ppt/media/image18.png" Id="R72f781356b574191" /><Relationship Type="http://schemas.openxmlformats.org/officeDocument/2006/relationships/notesSlide" Target="/ppt/notesSlides/notesSlide4.xml" Id="R774cf5362a6d45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9cce1d17fbe49a2" /><Relationship Type="http://schemas.openxmlformats.org/officeDocument/2006/relationships/image" Target="/ppt/media/image19.png" Id="R4bc73cd7f8284368" /><Relationship Type="http://schemas.openxmlformats.org/officeDocument/2006/relationships/image" Target="/ppt/media/image20.png" Id="R1e8feccbff8e4846" /><Relationship Type="http://schemas.openxmlformats.org/officeDocument/2006/relationships/notesSlide" Target="/ppt/notesSlides/notesSlide5.xml" Id="R14d694a014304a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b76fd8f05fa4dbd" /><Relationship Type="http://schemas.openxmlformats.org/officeDocument/2006/relationships/image" Target="/ppt/media/image21.png" Id="Re8877374c0ee4ff2" /><Relationship Type="http://schemas.openxmlformats.org/officeDocument/2006/relationships/image" Target="/ppt/media/image22.png" Id="Re0fbbf213962463b" /><Relationship Type="http://schemas.openxmlformats.org/officeDocument/2006/relationships/image" Target="/ppt/media/image23.png" Id="R68094f022fd747e3" /><Relationship Type="http://schemas.openxmlformats.org/officeDocument/2006/relationships/notesSlide" Target="/ppt/notesSlides/notesSlide6.xml" Id="R166232ef24ea49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d333fa37ef4bbe" /><Relationship Type="http://schemas.openxmlformats.org/officeDocument/2006/relationships/image" Target="/ppt/media/image24.png" Id="R8889212774d24186" /><Relationship Type="http://schemas.openxmlformats.org/officeDocument/2006/relationships/image" Target="/ppt/media/image25.png" Id="Re993128b56cf436a" /><Relationship Type="http://schemas.openxmlformats.org/officeDocument/2006/relationships/notesSlide" Target="/ppt/notesSlides/notesSlide7.xml" Id="R53e2bfb56a924b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133bbce7ba4b94" /><Relationship Type="http://schemas.openxmlformats.org/officeDocument/2006/relationships/image" Target="/ppt/media/image26.png" Id="R0641b57f2d484f56" /><Relationship Type="http://schemas.openxmlformats.org/officeDocument/2006/relationships/notesSlide" Target="/ppt/notesSlides/notesSlide8.xml" Id="Rc10185f1a58a441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B7EA194-AD03-4E13-BE5C-DCBFA062A943}"/>
              </a:ext>
            </a:extLst>
          </p:cNvPr>
          <p:cNvPicPr>
            <a:picLocks xmlns:a="http://schemas.openxmlformats.org/drawingml/2006/main" noChangeAspect="1"/>
          </p:cNvPicPr>
          <p:nvPr/>
        </p:nvPicPr>
        <p:blipFill>
          <a:blip xmlns:r="http://schemas.openxmlformats.org/officeDocument/2006/relationships" xmlns:a="http://schemas.openxmlformats.org/drawingml/2006/main" r:embed="R3e324f258dba4eb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09F6AEE6-FF73-47E8-AD74-C00AA142047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247F6C72-D469-4818-8296-819E6E3696E3}"/>
              </a:ext>
            </a:extLst>
          </p:cNvPr>
          <p:cNvPicPr>
            <a:picLocks xmlns:a="http://schemas.openxmlformats.org/drawingml/2006/main" noChangeAspect="1"/>
          </p:cNvPicPr>
          <p:nvPr/>
        </p:nvPicPr>
        <p:blipFill>
          <a:blip xmlns:r="http://schemas.openxmlformats.org/officeDocument/2006/relationships" xmlns:a="http://schemas.openxmlformats.org/drawingml/2006/main" r:embed="R3385bad4f5d8405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723791D8-1A33-45F6-9470-92F354055144}"/>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E137291C-A918-4CD1-9E91-11DB8FFF0922}"/>
              </a:ext>
            </a:extLst>
          </p:cNvPr>
          <p:cNvPicPr>
            <a:picLocks xmlns:a="http://schemas.openxmlformats.org/drawingml/2006/main" noChangeAspect="1"/>
          </p:cNvPicPr>
          <p:nvPr/>
        </p:nvPicPr>
        <p:blipFill>
          <a:blip xmlns:r="http://schemas.openxmlformats.org/officeDocument/2006/relationships" xmlns:a="http://schemas.openxmlformats.org/drawingml/2006/main" r:embed="R17d48820fca14dd6"/>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4DDC5580-401C-4420-A884-383B01618936}"/>
              </a:ext>
            </a:extLst>
          </p:cNvPr>
          <p:cNvPicPr>
            <a:picLocks xmlns:a="http://schemas.openxmlformats.org/drawingml/2006/main" noChangeAspect="1"/>
          </p:cNvPicPr>
          <p:nvPr/>
        </p:nvPicPr>
        <p:blipFill>
          <a:blip xmlns:r="http://schemas.openxmlformats.org/officeDocument/2006/relationships" xmlns:a="http://schemas.openxmlformats.org/drawingml/2006/main" r:embed="R79639f3d7729492e"/>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527864CC-7A28-4790-B1DE-BD73BA2244B9}"/>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2A742CAA-C7B0-4A02-A408-B89899CE6377}"/>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69B78A94-090F-481D-9F4D-3391207EB3C8}"/>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135818518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BA7FE2FA-5BED-481A-894B-962D16D04842}"/>
              </a:ext>
            </a:extLst>
          </p:cNvPr>
          <p:cNvPicPr>
            <a:picLocks xmlns:a="http://schemas.openxmlformats.org/drawingml/2006/main" noChangeAspect="1"/>
          </p:cNvPicPr>
          <p:nvPr/>
        </p:nvPicPr>
        <p:blipFill>
          <a:blip xmlns:r="http://schemas.openxmlformats.org/officeDocument/2006/relationships" xmlns:a="http://schemas.openxmlformats.org/drawingml/2006/main" r:embed="R91192baa481c4b26"/>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D0F0D83-24A2-47DC-B4E0-9BE17368ED88}"/>
              </a:ext>
            </a:extLst>
          </p:cNvPr>
          <p:cNvPicPr>
            <a:picLocks xmlns:a="http://schemas.openxmlformats.org/drawingml/2006/main" noChangeAspect="1"/>
          </p:cNvPicPr>
          <p:nvPr/>
        </p:nvPicPr>
        <p:blipFill>
          <a:blip xmlns:r="http://schemas.openxmlformats.org/officeDocument/2006/relationships" xmlns:a="http://schemas.openxmlformats.org/drawingml/2006/main" r:embed="R976379e84cf14658"/>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4B70ECA8-06F2-4195-BA8B-CE880C557084}"/>
              </a:ext>
            </a:extLst>
          </p:cNvPr>
          <p:cNvPicPr>
            <a:picLocks xmlns:a="http://schemas.openxmlformats.org/drawingml/2006/main" noChangeAspect="1"/>
          </p:cNvPicPr>
          <p:nvPr/>
        </p:nvPicPr>
        <p:blipFill>
          <a:blip xmlns:r="http://schemas.openxmlformats.org/officeDocument/2006/relationships" xmlns:a="http://schemas.openxmlformats.org/drawingml/2006/main" r:embed="Rfd27b918791444c0"/>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B61769A6-44E8-4AB2-BCD6-D0157ACB5208}"/>
              </a:ext>
            </a:extLst>
          </p:cNvPr>
          <p:cNvPicPr>
            <a:picLocks xmlns:a="http://schemas.openxmlformats.org/drawingml/2006/main" noChangeAspect="1"/>
          </p:cNvPicPr>
          <p:nvPr/>
        </p:nvPicPr>
        <p:blipFill>
          <a:blip xmlns:r="http://schemas.openxmlformats.org/officeDocument/2006/relationships" xmlns:a="http://schemas.openxmlformats.org/drawingml/2006/main" r:embed="Rbb621cf34c0048fc"/>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12106D7-F697-4AE7-885E-85F910E32153}"/>
              </a:ext>
            </a:extLst>
          </p:cNvPr>
          <p:cNvPicPr>
            <a:picLocks xmlns:a="http://schemas.openxmlformats.org/drawingml/2006/main" noChangeAspect="1"/>
          </p:cNvPicPr>
          <p:nvPr/>
        </p:nvPicPr>
        <p:blipFill>
          <a:blip xmlns:r="http://schemas.openxmlformats.org/officeDocument/2006/relationships" xmlns:a="http://schemas.openxmlformats.org/drawingml/2006/main" r:embed="R07cb22994ba84a02"/>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E6EA3BB2-5217-4F05-B281-ACB1A8C73B55}"/>
              </a:ext>
            </a:extLst>
          </p:cNvPr>
          <p:cNvPicPr>
            <a:picLocks xmlns:a="http://schemas.openxmlformats.org/drawingml/2006/main" noChangeAspect="1"/>
          </p:cNvPicPr>
          <p:nvPr/>
        </p:nvPicPr>
        <p:blipFill>
          <a:blip xmlns:r="http://schemas.openxmlformats.org/officeDocument/2006/relationships" xmlns:a="http://schemas.openxmlformats.org/drawingml/2006/main" r:embed="Ra0ed3724ce5d4ebe"/>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6B1AAE7-2721-4BA9-86CA-9AFB4F9A6158}"/>
              </a:ext>
            </a:extLst>
          </p:cNvPr>
          <p:cNvPicPr>
            <a:picLocks xmlns:a="http://schemas.openxmlformats.org/drawingml/2006/main" noChangeAspect="1"/>
          </p:cNvPicPr>
          <p:nvPr/>
        </p:nvPicPr>
        <p:blipFill>
          <a:blip xmlns:r="http://schemas.openxmlformats.org/officeDocument/2006/relationships" xmlns:a="http://schemas.openxmlformats.org/drawingml/2006/main" r:embed="Rbfe3398cf7324af6"/>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DC14B67-03BF-4C2C-A9F5-14F2999EDC24}"/>
              </a:ext>
            </a:extLst>
          </p:cNvPr>
          <p:cNvPicPr>
            <a:picLocks xmlns:a="http://schemas.openxmlformats.org/drawingml/2006/main" noChangeAspect="1"/>
          </p:cNvPicPr>
          <p:nvPr/>
        </p:nvPicPr>
        <p:blipFill>
          <a:blip xmlns:r="http://schemas.openxmlformats.org/officeDocument/2006/relationships" xmlns:a="http://schemas.openxmlformats.org/drawingml/2006/main" r:embed="R7da0e6d856d14725"/>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1A7F27A-D6CD-4FD4-BE01-87A5F908DF82}"/>
              </a:ext>
            </a:extLst>
          </p:cNvPr>
          <p:cNvPicPr>
            <a:picLocks xmlns:a="http://schemas.openxmlformats.org/drawingml/2006/main" noChangeAspect="1"/>
          </p:cNvPicPr>
          <p:nvPr/>
        </p:nvPicPr>
        <p:blipFill>
          <a:blip xmlns:r="http://schemas.openxmlformats.org/officeDocument/2006/relationships" xmlns:a="http://schemas.openxmlformats.org/drawingml/2006/main" r:embed="R5a6ef74459c2410d"/>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22C74E01-79FD-438E-87F2-5FE0A57533E0}"/>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06112A14-A976-44CA-A381-15CF70FD355A}"/>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5897F151-B780-4480-8CAE-5100AC7D5E7A}"/>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6F53E249-75A5-4986-BB99-0A6D6C0B6F78}"/>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934E163D-4693-4888-A43E-AEBDFAA16575}"/>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EED99449-4A78-4629-B0AC-B43D80D2E3E8}"/>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960138CA-F6CC-4350-8050-0F064ED1896E}"/>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67B6A501-EEA8-4DC3-A967-85BA51835340}"/>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CC05E61C-5A7D-4079-A79A-E0F930FECACA}"/>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CE411808-17CF-493C-BDB4-FD1076C2A936}"/>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9DBD3DBE-D3BB-4774-BC24-F2FDB7A25F46}"/>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9273766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947CB9EC-B4CC-4737-A9EE-3435E5A95048}"/>
              </a:ext>
            </a:extLst>
          </p:cNvPr>
          <p:cNvPicPr>
            <a:picLocks xmlns:a="http://schemas.openxmlformats.org/drawingml/2006/main" noChangeAspect="1"/>
          </p:cNvPicPr>
          <p:nvPr/>
        </p:nvPicPr>
        <p:blipFill>
          <a:blip xmlns:r="http://schemas.openxmlformats.org/officeDocument/2006/relationships" xmlns:a="http://schemas.openxmlformats.org/drawingml/2006/main" r:embed="R7f629246ce734079"/>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80103287-93C7-4C1B-93EF-B33628F58E8E}"/>
              </a:ext>
            </a:extLst>
          </p:cNvPr>
          <p:cNvPicPr>
            <a:picLocks xmlns:a="http://schemas.openxmlformats.org/drawingml/2006/main" noChangeAspect="1"/>
          </p:cNvPicPr>
          <p:nvPr/>
        </p:nvPicPr>
        <p:blipFill>
          <a:blip xmlns:r="http://schemas.openxmlformats.org/officeDocument/2006/relationships" xmlns:a="http://schemas.openxmlformats.org/drawingml/2006/main" r:embed="R584c6938795b4326"/>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651A2C11-211C-466B-86B4-9B313B4F2C94}"/>
              </a:ext>
            </a:extLst>
          </p:cNvPr>
          <p:cNvPicPr>
            <a:picLocks xmlns:a="http://schemas.openxmlformats.org/drawingml/2006/main" noChangeAspect="1"/>
          </p:cNvPicPr>
          <p:nvPr/>
        </p:nvPicPr>
        <p:blipFill>
          <a:blip xmlns:r="http://schemas.openxmlformats.org/officeDocument/2006/relationships" xmlns:a="http://schemas.openxmlformats.org/drawingml/2006/main" r:embed="R7cda7c4d478649b5"/>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2C7E8DF5-EA05-4D78-9E5F-13BB8717EE40}"/>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241785DE-6919-48EA-B291-B175C018C3DF}"/>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D6F9864A-FEE1-45F2-8161-55E583534E78}"/>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2D9F4819-ED2F-4D1B-913A-D678200D9DEA}"/>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4BB7C203-F4CD-4B09-971C-E7948488368F}"/>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138A338D-AE2A-40B0-9AA9-516138C6576A}"/>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C0FB6661-257C-4D0C-9BEA-DD1862B69ED8}"/>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3259C169-0CB5-4399-93DE-C703EDC2EE7C}"/>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A704C0A0-EEE3-484E-91FE-C2A2B8E44621}"/>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AA057BCA-9C24-42DF-A186-F02265E50B7E}"/>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35E7E859-0A18-4B34-8B0B-C67DABD0E1CA}"/>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152102168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2A08FEF-7DB3-4BDF-843D-37E2AD17A361}"/>
              </a:ext>
            </a:extLst>
          </p:cNvPr>
          <p:cNvPicPr>
            <a:picLocks xmlns:a="http://schemas.openxmlformats.org/drawingml/2006/main" noChangeAspect="1"/>
          </p:cNvPicPr>
          <p:nvPr/>
        </p:nvPicPr>
        <p:blipFill>
          <a:blip xmlns:r="http://schemas.openxmlformats.org/officeDocument/2006/relationships" xmlns:a="http://schemas.openxmlformats.org/drawingml/2006/main" r:embed="Rad57eee679a3488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0B77931-1F0E-488F-9E1C-71CC74155D89}"/>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10D9FDCD-E220-4803-8CC4-75BA2C323DCD}"/>
              </a:ext>
            </a:extLst>
          </p:cNvPr>
          <p:cNvSpPr>
            <a:spLocks xmlns:a="http://schemas.openxmlformats.org/drawingml/2006/main" noGrp="1"/>
          </p:cNvSpPr>
          <p:nvPr/>
        </p:nvSpPr>
        <p:spPr>
          <a:xfrm xmlns:a="http://schemas.openxmlformats.org/drawingml/2006/main">
            <a:off x="685800" y="715804"/>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3C85B100-AC10-4DD0-84C4-F6CB8C8E5C53}"/>
              </a:ext>
            </a:extLst>
          </p:cNvPr>
          <p:cNvSpPr>
            <a:spLocks xmlns:a="http://schemas.openxmlformats.org/drawingml/2006/main" noGrp="1"/>
          </p:cNvSpPr>
          <p:nvPr/>
        </p:nvSpPr>
        <p:spPr>
          <a:xfrm xmlns:a="http://schemas.openxmlformats.org/drawingml/2006/main">
            <a:off x="685800" y="1270064"/>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F1AD54DE-5CA8-4893-8288-D9280671976D}"/>
              </a:ext>
            </a:extLst>
          </p:cNvPr>
          <p:cNvSpPr>
            <a:spLocks xmlns:a="http://schemas.openxmlformats.org/drawingml/2006/main" noGrp="1"/>
          </p:cNvSpPr>
          <p:nvPr/>
        </p:nvSpPr>
        <p:spPr>
          <a:xfrm xmlns:a="http://schemas.openxmlformats.org/drawingml/2006/main">
            <a:off x="1495425" y="1270064"/>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916C2996-17A9-404A-8B4C-55CDE3CD67CC}"/>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8ADDE8AD-C2FA-40B2-A1C9-AE9ED1AF41D0}"/>
              </a:ext>
            </a:extLst>
          </p:cNvPr>
          <p:cNvSpPr>
            <a:spLocks xmlns:a="http://schemas.openxmlformats.org/drawingml/2006/main" noGrp="1"/>
          </p:cNvSpPr>
          <p:nvPr/>
        </p:nvSpPr>
        <p:spPr>
          <a:xfrm xmlns:a="http://schemas.openxmlformats.org/drawingml/2006/main">
            <a:off x="685800" y="4022122"/>
            <a:ext cx="16916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D964CD8E-A78C-4DE9-9010-3CC114773BA9}"/>
              </a:ext>
            </a:extLst>
          </p:cNvPr>
          <p:cNvPicPr>
            <a:picLocks xmlns:a="http://schemas.openxmlformats.org/drawingml/2006/main" noChangeAspect="1"/>
          </p:cNvPicPr>
          <p:nvPr/>
        </p:nvPicPr>
        <p:blipFill>
          <a:blip xmlns:r="http://schemas.openxmlformats.org/officeDocument/2006/relationships" xmlns:a="http://schemas.openxmlformats.org/drawingml/2006/main" r:embed="R72f781356b574191"/>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37549196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00066FB-5ED9-4BF8-A4DA-7492EF6D0559}"/>
              </a:ext>
            </a:extLst>
          </p:cNvPr>
          <p:cNvPicPr>
            <a:picLocks xmlns:a="http://schemas.openxmlformats.org/drawingml/2006/main" noChangeAspect="1"/>
          </p:cNvPicPr>
          <p:nvPr/>
        </p:nvPicPr>
        <p:blipFill>
          <a:blip xmlns:r="http://schemas.openxmlformats.org/officeDocument/2006/relationships" xmlns:a="http://schemas.openxmlformats.org/drawingml/2006/main" r:embed="R4bc73cd7f828436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FDFCB350-A11B-4C0D-8302-1C1F946B208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515B4278-9F98-411D-B750-EBE31439E967}"/>
              </a:ext>
            </a:extLst>
          </p:cNvPr>
          <p:cNvPicPr>
            <a:picLocks xmlns:a="http://schemas.openxmlformats.org/drawingml/2006/main" noChangeAspect="1"/>
          </p:cNvPicPr>
          <p:nvPr/>
        </p:nvPicPr>
        <p:blipFill>
          <a:blip xmlns:r="http://schemas.openxmlformats.org/officeDocument/2006/relationships" xmlns:a="http://schemas.openxmlformats.org/drawingml/2006/main" r:embed="R1e8feccbff8e4846"/>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02DC04F5-0BB3-486B-B643-B79B016CB5A6}"/>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4CF1B985-A2BF-4B71-B952-E1D729E3A4BD}"/>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CA1E3D57-2D5A-4ED9-AEC6-6E3CAAE6E636}"/>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66BD5EEA-24D2-41DC-87EF-05A092CD7A71}"/>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8536376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1C51BA5-D324-46C2-8873-B5F2F1C5C149}"/>
              </a:ext>
            </a:extLst>
          </p:cNvPr>
          <p:cNvPicPr>
            <a:picLocks xmlns:a="http://schemas.openxmlformats.org/drawingml/2006/main" noChangeAspect="1"/>
          </p:cNvPicPr>
          <p:nvPr/>
        </p:nvPicPr>
        <p:blipFill>
          <a:blip xmlns:r="http://schemas.openxmlformats.org/officeDocument/2006/relationships" xmlns:a="http://schemas.openxmlformats.org/drawingml/2006/main" r:embed="Re8877374c0ee4ff2"/>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11CBD020-E252-46FD-A9FF-B8A75942E01A}"/>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F3A1F916-F5B0-4786-8275-8326589EC1C2}"/>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79C99136-7938-400E-BB73-9DAA88439FA4}"/>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F3FA0C54-8FEE-45E1-9FED-CE961FB42EF1}"/>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1F44EAFF-88BA-4CCE-8896-0B1D985ADAFE}"/>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49612A59-3C01-4DC7-8628-6A780209BB2A}"/>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EE371B82-CB2E-4588-88C2-E032F1FDFC4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xmlns:a="http://schemas.openxmlformats.org/drawingml/2006/main">
              <a:ext uri="{FF2B5EF4-FFF2-40B4-BE49-F238E27FC236}">
                <a16:creationId xmlns:a16="http://schemas.microsoft.com/office/drawing/2014/main" id="{672D973B-E3F1-442E-95E2-E12975E78CD2}"/>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63F71C27-CA9B-4CF8-BEE5-0F69BE108A4E}"/>
              </a:ext>
            </a:extLst>
          </p:cNvPr>
          <p:cNvPicPr>
            <a:picLocks xmlns:a="http://schemas.openxmlformats.org/drawingml/2006/main" noChangeAspect="1"/>
          </p:cNvPicPr>
          <p:nvPr/>
        </p:nvPicPr>
        <p:blipFill>
          <a:blip xmlns:r="http://schemas.openxmlformats.org/officeDocument/2006/relationships" xmlns:a="http://schemas.openxmlformats.org/drawingml/2006/main" r:embed="Re0fbbf213962463b"/>
          <a:srcRect xmlns:a="http://schemas.openxmlformats.org/drawingml/2006/main" l="0" t="18192" r="0" b="18192"/>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1" name="PHOTO_BOILER-title">
            <a:extLst xmlns:a="http://schemas.openxmlformats.org/drawingml/2006/main">
              <a:ext uri="{FF2B5EF4-FFF2-40B4-BE49-F238E27FC236}">
                <a16:creationId xmlns:a16="http://schemas.microsoft.com/office/drawing/2014/main" id="{2DE0A508-D820-446E-A9FD-113195C71679}"/>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xmlns:a="http://schemas.openxmlformats.org/drawingml/2006/main">
              <a:ext uri="{FF2B5EF4-FFF2-40B4-BE49-F238E27FC236}">
                <a16:creationId xmlns:a16="http://schemas.microsoft.com/office/drawing/2014/main" id="{3A966DFB-7651-4479-86DB-3F7FBA981CF2}"/>
              </a:ext>
            </a:extLst>
          </p:cNvPr>
          <p:cNvSpPr>
            <a:spLocks xmlns:a="http://schemas.openxmlformats.org/drawingml/2006/main" noGrp="1"/>
          </p:cNvSpPr>
          <p:nvPr/>
        </p:nvSpPr>
        <p:spPr>
          <a:xfrm xmlns:a="http://schemas.openxmlformats.org/drawingml/2006/main">
            <a:off x="257175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3" name="PHOTO_CAR-frame">
            <a:extLst xmlns:a="http://schemas.openxmlformats.org/drawingml/2006/main">
              <a:ext uri="{FF2B5EF4-FFF2-40B4-BE49-F238E27FC236}">
                <a16:creationId xmlns:a16="http://schemas.microsoft.com/office/drawing/2014/main" id="{8F631822-7373-45C2-BD94-255E9E47E2D8}"/>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FBF14C59-9CB4-4E74-9799-024C244C92DA}"/>
              </a:ext>
            </a:extLst>
          </p:cNvPr>
          <p:cNvPicPr>
            <a:picLocks xmlns:a="http://schemas.openxmlformats.org/drawingml/2006/main" noChangeAspect="1"/>
          </p:cNvPicPr>
          <p:nvPr/>
        </p:nvPicPr>
        <p:blipFill>
          <a:blip xmlns:r="http://schemas.openxmlformats.org/officeDocument/2006/relationships" xmlns:a="http://schemas.openxmlformats.org/drawingml/2006/main" r:embed="R68094f022fd747e3"/>
          <a:srcRect xmlns:a="http://schemas.openxmlformats.org/drawingml/2006/main" l="0" t="6023" r="0" b="6023"/>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5" name="PHOTO_CAR-title">
            <a:extLst xmlns:a="http://schemas.openxmlformats.org/drawingml/2006/main">
              <a:ext uri="{FF2B5EF4-FFF2-40B4-BE49-F238E27FC236}">
                <a16:creationId xmlns:a16="http://schemas.microsoft.com/office/drawing/2014/main" id="{49A38535-2C39-4393-A29E-E8841C46030F}"/>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xmlns:a="http://schemas.openxmlformats.org/drawingml/2006/main">
              <a:ext uri="{FF2B5EF4-FFF2-40B4-BE49-F238E27FC236}">
                <a16:creationId xmlns:a16="http://schemas.microsoft.com/office/drawing/2014/main" id="{0962C4F1-BD0F-4118-A036-A1357B5E3C9C}"/>
              </a:ext>
            </a:extLst>
          </p:cNvPr>
          <p:cNvSpPr>
            <a:spLocks xmlns:a="http://schemas.openxmlformats.org/drawingml/2006/main" noGrp="1"/>
          </p:cNvSpPr>
          <p:nvPr/>
        </p:nvSpPr>
        <p:spPr>
          <a:xfrm xmlns:a="http://schemas.openxmlformats.org/drawingml/2006/main">
            <a:off x="9906000" y="86201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xmlns:a="http://schemas.openxmlformats.org/drawingml/2006/main">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166975066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41B025B-55ED-49E7-BFF2-85A784C40132}"/>
              </a:ext>
            </a:extLst>
          </p:cNvPr>
          <p:cNvPicPr>
            <a:picLocks xmlns:a="http://schemas.openxmlformats.org/drawingml/2006/main" noChangeAspect="1"/>
          </p:cNvPicPr>
          <p:nvPr/>
        </p:nvPicPr>
        <p:blipFill>
          <a:blip xmlns:r="http://schemas.openxmlformats.org/officeDocument/2006/relationships" xmlns:a="http://schemas.openxmlformats.org/drawingml/2006/main" r:embed="R8889212774d2418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D4B771DB-2EF9-4E4C-9C0E-0CA52EE87F27}"/>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EFC5FC1C-5CB6-4C19-8D36-D02F944038EE}"/>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30B5A92A-67AD-4468-9DA7-21DFE12FC816}"/>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700DDC73-054D-4888-95CB-DD071C770267}"/>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C712F17C-F7BE-433E-9837-F32D6B951E4B}"/>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page">
            <a:extLst xmlns:a="http://schemas.openxmlformats.org/drawingml/2006/main">
              <a:ext uri="{FF2B5EF4-FFF2-40B4-BE49-F238E27FC236}">
                <a16:creationId xmlns:a16="http://schemas.microsoft.com/office/drawing/2014/main" id="{039F33CC-AA47-419C-AA0E-A6B419F0CE67}"/>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D9B0DA98-7CCD-40EE-AE2B-22B464D448B9}"/>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980CB3D7-3DEB-481D-8F91-D16E51599EFA}"/>
              </a:ext>
            </a:extLst>
          </p:cNvPr>
          <p:cNvPicPr>
            <a:picLocks xmlns:a="http://schemas.openxmlformats.org/drawingml/2006/main" noChangeAspect="1"/>
          </p:cNvPicPr>
          <p:nvPr/>
        </p:nvPicPr>
        <p:blipFill>
          <a:blip xmlns:r="http://schemas.openxmlformats.org/officeDocument/2006/relationships" xmlns:a="http://schemas.openxmlformats.org/drawingml/2006/main" r:embed="Re993128b56cf436a"/>
          <a:stretch xmlns:a="http://schemas.openxmlformats.org/drawingml/2006/main"/>
        </p:blipFill>
        <p:spPr>
          <a:xfrm xmlns:a="http://schemas.openxmlformats.org/drawingml/2006/main">
            <a:off x="2952750" y="4657077"/>
            <a:ext cx="12382500" cy="3468397"/>
          </a:xfrm>
          <a:prstGeom xmlns:a="http://schemas.openxmlformats.org/drawingml/2006/main" prst="rect">
            <a:avLst/>
          </a:prstGeom>
        </p:spPr>
      </p:pic>
      <p:sp>
        <p:nvSpPr>
          <p:cNvPr id="10" name="conclusion-box">
            <a:extLst xmlns:a="http://schemas.openxmlformats.org/drawingml/2006/main">
              <a:ext uri="{FF2B5EF4-FFF2-40B4-BE49-F238E27FC236}">
                <a16:creationId xmlns:a16="http://schemas.microsoft.com/office/drawing/2014/main" id="{FD7A76EC-77C0-42DA-94D7-11E35B220D19}"/>
              </a:ext>
            </a:extLst>
          </p:cNvPr>
          <p:cNvSpPr>
            <a:spLocks xmlns:a="http://schemas.openxmlformats.org/drawingml/2006/main" noGrp="1"/>
          </p:cNvSpPr>
          <p:nvPr/>
        </p:nvSpPr>
        <p:spPr>
          <a:xfrm xmlns:a="http://schemas.openxmlformats.org/drawingml/2006/main">
            <a:off x="2333625" y="8429625"/>
            <a:ext cx="13620750" cy="952500"/>
          </a:xfrm>
          <a:prstGeom xmlns:a="http://schemas.openxmlformats.org/drawingml/2006/main" prst="roundRect">
            <a:avLst>
              <a:gd name="adj" fmla="val 16000"/>
            </a:avLst>
          </a:prstGeom>
          <a:solidFill xmlns:a="http://schemas.openxmlformats.org/drawingml/2006/main">
            <a:srgbClr val="595959"/>
          </a:solidFill>
          <a:ln xmlns:a="http://schemas.openxmlformats.org/drawingml/2006/main" w="0">
            <a:noFill/>
          </a:ln>
        </p:spPr>
      </p:sp>
      <p:sp>
        <p:nvSpPr>
          <p:cNvPr id="11" name="conclusion">
            <a:extLst xmlns:a="http://schemas.openxmlformats.org/drawingml/2006/main">
              <a:ext uri="{FF2B5EF4-FFF2-40B4-BE49-F238E27FC236}">
                <a16:creationId xmlns:a16="http://schemas.microsoft.com/office/drawing/2014/main" id="{71875274-7B9E-440B-901B-1FC31788F26C}"/>
              </a:ext>
            </a:extLst>
          </p:cNvPr>
          <p:cNvSpPr>
            <a:spLocks xmlns:a="http://schemas.openxmlformats.org/drawingml/2006/main" noGrp="1"/>
          </p:cNvSpPr>
          <p:nvPr/>
        </p:nvSpPr>
        <p:spPr>
          <a:xfrm xmlns:a="http://schemas.openxmlformats.org/drawingml/2006/main">
            <a:off x="2619375" y="8658225"/>
            <a:ext cx="1304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xmlns:a="http://schemas.openxmlformats.org/drawingml/2006/main">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p14:creationId xmlns:p14="http://schemas.microsoft.com/office/powerpoint/2010/main" val="12608906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EE511DE7-8166-443F-8A18-B3C7B90373EF}"/>
              </a:ext>
            </a:extLst>
          </p:cNvPr>
          <p:cNvPicPr>
            <a:picLocks xmlns:a="http://schemas.openxmlformats.org/drawingml/2006/main" noChangeAspect="1"/>
          </p:cNvPicPr>
          <p:nvPr/>
        </p:nvPicPr>
        <p:blipFill>
          <a:blip xmlns:r="http://schemas.openxmlformats.org/officeDocument/2006/relationships" xmlns:a="http://schemas.openxmlformats.org/drawingml/2006/main" r:embed="R0641b57f2d484f56"/>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A9FBD07A-F8B6-4770-BCF8-BE099C06B6D2}"/>
              </a:ext>
            </a:extLst>
          </p:cNvPr>
          <p:cNvSpPr>
            <a:spLocks xmlns:a="http://schemas.openxmlformats.org/drawingml/2006/main" noGrp="1"/>
          </p:cNvSpPr>
          <p:nvPr/>
        </p:nvSpPr>
        <p:spPr>
          <a:xfrm xmlns:a="http://schemas.openxmlformats.org/drawingml/2006/main">
            <a:off x="685800" y="742950"/>
            <a:ext cx="1428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xmlns:a="http://schemas.openxmlformats.org/drawingml/2006/main">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4FAD018A-100A-4181-AC61-416A3EAD4203}"/>
              </a:ext>
            </a:extLst>
          </p:cNvPr>
          <p:cNvSpPr>
            <a:spLocks xmlns:a="http://schemas.openxmlformats.org/drawingml/2006/main" noGrp="1"/>
          </p:cNvSpPr>
          <p:nvPr/>
        </p:nvSpPr>
        <p:spPr>
          <a:xfrm xmlns:a="http://schemas.openxmlformats.org/drawingml/2006/main">
            <a:off x="685800" y="1304925"/>
            <a:ext cx="695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98EF98D8-03A6-4A02-90C0-317425EFDC00}"/>
              </a:ext>
            </a:extLst>
          </p:cNvPr>
          <p:cNvSpPr>
            <a:spLocks xmlns:a="http://schemas.openxmlformats.org/drawingml/2006/main" noGrp="1"/>
          </p:cNvSpPr>
          <p:nvPr/>
        </p:nvSpPr>
        <p:spPr>
          <a:xfrm xmlns:a="http://schemas.openxmlformats.org/drawingml/2006/main">
            <a:off x="1495425" y="1304925"/>
            <a:ext cx="1428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xmlns:a="http://schemas.openxmlformats.org/drawingml/2006/main">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65BB10F5-F204-4834-AD93-BB18049EA5C0}"/>
              </a:ext>
            </a:extLst>
          </p:cNvPr>
          <p:cNvSpPr>
            <a:spLocks xmlns:a="http://schemas.openxmlformats.org/drawingml/2006/main" noGrp="1"/>
          </p:cNvSpPr>
          <p:nvPr/>
        </p:nvSpPr>
        <p:spPr>
          <a:xfrm xmlns:a="http://schemas.openxmlformats.org/drawingml/2006/main">
            <a:off x="685800" y="2714625"/>
            <a:ext cx="16916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xmlns:a="http://schemas.openxmlformats.org/drawingml/2006/main">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6DB916E3-D6FB-47C2-99E8-9AF49C12798C}"/>
              </a:ext>
            </a:extLst>
          </p:cNvPr>
          <p:cNvSpPr>
            <a:spLocks xmlns:a="http://schemas.openxmlformats.org/drawingml/2006/main" noGrp="1"/>
          </p:cNvSpPr>
          <p:nvPr/>
        </p:nvSpPr>
        <p:spPr>
          <a:xfrm xmlns:a="http://schemas.openxmlformats.org/drawingml/2006/main">
            <a:off x="685800" y="3790950"/>
            <a:ext cx="16916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xmlns:a="http://schemas.openxmlformats.org/drawingml/2006/main">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page">
            <a:extLst xmlns:a="http://schemas.openxmlformats.org/drawingml/2006/main">
              <a:ext uri="{FF2B5EF4-FFF2-40B4-BE49-F238E27FC236}">
                <a16:creationId xmlns:a16="http://schemas.microsoft.com/office/drawing/2014/main" id="{837B3F09-AADB-4C58-8619-2DB150720F8A}"/>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5B25D24F-824E-4437-801F-CF99BD03FA6F}"/>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EQ_BOND-native">
            <a:extLst xmlns:a="http://schemas.openxmlformats.org/drawingml/2006/main">
              <a:ext uri="{FF2B5EF4-FFF2-40B4-BE49-F238E27FC236}">
                <a16:creationId xmlns:a16="http://schemas.microsoft.com/office/drawing/2014/main" id="{5266EE6B-94F8-4591-97AE-5065798004DB}"/>
              </a:ext>
            </a:extLst>
          </p:cNvPr>
          <p:cNvSpPr>
            <a:spLocks xmlns:a="http://schemas.openxmlformats.org/drawingml/2006/main" noGrp="1"/>
          </p:cNvSpPr>
          <p:nvPr/>
        </p:nvSpPr>
        <p:spPr>
          <a:xfrm xmlns:a="http://schemas.openxmlformats.org/drawingml/2006/main">
            <a:off x="1238250" y="4676775"/>
            <a:ext cx="1581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338" b="0">
                <a:solidFill>
                  <a:srgbClr val="111111"/>
                </a:solidFill>
                <a:latin typeface="Pretendard"/>
                <a:ea typeface="Pretendard"/>
                <a:cs typeface="Pretendard"/>
              </a:defRPr>
            </a:defPPr>
            <a:lvl1pPr algn="ctr">
              <a:defRPr sz="3338" b="0">
                <a:solidFill>
                  <a:srgbClr val="111111"/>
                </a:solidFill>
                <a:latin typeface="Pretendard"/>
                <a:ea typeface="Pretendard"/>
                <a:cs typeface="Pretendard"/>
              </a:defRPr>
            </a:lvl1pPr>
            <a:lvl2pPr algn="ctr">
              <a:defRPr sz="3338" b="0">
                <a:solidFill>
                  <a:srgbClr val="111111"/>
                </a:solidFill>
                <a:latin typeface="Pretendard"/>
                <a:ea typeface="Pretendard"/>
                <a:cs typeface="Pretendard"/>
              </a:defRPr>
            </a:lvl2pPr>
            <a:lvl3pPr algn="ctr">
              <a:defRPr sz="3338" b="0">
                <a:solidFill>
                  <a:srgbClr val="111111"/>
                </a:solidFill>
                <a:latin typeface="Pretendard"/>
                <a:ea typeface="Pretendard"/>
                <a:cs typeface="Pretendard"/>
              </a:defRPr>
            </a:lvl3pPr>
            <a:lvl4pPr algn="ctr">
              <a:defRPr sz="3338" b="0">
                <a:solidFill>
                  <a:srgbClr val="111111"/>
                </a:solidFill>
                <a:latin typeface="Pretendard"/>
                <a:ea typeface="Pretendard"/>
                <a:cs typeface="Pretendard"/>
              </a:defRPr>
            </a:lvl4pPr>
            <a:lvl5pPr algn="ctr">
              <a:defRPr sz="3338" b="0">
                <a:solidFill>
                  <a:srgbClr val="111111"/>
                </a:solidFill>
                <a:latin typeface="Pretendard"/>
                <a:ea typeface="Pretendard"/>
                <a:cs typeface="Pretendard"/>
              </a:defRPr>
            </a:lvl5pPr>
            <a:lvl6pPr algn="ctr">
              <a:defRPr sz="3338" b="0">
                <a:solidFill>
                  <a:srgbClr val="111111"/>
                </a:solidFill>
                <a:latin typeface="Pretendard"/>
                <a:ea typeface="Pretendard"/>
                <a:cs typeface="Pretendard"/>
              </a:defRPr>
            </a:lvl6pPr>
            <a:lvl7pPr algn="ctr">
              <a:defRPr sz="3338" b="0">
                <a:solidFill>
                  <a:srgbClr val="111111"/>
                </a:solidFill>
                <a:latin typeface="Pretendard"/>
                <a:ea typeface="Pretendard"/>
                <a:cs typeface="Pretendard"/>
              </a:defRPr>
            </a:lvl7pPr>
            <a:lvl8pPr algn="ctr">
              <a:defRPr sz="3338" b="0">
                <a:solidFill>
                  <a:srgbClr val="111111"/>
                </a:solidFill>
                <a:latin typeface="Pretendard"/>
                <a:ea typeface="Pretendard"/>
                <a:cs typeface="Pretendard"/>
              </a:defRPr>
            </a:lvl8pPr>
            <a:lvl9pPr algn="ctr">
              <a:defRPr sz="3338" b="0">
                <a:solidFill>
                  <a:srgbClr val="111111"/>
                </a:solidFill>
                <a:latin typeface="Pretendard"/>
                <a:ea typeface="Pretendard"/>
                <a:cs typeface="Pretendard"/>
              </a:defRPr>
            </a:lvl9pPr>
          </a:lstStyle>
          <a:p xmlns:a="http://schemas.openxmlformats.org/drawingml/2006/main">
            <a:pPr algn="ctr">
              <a:defRPr sz="3338" b="0">
                <a:solidFill>
                  <a:srgbClr val="111111"/>
                </a:solidFill>
                <a:latin typeface="Pretendard"/>
                <a:ea typeface="Pretendard"/>
                <a:cs typeface="Pretendard"/>
              </a:defRPr>
            </a:pPr>
            <a:r>
              <a:rPr sz="3338" b="0">
                <a:solidFill>
                  <a:srgbClr val="111111"/>
                </a:solidFill>
                <a:latin typeface="Pretendard"/>
                <a:ea typeface="Pretendard"/>
                <a:cs typeface="Pretendard"/>
              </a:rPr>
              <a:t>반응 엔탈피(</a:t>
            </a:r>
            <a:r>
              <a:rPr sz="3338" b="0" i="1">
                <a:solidFill>
                  <a:srgbClr val="111111"/>
                </a:solidFill>
                <a:latin typeface="Pretendard"/>
                <a:ea typeface="Pretendard"/>
                <a:cs typeface="Pretendard"/>
              </a:rPr>
              <a:t>ΔH</a:t>
            </a:r>
            <a:r>
              <a:rPr sz="3338" b="0">
                <a:solidFill>
                  <a:srgbClr val="111111"/>
                </a:solidFill>
                <a:latin typeface="Pretendard"/>
                <a:ea typeface="Pretendard"/>
                <a:cs typeface="Pretendard"/>
              </a:rPr>
              <a:t>) ≈ 반응물의 결합 에너지 합 − 생성물의 결합 에너지 합</a:t>
            </a:r>
          </a:p>
        </p:txBody>
      </p:sp>
      <p:sp>
        <p:nvSpPr>
          <p:cNvPr id="10" name="step-strip-0">
            <a:extLst xmlns:a="http://schemas.openxmlformats.org/drawingml/2006/main">
              <a:ext uri="{FF2B5EF4-FFF2-40B4-BE49-F238E27FC236}">
                <a16:creationId xmlns:a16="http://schemas.microsoft.com/office/drawing/2014/main" id="{49F98FB9-0F8E-4298-984D-51E3A92B840F}"/>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E79287A0-3414-4F22-B257-0F9AACFFD334}"/>
              </a:ext>
            </a:extLst>
          </p:cNvPr>
          <p:cNvSpPr>
            <a:spLocks xmlns:a="http://schemas.openxmlformats.org/drawingml/2006/main" noGrp="1"/>
          </p:cNvSpPr>
          <p:nvPr/>
        </p:nvSpPr>
        <p:spPr>
          <a:xfrm xmlns:a="http://schemas.openxmlformats.org/drawingml/2006/main">
            <a:off x="2667000" y="6038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D38E88FF-3F73-4E70-9C83-819A3EC85C0E}"/>
              </a:ext>
            </a:extLst>
          </p:cNvPr>
          <p:cNvSpPr>
            <a:spLocks xmlns:a="http://schemas.openxmlformats.org/drawingml/2006/main" noGrp="1"/>
          </p:cNvSpPr>
          <p:nvPr/>
        </p:nvSpPr>
        <p:spPr>
          <a:xfrm xmlns:a="http://schemas.openxmlformats.org/drawingml/2006/main">
            <a:off x="2667000" y="6048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0687804C-DEDF-4ADA-AC74-B36A0DB37185}"/>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E3CE1E77-CA66-4A1E-9C4F-402A3F5A064C}"/>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DF3717F7-B5C1-4B7E-90E4-1727810CCFE7}"/>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5D9DBE71-ECB4-4164-B2FE-922E75346691}"/>
              </a:ext>
            </a:extLst>
          </p:cNvPr>
          <p:cNvSpPr>
            <a:spLocks xmlns:a="http://schemas.openxmlformats.org/drawingml/2006/main" noGrp="1"/>
          </p:cNvSpPr>
          <p:nvPr/>
        </p:nvSpPr>
        <p:spPr>
          <a:xfrm xmlns:a="http://schemas.openxmlformats.org/drawingml/2006/main">
            <a:off x="2667000" y="7181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5179F155-4B40-48C2-8C17-D31E5A597B27}"/>
              </a:ext>
            </a:extLst>
          </p:cNvPr>
          <p:cNvSpPr>
            <a:spLocks xmlns:a="http://schemas.openxmlformats.org/drawingml/2006/main" noGrp="1"/>
          </p:cNvSpPr>
          <p:nvPr/>
        </p:nvSpPr>
        <p:spPr>
          <a:xfrm xmlns:a="http://schemas.openxmlformats.org/drawingml/2006/main">
            <a:off x="2667000" y="7191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34ADB496-57CE-4750-831A-4B07EDBA8CF6}"/>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251678FE-0668-4EEF-9F7C-130629782FBF}"/>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1A873D0E-4A2A-4DC1-957A-1A021EF35C3F}"/>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C3A2C4E6-9C7C-474A-9AE1-D17DE36A2EFD}"/>
              </a:ext>
            </a:extLst>
          </p:cNvPr>
          <p:cNvSpPr>
            <a:spLocks xmlns:a="http://schemas.openxmlformats.org/drawingml/2006/main" noGrp="1"/>
          </p:cNvSpPr>
          <p:nvPr/>
        </p:nvSpPr>
        <p:spPr>
          <a:xfrm xmlns:a="http://schemas.openxmlformats.org/drawingml/2006/main">
            <a:off x="2667000" y="8324850"/>
            <a:ext cx="419100" cy="4191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CDC07EAB-AA37-46FA-BE0B-45DFCE80A834}"/>
              </a:ext>
            </a:extLst>
          </p:cNvPr>
          <p:cNvSpPr>
            <a:spLocks xmlns:a="http://schemas.openxmlformats.org/drawingml/2006/main" noGrp="1"/>
          </p:cNvSpPr>
          <p:nvPr/>
        </p:nvSpPr>
        <p:spPr>
          <a:xfrm xmlns:a="http://schemas.openxmlformats.org/drawingml/2006/main">
            <a:off x="2667000" y="833437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93979067-57FF-45EA-BE97-CED64CEFB438}"/>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73765F2A-5F14-4E1C-8358-81C30754F8F5}"/>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p14:creationId xmlns:p14="http://schemas.microsoft.com/office/powerpoint/2010/main" val="9170184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2026-10-19T15:22:22.4730000Z</dcterms:created>
  <dcterms:modified xsi:type="dcterms:W3CDTF">2026-10-19T15:22:22.4730000Z</dcterms:modified>
</coreProperties>
</file>