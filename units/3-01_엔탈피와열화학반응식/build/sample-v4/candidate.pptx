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17d02987dd4d5b" /><Relationship Type="http://schemas.openxmlformats.org/officeDocument/2006/relationships/extended-properties" Target="/docProps/app.xml" Id="R957e6a9ef865419a" /><Relationship Type="http://schemas.openxmlformats.org/officeDocument/2006/relationships/officeDocument" Target="/ppt/presentation.xml" Id="Rb5da1139c6db4875" /></Relationships>
</file>

<file path=ppt/presentation.xml><?xml version="1.0" encoding="utf-8"?>
<p:presentation xmlns:p="http://schemas.openxmlformats.org/presentationml/2006/main">
  <p:sldMasterIdLst>
    <p:sldMasterId xmlns:r="http://schemas.openxmlformats.org/officeDocument/2006/relationships" id="2147483648" r:id="Raf6eebbe0b5546ad"/>
  </p:sldMasterIdLst>
  <p:notesMasterIdLst>
    <p:notesMasterId xmlns:r="http://schemas.openxmlformats.org/officeDocument/2006/relationships" r:id="Rf9016c53daef4a7d"/>
  </p:notesMasterIdLst>
  <p:sldIdLst>
    <p:sldId xmlns:r="http://schemas.openxmlformats.org/officeDocument/2006/relationships" id="256" r:id="R26bce819e2944ab9"/>
    <p:sldId xmlns:r="http://schemas.openxmlformats.org/officeDocument/2006/relationships" id="257" r:id="R233b9257a33d4242"/>
    <p:sldId xmlns:r="http://schemas.openxmlformats.org/officeDocument/2006/relationships" id="258" r:id="Rb32be78ea2c043ae"/>
    <p:sldId xmlns:r="http://schemas.openxmlformats.org/officeDocument/2006/relationships" id="259" r:id="Rcdeffad7f7c343a5"/>
    <p:sldId xmlns:r="http://schemas.openxmlformats.org/officeDocument/2006/relationships" id="260" r:id="R6c5c0c0a8fdd4dab"/>
    <p:sldId xmlns:r="http://schemas.openxmlformats.org/officeDocument/2006/relationships" id="261" r:id="R4b4d637a8c4b4897"/>
    <p:sldId xmlns:r="http://schemas.openxmlformats.org/officeDocument/2006/relationships" id="262" r:id="R9a2cd50e566341cb"/>
    <p:sldId xmlns:r="http://schemas.openxmlformats.org/officeDocument/2006/relationships" id="263" r:id="R7bc87e880d5d4c1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80724310fa4de8" /><Relationship Type="http://schemas.openxmlformats.org/officeDocument/2006/relationships/slideMaster" Target="/ppt/slideMasters/slideMaster1.xml" Id="Raf6eebbe0b5546ad" /><Relationship Type="http://schemas.openxmlformats.org/officeDocument/2006/relationships/notesMaster" Target="/ppt/notesMasters/notesMaster1.xml" Id="Rf9016c53daef4a7d" /><Relationship Type="http://schemas.openxmlformats.org/officeDocument/2006/relationships/presProps" Target="/ppt/presProps.xml" Id="R0db98beab2d04528" /><Relationship Type="http://schemas.openxmlformats.org/officeDocument/2006/relationships/tableStyles" Target="/ppt/tableStyles.xml" Id="R2d91cf5d2a1746ef" /><Relationship Type="http://schemas.openxmlformats.org/officeDocument/2006/relationships/slide" Target="/ppt/slides/slide1.xml" Id="R26bce819e2944ab9" /><Relationship Type="http://schemas.openxmlformats.org/officeDocument/2006/relationships/slide" Target="/ppt/slides/slide2.xml" Id="R233b9257a33d4242" /><Relationship Type="http://schemas.openxmlformats.org/officeDocument/2006/relationships/slide" Target="/ppt/slides/slide3.xml" Id="Rb32be78ea2c043ae" /><Relationship Type="http://schemas.openxmlformats.org/officeDocument/2006/relationships/slide" Target="/ppt/slides/slide4.xml" Id="Rcdeffad7f7c343a5" /><Relationship Type="http://schemas.openxmlformats.org/officeDocument/2006/relationships/slide" Target="/ppt/slides/slide5.xml" Id="R6c5c0c0a8fdd4dab" /><Relationship Type="http://schemas.openxmlformats.org/officeDocument/2006/relationships/slide" Target="/ppt/slides/slide6.xml" Id="R4b4d637a8c4b4897" /><Relationship Type="http://schemas.openxmlformats.org/officeDocument/2006/relationships/slide" Target="/ppt/slides/slide7.xml" Id="R9a2cd50e566341cb" /><Relationship Type="http://schemas.openxmlformats.org/officeDocument/2006/relationships/slide" Target="/ppt/slides/slide8.xml" Id="R7bc87e880d5d4c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9bec09d5254a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917c1a657147c8" /><Relationship Type="http://schemas.openxmlformats.org/officeDocument/2006/relationships/notesMaster" Target="/ppt/notesMasters/notesMaster1.xml" Id="R1f4c05cb8b024d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0669db69db4944" /><Relationship Type="http://schemas.openxmlformats.org/officeDocument/2006/relationships/notesMaster" Target="/ppt/notesMasters/notesMaster1.xml" Id="R5cd92becf71446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cbb8263a0b459c" /><Relationship Type="http://schemas.openxmlformats.org/officeDocument/2006/relationships/notesMaster" Target="/ppt/notesMasters/notesMaster1.xml" Id="R0f9b948aa4234c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f2e3d5619846a8" /><Relationship Type="http://schemas.openxmlformats.org/officeDocument/2006/relationships/notesMaster" Target="/ppt/notesMasters/notesMaster1.xml" Id="R022b81a4505947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470707b1a1b42ff" /><Relationship Type="http://schemas.openxmlformats.org/officeDocument/2006/relationships/notesMaster" Target="/ppt/notesMasters/notesMaster1.xml" Id="R104411724d1c47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33c1b015124996" /><Relationship Type="http://schemas.openxmlformats.org/officeDocument/2006/relationships/notesMaster" Target="/ppt/notesMasters/notesMaster1.xml" Id="R4e2b280af12046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4956021de84f86" /><Relationship Type="http://schemas.openxmlformats.org/officeDocument/2006/relationships/notesMaster" Target="/ppt/notesMasters/notesMaster1.xml" Id="R73d2e4476b9844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3569cd4e2a46f7" /><Relationship Type="http://schemas.openxmlformats.org/officeDocument/2006/relationships/notesMaster" Target="/ppt/notesMasters/notesMaster1.xml" Id="R9b0ad24d942041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34f7ecf1a044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8cbf17ade04d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e6c1b5e7e047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f4e1e9b9ed46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27adb88d1b448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87404d4b8345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F1A05A-7C00-49B7-B862-00D336C3262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CF6E29-C06E-4B36-A877-6C233B09A00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630432C-F02B-47F0-AB29-F77704B0B449}"/>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516ECD-9D77-46CE-9961-921C6F3391D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D760649-4BE3-4831-AA3C-AEDBC5A7CED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DE6169-76AE-4C6B-B884-F06FB23033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4360C5-D60D-4860-8388-8228A2692A1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A30EA3-7488-44F1-B98A-AE46320EF92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FF768F-BF50-4838-9BC3-3DD4E200303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6CF59E-590A-43D2-B4C2-56029EE1C71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9955b7c6b945dc" /><Relationship Type="http://schemas.openxmlformats.org/officeDocument/2006/relationships/slideLayout" Target="/ppt/slideLayouts/slideLayout1.xml" Id="R9655968cafd94c1f" /><Relationship Type="http://schemas.openxmlformats.org/officeDocument/2006/relationships/slideLayout" Target="/ppt/slideLayouts/slideLayout2.xml" Id="R397a5e1bbd924853" /><Relationship Type="http://schemas.openxmlformats.org/officeDocument/2006/relationships/slideLayout" Target="/ppt/slideLayouts/slideLayout3.xml" Id="R57b8726f575a4731" /><Relationship Type="http://schemas.openxmlformats.org/officeDocument/2006/relationships/slideLayout" Target="/ppt/slideLayouts/slideLayout4.xml" Id="Ra2a5fc886bec4ec9" /><Relationship Type="http://schemas.openxmlformats.org/officeDocument/2006/relationships/slideLayout" Target="/ppt/slideLayouts/slideLayout5.xml" Id="Re28364a0bd574f96" /><Relationship Type="http://schemas.openxmlformats.org/officeDocument/2006/relationships/slideLayout" Target="/ppt/slideLayouts/slideLayout6.xml" Id="Rcee1f9fedaf247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55968cafd94c1f"/>
    <p:sldLayoutId xmlns:r="http://schemas.openxmlformats.org/officeDocument/2006/relationships" id="2147483650" r:id="R397a5e1bbd924853"/>
    <p:sldLayoutId xmlns:r="http://schemas.openxmlformats.org/officeDocument/2006/relationships" id="2147483651" r:id="R57b8726f575a4731"/>
    <p:sldLayoutId xmlns:r="http://schemas.openxmlformats.org/officeDocument/2006/relationships" id="2147483652" r:id="Ra2a5fc886bec4ec9"/>
    <p:sldLayoutId xmlns:r="http://schemas.openxmlformats.org/officeDocument/2006/relationships" id="2147483653" r:id="Re28364a0bd574f96"/>
    <p:sldLayoutId xmlns:r="http://schemas.openxmlformats.org/officeDocument/2006/relationships" id="2147483654" r:id="Rcee1f9fedaf247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ee368f65fd4484" /><Relationship Type="http://schemas.openxmlformats.org/officeDocument/2006/relationships/image" Target="/ppt/media/image.png" Id="R8bf09eb338a84e08" /><Relationship Type="http://schemas.openxmlformats.org/officeDocument/2006/relationships/image" Target="/ppt/media/image2.png" Id="R4a431a06442540f0" /><Relationship Type="http://schemas.openxmlformats.org/officeDocument/2006/relationships/image" Target="/ppt/media/image3.png" Id="Rb7aa3703875e4aa1" /><Relationship Type="http://schemas.openxmlformats.org/officeDocument/2006/relationships/image" Target="/ppt/media/image4.png" Id="R306e9c5f8e6345bd" /><Relationship Type="http://schemas.openxmlformats.org/officeDocument/2006/relationships/notesSlide" Target="/ppt/notesSlides/notesSlide1.xml" Id="Radba6a1c7a0040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ffee9079afd42ec" /><Relationship Type="http://schemas.openxmlformats.org/officeDocument/2006/relationships/image" Target="/ppt/media/image5.png" Id="R4cbe034b9a3f4580" /><Relationship Type="http://schemas.openxmlformats.org/officeDocument/2006/relationships/image" Target="/ppt/media/image6.png" Id="R77117486df9f4889" /><Relationship Type="http://schemas.openxmlformats.org/officeDocument/2006/relationships/image" Target="/ppt/media/image7.png" Id="R827eaf5706c04e3f" /><Relationship Type="http://schemas.openxmlformats.org/officeDocument/2006/relationships/image" Target="/ppt/media/image8.png" Id="Rdbbe0c63a38145fd" /><Relationship Type="http://schemas.openxmlformats.org/officeDocument/2006/relationships/image" Target="/ppt/media/image9.png" Id="R102f3e614d224804" /><Relationship Type="http://schemas.openxmlformats.org/officeDocument/2006/relationships/image" Target="/ppt/media/image10.png" Id="Rfbbe9f8e03124e6c" /><Relationship Type="http://schemas.openxmlformats.org/officeDocument/2006/relationships/image" Target="/ppt/media/image11.png" Id="R79d128baa7e34906" /><Relationship Type="http://schemas.openxmlformats.org/officeDocument/2006/relationships/image" Target="/ppt/media/image12.png" Id="Rb601dffc139e489e" /><Relationship Type="http://schemas.openxmlformats.org/officeDocument/2006/relationships/image" Target="/ppt/media/image13.png" Id="R5557ebd9594b4ce7" /><Relationship Type="http://schemas.openxmlformats.org/officeDocument/2006/relationships/notesSlide" Target="/ppt/notesSlides/notesSlide2.xml" Id="R91c7f685898e4c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c2773fe1a8426c" /><Relationship Type="http://schemas.openxmlformats.org/officeDocument/2006/relationships/image" Target="/ppt/media/image14.png" Id="R3896859b12184cc0" /><Relationship Type="http://schemas.openxmlformats.org/officeDocument/2006/relationships/image" Target="/ppt/media/image15.png" Id="R73dd85d71b314a7a" /><Relationship Type="http://schemas.openxmlformats.org/officeDocument/2006/relationships/image" Target="/ppt/media/image16.png" Id="R4c9be8db997f4981" /><Relationship Type="http://schemas.openxmlformats.org/officeDocument/2006/relationships/notesSlide" Target="/ppt/notesSlides/notesSlide3.xml" Id="R1e8538391e2a47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f80e7520f64a16" /><Relationship Type="http://schemas.openxmlformats.org/officeDocument/2006/relationships/image" Target="/ppt/media/image17.png" Id="Rb8a538847e1d405c" /><Relationship Type="http://schemas.openxmlformats.org/officeDocument/2006/relationships/image" Target="/ppt/media/image18.png" Id="R7934a44e9e454c4a" /><Relationship Type="http://schemas.openxmlformats.org/officeDocument/2006/relationships/notesSlide" Target="/ppt/notesSlides/notesSlide4.xml" Id="R9620380022ca40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9a132baf724022" /><Relationship Type="http://schemas.openxmlformats.org/officeDocument/2006/relationships/image" Target="/ppt/media/image19.png" Id="Re524614b96184301" /><Relationship Type="http://schemas.openxmlformats.org/officeDocument/2006/relationships/image" Target="/ppt/media/image20.png" Id="Rc25d5ca72f674d2f" /><Relationship Type="http://schemas.openxmlformats.org/officeDocument/2006/relationships/notesSlide" Target="/ppt/notesSlides/notesSlide5.xml" Id="R9aff82fbaec142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03249fe198458e" /><Relationship Type="http://schemas.openxmlformats.org/officeDocument/2006/relationships/image" Target="/ppt/media/image21.png" Id="Rf2d90a8be77c4fc6" /><Relationship Type="http://schemas.openxmlformats.org/officeDocument/2006/relationships/image" Target="/ppt/media/image22.png" Id="R39619eeba6974fed" /><Relationship Type="http://schemas.openxmlformats.org/officeDocument/2006/relationships/image" Target="/ppt/media/image23.png" Id="R62826a998ca745f7" /><Relationship Type="http://schemas.openxmlformats.org/officeDocument/2006/relationships/notesSlide" Target="/ppt/notesSlides/notesSlide6.xml" Id="R1e5ccc5d96544a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82d29524814714" /><Relationship Type="http://schemas.openxmlformats.org/officeDocument/2006/relationships/image" Target="/ppt/media/image24.png" Id="R2469b1c996b348af" /><Relationship Type="http://schemas.openxmlformats.org/officeDocument/2006/relationships/image" Target="/ppt/media/image25.png" Id="Rd69795be00f94b9e" /><Relationship Type="http://schemas.openxmlformats.org/officeDocument/2006/relationships/notesSlide" Target="/ppt/notesSlides/notesSlide7.xml" Id="R622bd38fb13045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a2d920620c4177" /><Relationship Type="http://schemas.openxmlformats.org/officeDocument/2006/relationships/image" Target="/ppt/media/image26.png" Id="Rba64ece2e8034038" /><Relationship Type="http://schemas.openxmlformats.org/officeDocument/2006/relationships/notesSlide" Target="/ppt/notesSlides/notesSlide8.xml" Id="R047e326f7e34402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DCE93CF-ABA6-47A6-8864-66C205D35BD2}"/>
              </a:ext>
            </a:extLst>
          </p:cNvPr>
          <p:cNvPicPr>
            <a:picLocks xmlns:a="http://schemas.openxmlformats.org/drawingml/2006/main" noChangeAspect="1"/>
          </p:cNvPicPr>
          <p:nvPr/>
        </p:nvPicPr>
        <p:blipFill>
          <a:blip xmlns:r="http://schemas.openxmlformats.org/officeDocument/2006/relationships" xmlns:a="http://schemas.openxmlformats.org/drawingml/2006/main" r:embed="R8bf09eb338a84e0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C99AD208-EF69-480B-81EB-4271D70B80D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AA8507A3-8205-43C9-9C33-6E08563A5181}"/>
              </a:ext>
            </a:extLst>
          </p:cNvPr>
          <p:cNvPicPr>
            <a:picLocks xmlns:a="http://schemas.openxmlformats.org/drawingml/2006/main" noChangeAspect="1"/>
          </p:cNvPicPr>
          <p:nvPr/>
        </p:nvPicPr>
        <p:blipFill>
          <a:blip xmlns:r="http://schemas.openxmlformats.org/officeDocument/2006/relationships" xmlns:a="http://schemas.openxmlformats.org/drawingml/2006/main" r:embed="R4a431a06442540f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B5DB4FEF-C352-4728-AB4B-F7A2C63C0889}"/>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4632614C-DC5C-4DBA-A3D0-F4D6ED232249}"/>
              </a:ext>
            </a:extLst>
          </p:cNvPr>
          <p:cNvPicPr>
            <a:picLocks xmlns:a="http://schemas.openxmlformats.org/drawingml/2006/main" noChangeAspect="1"/>
          </p:cNvPicPr>
          <p:nvPr/>
        </p:nvPicPr>
        <p:blipFill>
          <a:blip xmlns:r="http://schemas.openxmlformats.org/officeDocument/2006/relationships" xmlns:a="http://schemas.openxmlformats.org/drawingml/2006/main" r:embed="Rb7aa3703875e4aa1"/>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87550649-6804-43CA-9831-AF1172F5C23E}"/>
              </a:ext>
            </a:extLst>
          </p:cNvPr>
          <p:cNvPicPr>
            <a:picLocks xmlns:a="http://schemas.openxmlformats.org/drawingml/2006/main" noChangeAspect="1"/>
          </p:cNvPicPr>
          <p:nvPr/>
        </p:nvPicPr>
        <p:blipFill>
          <a:blip xmlns:r="http://schemas.openxmlformats.org/officeDocument/2006/relationships" xmlns:a="http://schemas.openxmlformats.org/drawingml/2006/main" r:embed="R306e9c5f8e6345bd"/>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9BF35117-41DA-4774-A16E-7B5AB83E41C1}"/>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DCFD7CEC-AFEB-461D-9EA9-C850ADFC8DD5}"/>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59209400-10AA-4E83-B0AE-99D6DDD21B02}"/>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55802487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920FF86-4CCC-4AB1-B450-3736146E0F82}"/>
              </a:ext>
            </a:extLst>
          </p:cNvPr>
          <p:cNvPicPr>
            <a:picLocks xmlns:a="http://schemas.openxmlformats.org/drawingml/2006/main" noChangeAspect="1"/>
          </p:cNvPicPr>
          <p:nvPr/>
        </p:nvPicPr>
        <p:blipFill>
          <a:blip xmlns:r="http://schemas.openxmlformats.org/officeDocument/2006/relationships" xmlns:a="http://schemas.openxmlformats.org/drawingml/2006/main" r:embed="R4cbe034b9a3f4580"/>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06E7F5D-DC64-4C11-B338-BC169A27865D}"/>
              </a:ext>
            </a:extLst>
          </p:cNvPr>
          <p:cNvPicPr>
            <a:picLocks xmlns:a="http://schemas.openxmlformats.org/drawingml/2006/main" noChangeAspect="1"/>
          </p:cNvPicPr>
          <p:nvPr/>
        </p:nvPicPr>
        <p:blipFill>
          <a:blip xmlns:r="http://schemas.openxmlformats.org/officeDocument/2006/relationships" xmlns:a="http://schemas.openxmlformats.org/drawingml/2006/main" r:embed="R77117486df9f4889"/>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B6EDB88-EDD5-414B-8109-CFDC64BD853E}"/>
              </a:ext>
            </a:extLst>
          </p:cNvPr>
          <p:cNvPicPr>
            <a:picLocks xmlns:a="http://schemas.openxmlformats.org/drawingml/2006/main" noChangeAspect="1"/>
          </p:cNvPicPr>
          <p:nvPr/>
        </p:nvPicPr>
        <p:blipFill>
          <a:blip xmlns:r="http://schemas.openxmlformats.org/officeDocument/2006/relationships" xmlns:a="http://schemas.openxmlformats.org/drawingml/2006/main" r:embed="R827eaf5706c04e3f"/>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DC4D411-84BE-47A9-B7C5-677388645B7D}"/>
              </a:ext>
            </a:extLst>
          </p:cNvPr>
          <p:cNvPicPr>
            <a:picLocks xmlns:a="http://schemas.openxmlformats.org/drawingml/2006/main" noChangeAspect="1"/>
          </p:cNvPicPr>
          <p:nvPr/>
        </p:nvPicPr>
        <p:blipFill>
          <a:blip xmlns:r="http://schemas.openxmlformats.org/officeDocument/2006/relationships" xmlns:a="http://schemas.openxmlformats.org/drawingml/2006/main" r:embed="Rdbbe0c63a38145fd"/>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B9132E65-B750-46B0-B37C-E4F14183BB28}"/>
              </a:ext>
            </a:extLst>
          </p:cNvPr>
          <p:cNvPicPr>
            <a:picLocks xmlns:a="http://schemas.openxmlformats.org/drawingml/2006/main" noChangeAspect="1"/>
          </p:cNvPicPr>
          <p:nvPr/>
        </p:nvPicPr>
        <p:blipFill>
          <a:blip xmlns:r="http://schemas.openxmlformats.org/officeDocument/2006/relationships" xmlns:a="http://schemas.openxmlformats.org/drawingml/2006/main" r:embed="R102f3e614d224804"/>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6B29C77-7BC2-406A-B7FF-3E27650CE17F}"/>
              </a:ext>
            </a:extLst>
          </p:cNvPr>
          <p:cNvPicPr>
            <a:picLocks xmlns:a="http://schemas.openxmlformats.org/drawingml/2006/main" noChangeAspect="1"/>
          </p:cNvPicPr>
          <p:nvPr/>
        </p:nvPicPr>
        <p:blipFill>
          <a:blip xmlns:r="http://schemas.openxmlformats.org/officeDocument/2006/relationships" xmlns:a="http://schemas.openxmlformats.org/drawingml/2006/main" r:embed="Rfbbe9f8e03124e6c"/>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735979E-48DB-4815-A0FE-C7B506BA0FAC}"/>
              </a:ext>
            </a:extLst>
          </p:cNvPr>
          <p:cNvPicPr>
            <a:picLocks xmlns:a="http://schemas.openxmlformats.org/drawingml/2006/main" noChangeAspect="1"/>
          </p:cNvPicPr>
          <p:nvPr/>
        </p:nvPicPr>
        <p:blipFill>
          <a:blip xmlns:r="http://schemas.openxmlformats.org/officeDocument/2006/relationships" xmlns:a="http://schemas.openxmlformats.org/drawingml/2006/main" r:embed="R79d128baa7e34906"/>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39DD362-CF44-4FED-BAB3-A8A04B77444C}"/>
              </a:ext>
            </a:extLst>
          </p:cNvPr>
          <p:cNvPicPr>
            <a:picLocks xmlns:a="http://schemas.openxmlformats.org/drawingml/2006/main" noChangeAspect="1"/>
          </p:cNvPicPr>
          <p:nvPr/>
        </p:nvPicPr>
        <p:blipFill>
          <a:blip xmlns:r="http://schemas.openxmlformats.org/officeDocument/2006/relationships" xmlns:a="http://schemas.openxmlformats.org/drawingml/2006/main" r:embed="Rb601dffc139e489e"/>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FCDB4AE-AB97-4714-8350-E831B1C5C775}"/>
              </a:ext>
            </a:extLst>
          </p:cNvPr>
          <p:cNvPicPr>
            <a:picLocks xmlns:a="http://schemas.openxmlformats.org/drawingml/2006/main" noChangeAspect="1"/>
          </p:cNvPicPr>
          <p:nvPr/>
        </p:nvPicPr>
        <p:blipFill>
          <a:blip xmlns:r="http://schemas.openxmlformats.org/officeDocument/2006/relationships" xmlns:a="http://schemas.openxmlformats.org/drawingml/2006/main" r:embed="R5557ebd9594b4ce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98A8A717-6FFC-4030-9D75-1586FBCDB19B}"/>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272D309A-5977-47C2-A10E-0F42C840AAA2}"/>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F546981D-1C39-4AD7-8C63-3A96045E5323}"/>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78301DE1-ACEE-4643-BD36-46CD505F1A67}"/>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B8D2CA7F-21FE-495C-8085-CDD7362AC59E}"/>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C0F793CC-D43A-4B00-A900-3655D2C7704A}"/>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57889FAF-EAF2-49A4-98B8-C1CD97229145}"/>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D2DDD4D2-CCB0-4CFD-9E82-E458D31B9793}"/>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4E351BAA-52E2-4AAA-B271-B52CDCFBD004}"/>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BCBEB210-AC15-4029-BABA-07ACA05ADAE5}"/>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632BDABE-859A-4C4F-A948-CECF07DF847D}"/>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78268744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0CB0DE7-F233-430D-87E1-F033AA571C74}"/>
              </a:ext>
            </a:extLst>
          </p:cNvPr>
          <p:cNvPicPr>
            <a:picLocks xmlns:a="http://schemas.openxmlformats.org/drawingml/2006/main" noChangeAspect="1"/>
          </p:cNvPicPr>
          <p:nvPr/>
        </p:nvPicPr>
        <p:blipFill>
          <a:blip xmlns:r="http://schemas.openxmlformats.org/officeDocument/2006/relationships" xmlns:a="http://schemas.openxmlformats.org/drawingml/2006/main" r:embed="R3896859b12184cc0"/>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5E9BCA3-ADDF-4268-8E01-ED7D7E1FC185}"/>
              </a:ext>
            </a:extLst>
          </p:cNvPr>
          <p:cNvPicPr>
            <a:picLocks xmlns:a="http://schemas.openxmlformats.org/drawingml/2006/main" noChangeAspect="1"/>
          </p:cNvPicPr>
          <p:nvPr/>
        </p:nvPicPr>
        <p:blipFill>
          <a:blip xmlns:r="http://schemas.openxmlformats.org/officeDocument/2006/relationships" xmlns:a="http://schemas.openxmlformats.org/drawingml/2006/main" r:embed="R73dd85d71b314a7a"/>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8569E56F-94D5-4EEC-A390-83AE7F6184B3}"/>
              </a:ext>
            </a:extLst>
          </p:cNvPr>
          <p:cNvPicPr>
            <a:picLocks xmlns:a="http://schemas.openxmlformats.org/drawingml/2006/main" noChangeAspect="1"/>
          </p:cNvPicPr>
          <p:nvPr/>
        </p:nvPicPr>
        <p:blipFill>
          <a:blip xmlns:r="http://schemas.openxmlformats.org/officeDocument/2006/relationships" xmlns:a="http://schemas.openxmlformats.org/drawingml/2006/main" r:embed="R4c9be8db997f498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618F12A1-6819-47EB-B6C2-A4436C58BB3F}"/>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9D0AF894-2DBD-493C-91FE-155D1877DD7E}"/>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290DD5A2-CABA-4A2A-B8BB-92A11F8618EE}"/>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61C8680C-6EF8-493F-8CC5-5F4150C1C33B}"/>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10302D21-9370-43F2-A588-E89CEE237951}"/>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2298C8D1-470B-40AE-A96D-B3575CCCA8F9}"/>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D03490AB-B9BA-41BE-9FC6-967A149BDCD5}"/>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FF72A362-48DF-446D-970D-DFD567ECBAD7}"/>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A1988765-3109-4719-8E92-ED45BA6E41A0}"/>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84D4D6C5-3619-46B1-B8AF-397490726D6D}"/>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07553790-CA41-44A8-A5A5-D3AC064E49BC}"/>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47652202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435D512-0AEF-468E-8A31-D99530E9DB81}"/>
              </a:ext>
            </a:extLst>
          </p:cNvPr>
          <p:cNvPicPr>
            <a:picLocks xmlns:a="http://schemas.openxmlformats.org/drawingml/2006/main" noChangeAspect="1"/>
          </p:cNvPicPr>
          <p:nvPr/>
        </p:nvPicPr>
        <p:blipFill>
          <a:blip xmlns:r="http://schemas.openxmlformats.org/officeDocument/2006/relationships" xmlns:a="http://schemas.openxmlformats.org/drawingml/2006/main" r:embed="Rb8a538847e1d405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11E1543-C7F6-4725-9874-A2C974A00BB1}"/>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25DE34F1-25E5-4720-A951-5219C0278153}"/>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40404B79-F1EA-4BB4-B457-7318C9AA2DE1}"/>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85884C28-E1B5-4FF3-9962-88E77F282446}"/>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7C68975E-F3CA-47CB-A613-188F4B7EA991}"/>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5B503BB1-DDE7-4FBF-8DD9-50110B664608}"/>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301A292C-0BA3-478B-B89C-F5E0C04E35D6}"/>
              </a:ext>
            </a:extLst>
          </p:cNvPr>
          <p:cNvPicPr>
            <a:picLocks xmlns:a="http://schemas.openxmlformats.org/drawingml/2006/main" noChangeAspect="1"/>
          </p:cNvPicPr>
          <p:nvPr/>
        </p:nvPicPr>
        <p:blipFill>
          <a:blip xmlns:r="http://schemas.openxmlformats.org/officeDocument/2006/relationships" xmlns:a="http://schemas.openxmlformats.org/drawingml/2006/main" r:embed="R7934a44e9e454c4a"/>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91736090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F3162A3-7A35-41D6-9230-D594D0A2078E}"/>
              </a:ext>
            </a:extLst>
          </p:cNvPr>
          <p:cNvPicPr>
            <a:picLocks xmlns:a="http://schemas.openxmlformats.org/drawingml/2006/main" noChangeAspect="1"/>
          </p:cNvPicPr>
          <p:nvPr/>
        </p:nvPicPr>
        <p:blipFill>
          <a:blip xmlns:r="http://schemas.openxmlformats.org/officeDocument/2006/relationships" xmlns:a="http://schemas.openxmlformats.org/drawingml/2006/main" r:embed="Re524614b9618430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988A5EA5-0280-41FE-B68B-54E3B7F4DEC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66F624A-132C-4177-92EC-BAF4637075B4}"/>
              </a:ext>
            </a:extLst>
          </p:cNvPr>
          <p:cNvPicPr>
            <a:picLocks xmlns:a="http://schemas.openxmlformats.org/drawingml/2006/main" noChangeAspect="1"/>
          </p:cNvPicPr>
          <p:nvPr/>
        </p:nvPicPr>
        <p:blipFill>
          <a:blip xmlns:r="http://schemas.openxmlformats.org/officeDocument/2006/relationships" xmlns:a="http://schemas.openxmlformats.org/drawingml/2006/main" r:embed="Rc25d5ca72f674d2f"/>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FCB38D49-57C4-4CCA-850F-678CCFBDD1BA}"/>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BEBF7D48-2B70-4A96-973E-8E318E1F6753}"/>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577CA823-E7CC-40EA-B0F4-FAF40F8F0A2C}"/>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6DB7689E-FD8B-4934-BE83-BE0288FCD254}"/>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3127076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4305B32-0B3C-428A-8CA5-6FDC80F783BC}"/>
              </a:ext>
            </a:extLst>
          </p:cNvPr>
          <p:cNvPicPr>
            <a:picLocks xmlns:a="http://schemas.openxmlformats.org/drawingml/2006/main" noChangeAspect="1"/>
          </p:cNvPicPr>
          <p:nvPr/>
        </p:nvPicPr>
        <p:blipFill>
          <a:blip xmlns:r="http://schemas.openxmlformats.org/officeDocument/2006/relationships" xmlns:a="http://schemas.openxmlformats.org/drawingml/2006/main" r:embed="Rf2d90a8be77c4fc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E3A99A60-AD27-4CF8-BADA-EB345B6F3303}"/>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78A742F9-1CF3-4DC5-B5AA-A89193232E41}"/>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86C0FDE0-0193-4614-A886-302A2C12239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12AA3B90-993C-4C79-86F2-57D129A35869}"/>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8A342B2B-183A-48E8-8F73-E026CE3B2BD6}"/>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14C1B095-A8D3-4F27-822A-5EC4F9195115}"/>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ABC8F131-CE94-47AC-9A28-09D11A8E46D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CFB81AA7-AA2E-4D3E-A6CB-3FF2F296776D}"/>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A0AB73B5-9650-47E5-B448-2A5D50F8E269}"/>
              </a:ext>
            </a:extLst>
          </p:cNvPr>
          <p:cNvPicPr>
            <a:picLocks xmlns:a="http://schemas.openxmlformats.org/drawingml/2006/main" noChangeAspect="1"/>
          </p:cNvPicPr>
          <p:nvPr/>
        </p:nvPicPr>
        <p:blipFill>
          <a:blip xmlns:r="http://schemas.openxmlformats.org/officeDocument/2006/relationships" xmlns:a="http://schemas.openxmlformats.org/drawingml/2006/main" r:embed="R39619eeba6974fed"/>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779C9B36-FFA7-45B9-A961-3C1E028CDB9C}"/>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93D748F6-D8E4-4F24-B73B-0B547D1786B8}"/>
              </a:ext>
            </a:extLst>
          </p:cNvPr>
          <p:cNvSpPr>
            <a:spLocks xmlns:a="http://schemas.openxmlformats.org/drawingml/2006/main" noGrp="1"/>
          </p:cNvSpPr>
          <p:nvPr/>
        </p:nvSpPr>
        <p:spPr>
          <a:xfrm xmlns:a="http://schemas.openxmlformats.org/drawingml/2006/main">
            <a:off x="257175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D125ED6A-2982-434A-83B0-11DC358601F6}"/>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4FE7FB9-400C-44DF-BF49-CBFF2DE73A32}"/>
              </a:ext>
            </a:extLst>
          </p:cNvPr>
          <p:cNvPicPr>
            <a:picLocks xmlns:a="http://schemas.openxmlformats.org/drawingml/2006/main" noChangeAspect="1"/>
          </p:cNvPicPr>
          <p:nvPr/>
        </p:nvPicPr>
        <p:blipFill>
          <a:blip xmlns:r="http://schemas.openxmlformats.org/officeDocument/2006/relationships" xmlns:a="http://schemas.openxmlformats.org/drawingml/2006/main" r:embed="R62826a998ca745f7"/>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05F32366-53EA-42DE-BFFC-1B0EF8C69ED4}"/>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FF0439CF-12F9-42B0-A513-3E3A33E06E91}"/>
              </a:ext>
            </a:extLst>
          </p:cNvPr>
          <p:cNvSpPr>
            <a:spLocks xmlns:a="http://schemas.openxmlformats.org/drawingml/2006/main" noGrp="1"/>
          </p:cNvSpPr>
          <p:nvPr/>
        </p:nvSpPr>
        <p:spPr>
          <a:xfrm xmlns:a="http://schemas.openxmlformats.org/drawingml/2006/main">
            <a:off x="990600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5343753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99A70CF-6068-4B97-9F2E-33CFAACF50B0}"/>
              </a:ext>
            </a:extLst>
          </p:cNvPr>
          <p:cNvPicPr>
            <a:picLocks xmlns:a="http://schemas.openxmlformats.org/drawingml/2006/main" noChangeAspect="1"/>
          </p:cNvPicPr>
          <p:nvPr/>
        </p:nvPicPr>
        <p:blipFill>
          <a:blip xmlns:r="http://schemas.openxmlformats.org/officeDocument/2006/relationships" xmlns:a="http://schemas.openxmlformats.org/drawingml/2006/main" r:embed="R2469b1c996b348af"/>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1486095-5297-4748-9A30-49FB0E5DB31B}"/>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0B463E0C-DC20-435B-8F6A-CD3D54E8FF36}"/>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FDEA33F3-C7DC-4BEC-9EB2-8C92AEA434F1}"/>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C9920F81-F933-401F-9DBC-02BC4DA7E6E9}"/>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55AB7520-EA11-411C-85DD-2C63E04D2D57}"/>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p>
        </p:txBody>
      </p:sp>
      <p:sp>
        <p:nvSpPr>
          <p:cNvPr id="7" name="page">
            <a:extLst xmlns:a="http://schemas.openxmlformats.org/drawingml/2006/main">
              <a:ext uri="{FF2B5EF4-FFF2-40B4-BE49-F238E27FC236}">
                <a16:creationId xmlns:a16="http://schemas.microsoft.com/office/drawing/2014/main" id="{A1FE819A-4FF0-4DC7-A86F-F1E0A4AF22A3}"/>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E922D10C-7892-488C-9000-429A9A9B589D}"/>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9CD529AA-43D1-46C7-84DC-8502AAF1EC8A}"/>
              </a:ext>
            </a:extLst>
          </p:cNvPr>
          <p:cNvPicPr>
            <a:picLocks xmlns:a="http://schemas.openxmlformats.org/drawingml/2006/main" noChangeAspect="1"/>
          </p:cNvPicPr>
          <p:nvPr/>
        </p:nvPicPr>
        <p:blipFill>
          <a:blip xmlns:r="http://schemas.openxmlformats.org/officeDocument/2006/relationships" xmlns:a="http://schemas.openxmlformats.org/drawingml/2006/main" r:embed="Rd69795be00f94b9e"/>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11082115-7A4A-470A-AEC8-22139F66D0EF}"/>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14390159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23055AD2-EA0F-48F3-A263-B6CC1D9556A8}"/>
              </a:ext>
            </a:extLst>
          </p:cNvPr>
          <p:cNvPicPr>
            <a:picLocks xmlns:a="http://schemas.openxmlformats.org/drawingml/2006/main" noChangeAspect="1"/>
          </p:cNvPicPr>
          <p:nvPr/>
        </p:nvPicPr>
        <p:blipFill>
          <a:blip xmlns:r="http://schemas.openxmlformats.org/officeDocument/2006/relationships" xmlns:a="http://schemas.openxmlformats.org/drawingml/2006/main" r:embed="Rba64ece2e803403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218EFA7-B735-4101-92E9-0EE331896B81}"/>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5CEC3C85-8A19-44DB-85E3-FDA72023E11C}"/>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5EEA6194-1354-4D49-B771-86B192AF8B1B}"/>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92E29BE1-CAE3-4820-86A9-37DF3B9D94F2}"/>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F842380D-B087-4ED8-85F0-5507F43A4241}"/>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B3D25393-5BD1-4346-ADC6-0F9034D5BCDF}"/>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4555D11A-D801-41F8-A247-D3087D96135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ED49F701-CA47-4B72-8360-B18CEE4B6B85}"/>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F08E8CE6-B263-4F53-B450-B024AF227E1D}"/>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5D2CCB92-E206-4DA9-89B8-986BCEAEDB0B}"/>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8DE715B9-EEE0-4FEE-95EE-6B352667CE3B}"/>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FBDA102D-52C0-4D02-A4D7-4EB3C36349B6}"/>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CCF24F1E-D1C8-4A54-B385-96588DA88707}"/>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F03F935F-DA2F-42C2-B669-BB8C29FC3E4A}"/>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AC897FBF-927A-4D4C-9F6A-40E6933B69BE}"/>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D57C9881-D09F-4A11-99CC-C20B020AFD48}"/>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323094C8-09B6-4B3F-8C3E-EEA33E27A57B}"/>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EA6980AA-51F5-42E2-B99B-5D886D2C59B2}"/>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F5786EF7-7CE7-4A40-9513-1F25B9FC182F}"/>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E15CF30B-2FD9-4CAF-8605-CB8B9BA23DB8}"/>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88A1E714-D966-4CE9-9FC5-68A7AD01AE33}"/>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39559693-9C36-4C7A-A063-E97941D27A39}"/>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B362A613-F17B-4F56-9480-8D0811BA5528}"/>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
        <p:nvSpPr>
          <p:cNvPr id="25" name="condition">
            <a:extLst xmlns:a="http://schemas.openxmlformats.org/drawingml/2006/main">
              <a:ext uri="{FF2B5EF4-FFF2-40B4-BE49-F238E27FC236}">
                <a16:creationId xmlns:a16="http://schemas.microsoft.com/office/drawing/2014/main" id="{7B7A8FAC-BB90-4B87-BCA5-3F3FC273BC0E}"/>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latin typeface="Pretendard"/>
                <a:ea typeface="Pretendard"/>
                <a:cs typeface="Pretendard"/>
              </a:defRPr>
            </a:defPPr>
            <a:lvl1pPr algn="ctr">
              <a:defRPr sz="2100" b="0">
                <a:solidFill>
                  <a:srgbClr val="777777"/>
                </a:solidFill>
                <a:latin typeface="Pretendard"/>
                <a:ea typeface="Pretendard"/>
                <a:cs typeface="Pretendard"/>
              </a:defRPr>
            </a:lvl1pPr>
            <a:lvl2pPr algn="ctr">
              <a:defRPr sz="2100" b="0">
                <a:solidFill>
                  <a:srgbClr val="777777"/>
                </a:solidFill>
                <a:latin typeface="Pretendard"/>
                <a:ea typeface="Pretendard"/>
                <a:cs typeface="Pretendard"/>
              </a:defRPr>
            </a:lvl2pPr>
            <a:lvl3pPr algn="ctr">
              <a:defRPr sz="2100" b="0">
                <a:solidFill>
                  <a:srgbClr val="777777"/>
                </a:solidFill>
                <a:latin typeface="Pretendard"/>
                <a:ea typeface="Pretendard"/>
                <a:cs typeface="Pretendard"/>
              </a:defRPr>
            </a:lvl3pPr>
            <a:lvl4pPr algn="ctr">
              <a:defRPr sz="2100" b="0">
                <a:solidFill>
                  <a:srgbClr val="777777"/>
                </a:solidFill>
                <a:latin typeface="Pretendard"/>
                <a:ea typeface="Pretendard"/>
                <a:cs typeface="Pretendard"/>
              </a:defRPr>
            </a:lvl4pPr>
            <a:lvl5pPr algn="ctr">
              <a:defRPr sz="2100" b="0">
                <a:solidFill>
                  <a:srgbClr val="777777"/>
                </a:solidFill>
                <a:latin typeface="Pretendard"/>
                <a:ea typeface="Pretendard"/>
                <a:cs typeface="Pretendard"/>
              </a:defRPr>
            </a:lvl5pPr>
            <a:lvl6pPr algn="ctr">
              <a:defRPr sz="2100" b="0">
                <a:solidFill>
                  <a:srgbClr val="777777"/>
                </a:solidFill>
                <a:latin typeface="Pretendard"/>
                <a:ea typeface="Pretendard"/>
                <a:cs typeface="Pretendard"/>
              </a:defRPr>
            </a:lvl6pPr>
            <a:lvl7pPr algn="ctr">
              <a:defRPr sz="2100" b="0">
                <a:solidFill>
                  <a:srgbClr val="777777"/>
                </a:solidFill>
                <a:latin typeface="Pretendard"/>
                <a:ea typeface="Pretendard"/>
                <a:cs typeface="Pretendard"/>
              </a:defRPr>
            </a:lvl7pPr>
            <a:lvl8pPr algn="ctr">
              <a:defRPr sz="2100" b="0">
                <a:solidFill>
                  <a:srgbClr val="777777"/>
                </a:solidFill>
                <a:latin typeface="Pretendard"/>
                <a:ea typeface="Pretendard"/>
                <a:cs typeface="Pretendard"/>
              </a:defRPr>
            </a:lvl8pPr>
            <a:lvl9pPr algn="ctr">
              <a:defRPr sz="2100" b="0">
                <a:solidFill>
                  <a:srgbClr val="777777"/>
                </a:solidFill>
                <a:latin typeface="Pretendard"/>
                <a:ea typeface="Pretendard"/>
                <a:cs typeface="Pretendard"/>
              </a:defRPr>
            </a:lvl9pPr>
          </a:lstStyle>
          <a:p xmlns:a="http://schemas.openxmlformats.org/drawingml/2006/main">
            <a:pPr algn="ctr">
              <a:defRPr sz="2100" b="0">
                <a:solidFill>
                  <a:srgbClr val="777777"/>
                </a:solidFill>
                <a:latin typeface="Pretendard"/>
                <a:ea typeface="Pretendard"/>
                <a:cs typeface="Pretendard"/>
              </a:defRPr>
            </a:pPr>
            <a:r>
              <a:rPr sz="2100" b="0">
                <a:solidFill>
                  <a:srgbClr val="777777"/>
                </a:solidFill>
                <a:latin typeface="Pretendard"/>
                <a:ea typeface="Pretendard"/>
                <a:cs typeface="Pretendard"/>
              </a:rPr>
              <a:t>평균 결합 에너지를 사용한 수증기 생성 반응의 근삿값</a:t>
            </a:r>
          </a:p>
        </p:txBody>
      </p:sp>
    </p:spTree>
    <p:extLst>
      <p:ext uri="{BB962C8B-B14F-4D97-AF65-F5344CB8AC3E}">
        <p14:creationId xmlns:p14="http://schemas.microsoft.com/office/powerpoint/2010/main" val="200562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2026-10-19T14:53:00.7370000Z</dcterms:created>
  <dcterms:modified xsi:type="dcterms:W3CDTF">2026-10-19T14:53:00.7370000Z</dcterms:modified>
</coreProperties>
</file>