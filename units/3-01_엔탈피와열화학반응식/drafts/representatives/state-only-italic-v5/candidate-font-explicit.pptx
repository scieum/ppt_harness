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9ffd17b29b4d7c" /><Relationship Type="http://schemas.openxmlformats.org/officeDocument/2006/relationships/extended-properties" Target="/docProps/app.xml" Id="Rc670ad1a34174ef9" /><Relationship Type="http://schemas.openxmlformats.org/officeDocument/2006/relationships/officeDocument" Target="/ppt/presentation.xml" Id="Re71c558c886348c0" /></Relationships>
</file>

<file path=ppt/presentation.xml><?xml version="1.0" encoding="utf-8"?>
<p:presentation xmlns:p="http://schemas.openxmlformats.org/presentationml/2006/main">
  <p:sldMasterIdLst>
    <p:sldMasterId xmlns:r="http://schemas.openxmlformats.org/officeDocument/2006/relationships" id="2147483648" r:id="R2d14e93d1b2043a1"/>
  </p:sldMasterIdLst>
  <p:notesMasterIdLst>
    <p:notesMasterId xmlns:r="http://schemas.openxmlformats.org/officeDocument/2006/relationships" r:id="R34886876ddaa46a6"/>
  </p:notesMasterIdLst>
  <p:sldIdLst>
    <p:sldId xmlns:r="http://schemas.openxmlformats.org/officeDocument/2006/relationships" id="256" r:id="R6e50603743884a14"/>
    <p:sldId xmlns:r="http://schemas.openxmlformats.org/officeDocument/2006/relationships" id="257" r:id="R82b5a9001bfb49ea"/>
    <p:sldId xmlns:r="http://schemas.openxmlformats.org/officeDocument/2006/relationships" id="258" r:id="Rbe58af3f5d1c4d01"/>
    <p:sldId xmlns:r="http://schemas.openxmlformats.org/officeDocument/2006/relationships" id="259" r:id="Red3e5977419a4a2b"/>
    <p:sldId xmlns:r="http://schemas.openxmlformats.org/officeDocument/2006/relationships" id="260" r:id="R71141877e33b48d6"/>
    <p:sldId xmlns:r="http://schemas.openxmlformats.org/officeDocument/2006/relationships" id="261" r:id="R71f7751f24204d39"/>
    <p:sldId xmlns:r="http://schemas.openxmlformats.org/officeDocument/2006/relationships" id="262" r:id="Rb544c4070ea946f4"/>
    <p:sldId xmlns:r="http://schemas.openxmlformats.org/officeDocument/2006/relationships" id="263" r:id="Rdcfd6a16ed894c4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5e407c41694107" /><Relationship Type="http://schemas.openxmlformats.org/officeDocument/2006/relationships/slideMaster" Target="/ppt/slideMasters/slideMaster1.xml" Id="R2d14e93d1b2043a1" /><Relationship Type="http://schemas.openxmlformats.org/officeDocument/2006/relationships/notesMaster" Target="/ppt/notesMasters/notesMaster1.xml" Id="R34886876ddaa46a6" /><Relationship Type="http://schemas.openxmlformats.org/officeDocument/2006/relationships/presProps" Target="/ppt/presProps.xml" Id="R8807c4161b87401f" /><Relationship Type="http://schemas.openxmlformats.org/officeDocument/2006/relationships/tableStyles" Target="/ppt/tableStyles.xml" Id="Rf658f68606e546a3" /><Relationship Type="http://schemas.openxmlformats.org/officeDocument/2006/relationships/slide" Target="/ppt/slides/slide1.xml" Id="R6e50603743884a14" /><Relationship Type="http://schemas.openxmlformats.org/officeDocument/2006/relationships/slide" Target="/ppt/slides/slide2.xml" Id="R82b5a9001bfb49ea" /><Relationship Type="http://schemas.openxmlformats.org/officeDocument/2006/relationships/slide" Target="/ppt/slides/slide3.xml" Id="Rbe58af3f5d1c4d01" /><Relationship Type="http://schemas.openxmlformats.org/officeDocument/2006/relationships/slide" Target="/ppt/slides/slide4.xml" Id="Red3e5977419a4a2b" /><Relationship Type="http://schemas.openxmlformats.org/officeDocument/2006/relationships/slide" Target="/ppt/slides/slide5.xml" Id="R71141877e33b48d6" /><Relationship Type="http://schemas.openxmlformats.org/officeDocument/2006/relationships/slide" Target="/ppt/slides/slide6.xml" Id="R71f7751f24204d39" /><Relationship Type="http://schemas.openxmlformats.org/officeDocument/2006/relationships/slide" Target="/ppt/slides/slide7.xml" Id="Rb544c4070ea946f4" /><Relationship Type="http://schemas.openxmlformats.org/officeDocument/2006/relationships/slide" Target="/ppt/slides/slide8.xml" Id="Rdcfd6a16ed894c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1d668e6bf143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d26412599943f5" /><Relationship Type="http://schemas.openxmlformats.org/officeDocument/2006/relationships/notesMaster" Target="/ppt/notesMasters/notesMaster1.xml" Id="R310f2cb86a8f40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e53d280be64e70" /><Relationship Type="http://schemas.openxmlformats.org/officeDocument/2006/relationships/notesMaster" Target="/ppt/notesMasters/notesMaster1.xml" Id="R57b85b77220044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486405643a4d11" /><Relationship Type="http://schemas.openxmlformats.org/officeDocument/2006/relationships/notesMaster" Target="/ppt/notesMasters/notesMaster1.xml" Id="Rb7899762bc9c4e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585b945bb46ef" /><Relationship Type="http://schemas.openxmlformats.org/officeDocument/2006/relationships/notesMaster" Target="/ppt/notesMasters/notesMaster1.xml" Id="R64b536af3dda4e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acee65fb0348f6" /><Relationship Type="http://schemas.openxmlformats.org/officeDocument/2006/relationships/notesMaster" Target="/ppt/notesMasters/notesMaster1.xml" Id="Rf89466942c1b43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0426c5f43547b2" /><Relationship Type="http://schemas.openxmlformats.org/officeDocument/2006/relationships/notesMaster" Target="/ppt/notesMasters/notesMaster1.xml" Id="R6b6a580df36e49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e4824c53cf46b5" /><Relationship Type="http://schemas.openxmlformats.org/officeDocument/2006/relationships/notesMaster" Target="/ppt/notesMasters/notesMaster1.xml" Id="Ra621a52f27ae47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ba88ce9e114921" /><Relationship Type="http://schemas.openxmlformats.org/officeDocument/2006/relationships/notesMaster" Target="/ppt/notesMasters/notesMaster1.xml" Id="R8595fa47221446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9c31f6e1a84e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5cc03b0cfa4c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dff28fc39842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ef1474fc374f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bb22795a8f4c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87b864825140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B7E26B-53BF-45F1-99F5-1BBC6EC054E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090CE6B-E850-4976-8A72-0242FB467B8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1D4BCE-EEAB-4DB2-A7C4-50E3E030A90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0C1067-55EB-4AE8-A020-4B24F636A96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AE982B-D033-44FC-9533-CEF59C4F4EB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49E273-0DBD-454A-83E1-E7E209E0F0C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1DDFB8-F670-4A38-866B-FD8BFC1F9EC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33E2B1-89DE-4583-B0EB-864B88B908C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4C847B-7CFB-46CF-8662-3B4C05C793F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CE3A33-F596-4C95-AAA7-2CE5FBCF3D2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992b79edb443d9" /><Relationship Type="http://schemas.openxmlformats.org/officeDocument/2006/relationships/slideLayout" Target="/ppt/slideLayouts/slideLayout1.xml" Id="Re300287baa5a4a37" /><Relationship Type="http://schemas.openxmlformats.org/officeDocument/2006/relationships/slideLayout" Target="/ppt/slideLayouts/slideLayout2.xml" Id="Rdb9a6b1d384648c6" /><Relationship Type="http://schemas.openxmlformats.org/officeDocument/2006/relationships/slideLayout" Target="/ppt/slideLayouts/slideLayout3.xml" Id="Rebc75a52850d42ee" /><Relationship Type="http://schemas.openxmlformats.org/officeDocument/2006/relationships/slideLayout" Target="/ppt/slideLayouts/slideLayout4.xml" Id="R6a389c994af041b9" /><Relationship Type="http://schemas.openxmlformats.org/officeDocument/2006/relationships/slideLayout" Target="/ppt/slideLayouts/slideLayout5.xml" Id="R978d92f999944b8d" /><Relationship Type="http://schemas.openxmlformats.org/officeDocument/2006/relationships/slideLayout" Target="/ppt/slideLayouts/slideLayout6.xml" Id="R1973ecc9caa84d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00287baa5a4a37"/>
    <p:sldLayoutId xmlns:r="http://schemas.openxmlformats.org/officeDocument/2006/relationships" id="2147483650" r:id="Rdb9a6b1d384648c6"/>
    <p:sldLayoutId xmlns:r="http://schemas.openxmlformats.org/officeDocument/2006/relationships" id="2147483651" r:id="Rebc75a52850d42ee"/>
    <p:sldLayoutId xmlns:r="http://schemas.openxmlformats.org/officeDocument/2006/relationships" id="2147483652" r:id="R6a389c994af041b9"/>
    <p:sldLayoutId xmlns:r="http://schemas.openxmlformats.org/officeDocument/2006/relationships" id="2147483653" r:id="R978d92f999944b8d"/>
    <p:sldLayoutId xmlns:r="http://schemas.openxmlformats.org/officeDocument/2006/relationships" id="2147483654" r:id="R1973ecc9caa84d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f90e5f9d2c4e76" /><Relationship Type="http://schemas.openxmlformats.org/officeDocument/2006/relationships/image" Target="/ppt/media/image.png" Id="Rb8b55017d8284109" /><Relationship Type="http://schemas.openxmlformats.org/officeDocument/2006/relationships/image" Target="/ppt/media/image2.png" Id="R5a0186cd47e44de0" /><Relationship Type="http://schemas.openxmlformats.org/officeDocument/2006/relationships/image" Target="/ppt/media/image3.png" Id="R897cd1a4a1914e08" /><Relationship Type="http://schemas.openxmlformats.org/officeDocument/2006/relationships/image" Target="/ppt/media/image4.png" Id="R3afad22b26bf4c48" /><Relationship Type="http://schemas.openxmlformats.org/officeDocument/2006/relationships/notesSlide" Target="/ppt/notesSlides/notesSlide1.xml" Id="Racfbfe53668844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d5bfe3a53642f5" /><Relationship Type="http://schemas.openxmlformats.org/officeDocument/2006/relationships/image" Target="/ppt/media/image5.png" Id="R2ed5483300014d93" /><Relationship Type="http://schemas.openxmlformats.org/officeDocument/2006/relationships/image" Target="/ppt/media/image6.png" Id="R0b11862e2851419c" /><Relationship Type="http://schemas.openxmlformats.org/officeDocument/2006/relationships/image" Target="/ppt/media/image7.png" Id="R0b3501fff1e245ff" /><Relationship Type="http://schemas.openxmlformats.org/officeDocument/2006/relationships/image" Target="/ppt/media/image8.png" Id="R93b42794b7cc4a7d" /><Relationship Type="http://schemas.openxmlformats.org/officeDocument/2006/relationships/image" Target="/ppt/media/image9.png" Id="R6794717f53d44fdb" /><Relationship Type="http://schemas.openxmlformats.org/officeDocument/2006/relationships/image" Target="/ppt/media/image10.png" Id="R46c1d13490d144ab" /><Relationship Type="http://schemas.openxmlformats.org/officeDocument/2006/relationships/image" Target="/ppt/media/image11.png" Id="R35655efa9643428f" /><Relationship Type="http://schemas.openxmlformats.org/officeDocument/2006/relationships/image" Target="/ppt/media/image12.png" Id="R4fb9864314c24f95" /><Relationship Type="http://schemas.openxmlformats.org/officeDocument/2006/relationships/image" Target="/ppt/media/image13.png" Id="Re5f079dd9ab94650" /><Relationship Type="http://schemas.openxmlformats.org/officeDocument/2006/relationships/notesSlide" Target="/ppt/notesSlides/notesSlide2.xml" Id="R12d9ec2bda7c42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fc548c3a344776" /><Relationship Type="http://schemas.openxmlformats.org/officeDocument/2006/relationships/image" Target="/ppt/media/image14.png" Id="Rda413dafbabe49a9" /><Relationship Type="http://schemas.openxmlformats.org/officeDocument/2006/relationships/image" Target="/ppt/media/image15.png" Id="Ra459472d46034911" /><Relationship Type="http://schemas.openxmlformats.org/officeDocument/2006/relationships/image" Target="/ppt/media/image16.png" Id="R5ad0fa8650f746a4" /><Relationship Type="http://schemas.openxmlformats.org/officeDocument/2006/relationships/notesSlide" Target="/ppt/notesSlides/notesSlide3.xml" Id="R28aaca6cf94049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4fb224550942c8" /><Relationship Type="http://schemas.openxmlformats.org/officeDocument/2006/relationships/image" Target="/ppt/media/image17.png" Id="Rfe0ec2673e384842" /><Relationship Type="http://schemas.openxmlformats.org/officeDocument/2006/relationships/image" Target="/ppt/media/image18.png" Id="Rf6bdc0a5509242ce" /><Relationship Type="http://schemas.openxmlformats.org/officeDocument/2006/relationships/notesSlide" Target="/ppt/notesSlides/notesSlide4.xml" Id="R41cd4252838642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697d1eaca174788" /><Relationship Type="http://schemas.openxmlformats.org/officeDocument/2006/relationships/image" Target="/ppt/media/image19.png" Id="R5e646ccda42d4afc" /><Relationship Type="http://schemas.openxmlformats.org/officeDocument/2006/relationships/image" Target="/ppt/media/image20.png" Id="Rdc96e3bce8234775" /><Relationship Type="http://schemas.openxmlformats.org/officeDocument/2006/relationships/notesSlide" Target="/ppt/notesSlides/notesSlide5.xml" Id="R657793fe7f8e40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e03a8cdabc24433" /><Relationship Type="http://schemas.openxmlformats.org/officeDocument/2006/relationships/image" Target="/ppt/media/image21.png" Id="R6f8f546f839546e3" /><Relationship Type="http://schemas.openxmlformats.org/officeDocument/2006/relationships/image" Target="/ppt/media/image22.png" Id="R49477f4ce41b42c4" /><Relationship Type="http://schemas.openxmlformats.org/officeDocument/2006/relationships/image" Target="/ppt/media/image23.png" Id="R2a1f283057344196" /><Relationship Type="http://schemas.openxmlformats.org/officeDocument/2006/relationships/notesSlide" Target="/ppt/notesSlides/notesSlide6.xml" Id="R4cf8ac3a13a045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3f482642414610" /><Relationship Type="http://schemas.openxmlformats.org/officeDocument/2006/relationships/image" Target="/ppt/media/image24.png" Id="R6b479e41ea8645a4" /><Relationship Type="http://schemas.openxmlformats.org/officeDocument/2006/relationships/image" Target="/ppt/media/image25.png" Id="R9db49116f886410d" /><Relationship Type="http://schemas.openxmlformats.org/officeDocument/2006/relationships/notesSlide" Target="/ppt/notesSlides/notesSlide7.xml" Id="Rac5d5eb1bb7445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7f572d052241ff" /><Relationship Type="http://schemas.openxmlformats.org/officeDocument/2006/relationships/image" Target="/ppt/media/image26.png" Id="R55647658cb534fc4" /><Relationship Type="http://schemas.openxmlformats.org/officeDocument/2006/relationships/notesSlide" Target="/ppt/notesSlides/notesSlide8.xml" Id="Reae0ae24b8094ede"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ABD0D74A-AB24-4775-A053-F8D792EB5484}"/>
              </ns1:ext>
            </ns1:extLst>
          </ns0:cNvPr>
          <ns0:cNvPicPr>
            <ns1:picLocks noChangeAspect="1"/>
          </ns0:cNvPicPr>
          <ns0:nvPr/>
        </ns0:nvPicPr>
        <ns0:blipFill>
          <ns1:blip ns3:embed="Rb8b55017d8284109"/>
          <ns1:stretch/>
        </ns0:blipFill>
        <ns0:spPr>
          <ns1:xfrm>
            <ns1:off x="4859" y="0"/>
            <ns1:ext cx="18278283" cy="10287000"/>
          </ns1:xfrm>
          <ns1:prstGeom prst="rect">
            <ns1:avLst/>
          </ns1:prstGeom>
        </ns0:spPr>
      </ns0:pic>
      <ns0:sp>
        <ns0:nvSpPr>
          <ns0:cNvPr id="2" name="reference_green_fade">
            <ns1:extLst>
              <ns1:ext uri="{FF2B5EF4-FFF2-40B4-BE49-F238E27FC236}">
                <ns2:creationId id="{450575CB-AD6A-4CE6-A736-CB3EACE08457}"/>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8C19579C-86B9-40D0-9C74-FF25B93C0CF8}"/>
              </ns1:ext>
            </ns1:extLst>
          </ns0:cNvPr>
          <ns0:cNvPicPr>
            <ns1:picLocks noChangeAspect="1"/>
          </ns0:cNvPicPr>
          <ns0:nvPr/>
        </ns0:nvPicPr>
        <ns0:blipFill>
          <ns1:blip ns3:embed="R5a0186cd47e44de0"/>
          <ns1:stretch/>
        </ns0:blipFill>
        <ns0:spPr>
          <ns1:xfrm>
            <ns1:off x="16941800" y="382588"/>
            <ns1:ext cx="1028700" cy="733425"/>
          </ns1:xfrm>
          <ns1:prstGeom prst="rect">
            <ns1:avLst/>
          </ns1:prstGeom>
        </ns0:spPr>
      </ns0:pic>
      <ns0:sp>
        <ns0:nvSpPr>
          <ns0:cNvPr id="4" name="copyright">
            <ns1:extLst>
              <ns1:ext uri="{FF2B5EF4-FFF2-40B4-BE49-F238E27FC236}">
                <ns2:creationId id="{BB01654C-8D07-44E0-A5BB-0C4FC3EB7F5F}"/>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5B87B082-EDA3-4AA1-B8FD-EC28D1959205}"/>
              </ns1:ext>
            </ns1:extLst>
          </ns0:cNvPr>
          <ns0:cNvPicPr>
            <ns1:picLocks noChangeAspect="1"/>
          </ns0:cNvPicPr>
          <ns0:nvPr/>
        </ns0:nvPicPr>
        <ns0:blipFill>
          <ns1:blip ns3:embed="R897cd1a4a1914e08"/>
          <ns1:stretch/>
        </ns0:blipFill>
        <ns0:spPr>
          <ns1:xfrm>
            <ns1:off x="1320800" y="5207000"/>
            <ns1:ext cx="1447800" cy="609600"/>
          </ns1:xfrm>
          <ns1:prstGeom prst="rect">
            <ns1:avLst/>
          </ns1:prstGeom>
        </ns0:spPr>
      </ns0:pic>
      <ns0:pic>
        <ns0:nvPicPr>
          <ns0:cNvPr id="6" name="">
            <ns1:extLst>
              <ns1:ext uri="{FF2B5EF4-FFF2-40B4-BE49-F238E27FC236}">
                <ns2:creationId id="{94EAC576-B6CC-467C-988A-C6B75D25F8EA}"/>
              </ns1:ext>
            </ns1:extLst>
          </ns0:cNvPr>
          <ns0:cNvPicPr>
            <ns1:picLocks noChangeAspect="1"/>
          </ns0:cNvPicPr>
          <ns0:nvPr/>
        </ns0:nvPicPr>
        <ns0:blipFill>
          <ns1:blip ns3:embed="R3afad22b26bf4c48"/>
          <ns1:stretch/>
        </ns0:blipFill>
        <ns0:spPr>
          <ns1:xfrm>
            <ns1:off x="15252700" y="410251"/>
            <ns1:ext cx="1473200" cy="627298"/>
          </ns1:xfrm>
          <ns1:prstGeom prst="rect">
            <ns1:avLst/>
          </ns1:prstGeom>
        </ns0:spPr>
      </ns0:pic>
      <ns0:sp>
        <ns0:nvSpPr>
          <ns0:cNvPr id="7" name="title-line0">
            <ns1:extLst>
              <ns1:ext uri="{FF2B5EF4-FFF2-40B4-BE49-F238E27FC236}">
                <ns2:creationId id="{5AF06460-E09C-446A-ABC3-F4212B28A288}"/>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C58E4D9B-E0E0-4FCF-923F-397E84838F8F}"/>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FAEB96E6-F7E9-4455-958E-274339A60A39}"/>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1161331432"/>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476382C3-9EBC-42B0-8797-45DCAE36B180}"/>
              </ns1:ext>
            </ns1:extLst>
          </ns0:cNvPr>
          <ns0:cNvPicPr>
            <ns1:picLocks noChangeAspect="1"/>
          </ns0:cNvPicPr>
          <ns0:nvPr/>
        </ns0:nvPicPr>
        <ns0:blipFill>
          <ns1:blip ns3:embed="R2ed5483300014d93"/>
          <ns1:stretch/>
        </ns0:blipFill>
        <ns0:spPr>
          <ns1:xfrm>
            <ns1:off x="1981200" y="4205950"/>
            <ns1:ext cx="13017500" cy="3792800"/>
          </ns1:xfrm>
          <ns1:prstGeom prst="rect">
            <ns1:avLst/>
          </ns1:prstGeom>
        </ns0:spPr>
      </ns0:pic>
      <ns0:pic>
        <ns0:nvPicPr>
          <ns0:cNvPr id="2" name="">
            <ns1:extLst>
              <ns1:ext uri="{FF2B5EF4-FFF2-40B4-BE49-F238E27FC236}">
                <ns2:creationId id="{F7D690A4-D293-4F7F-BD2F-B06548E2639A}"/>
              </ns1:ext>
            </ns1:extLst>
          </ns0:cNvPr>
          <ns0:cNvPicPr>
            <ns1:picLocks noChangeAspect="1"/>
          </ns0:cNvPicPr>
          <ns0:nvPr/>
        </ns0:nvPicPr>
        <ns0:blipFill>
          <ns1:blip ns3:embed="R0b11862e2851419c"/>
          <ns1:stretch/>
        </ns0:blipFill>
        <ns0:spPr>
          <ns1:xfrm>
            <ns1:off x="4321175" y="4800600"/>
            <ns1:ext cx="2419350" cy="1981200"/>
          </ns1:xfrm>
          <ns1:prstGeom prst="rect">
            <ns1:avLst/>
          </ns1:prstGeom>
        </ns0:spPr>
      </ns0:pic>
      <ns0:pic>
        <ns0:nvPicPr>
          <ns0:cNvPr id="3" name="">
            <ns1:extLst>
              <ns1:ext uri="{FF2B5EF4-FFF2-40B4-BE49-F238E27FC236}">
                <ns2:creationId id="{35840C2A-C3BE-4619-9E70-3180D70D8941}"/>
              </ns1:ext>
            </ns1:extLst>
          </ns0:cNvPr>
          <ns0:cNvPicPr>
            <ns1:picLocks noChangeAspect="1"/>
          </ns0:cNvPicPr>
          <ns0:nvPr/>
        </ns0:nvPicPr>
        <ns0:blipFill>
          <ns1:blip ns3:embed="R0b3501fff1e245ff"/>
          <ns1:stretch/>
        </ns0:blipFill>
        <ns0:spPr>
          <ns1:xfrm>
            <ns1:off x="8004175" y="4800600"/>
            <ns1:ext cx="2419350" cy="1981200"/>
          </ns1:xfrm>
          <ns1:prstGeom prst="rect">
            <ns1:avLst/>
          </ns1:prstGeom>
        </ns0:spPr>
      </ns0:pic>
      <ns0:pic>
        <ns0:nvPicPr>
          <ns0:cNvPr id="4" name="">
            <ns1:extLst>
              <ns1:ext uri="{FF2B5EF4-FFF2-40B4-BE49-F238E27FC236}">
                <ns2:creationId id="{DCA43BDF-17C0-48B0-900E-3E433AEAB5EA}"/>
              </ns1:ext>
            </ns1:extLst>
          </ns0:cNvPr>
          <ns0:cNvPicPr>
            <ns1:picLocks noChangeAspect="1"/>
          </ns0:cNvPicPr>
          <ns0:nvPr/>
        </ns0:nvPicPr>
        <ns0:blipFill>
          <ns1:blip ns3:embed="R93b42794b7cc4a7d"/>
          <ns1:stretch/>
        </ns0:blipFill>
        <ns0:spPr>
          <ns1:xfrm>
            <ns1:off x="11696700" y="4788250"/>
            <ns1:ext cx="2425700" cy="2158300"/>
          </ns1:xfrm>
          <ns1:prstGeom prst="rect">
            <ns1:avLst/>
          </ns1:prstGeom>
        </ns0:spPr>
      </ns0:pic>
      <ns0:pic>
        <ns0:nvPicPr>
          <ns0:cNvPr id="5" name="">
            <ns1:extLst>
              <ns1:ext uri="{FF2B5EF4-FFF2-40B4-BE49-F238E27FC236}">
                <ns2:creationId id="{95120F1F-97DC-4E53-9007-04BDEC8618ED}"/>
              </ns1:ext>
            </ns1:extLst>
          </ns0:cNvPr>
          <ns0:cNvPicPr>
            <ns1:picLocks noChangeAspect="1"/>
          </ns0:cNvPicPr>
          <ns0:nvPr/>
        </ns0:nvPicPr>
        <ns0:blipFill>
          <ns1:blip ns3:embed="R6794717f53d44fdb"/>
          <ns1:stretch/>
        </ns0:blipFill>
        <ns0:spPr>
          <ns1:xfrm>
            <ns1:off x="14834480" y="4203700"/>
            <ns1:ext cx="353840" cy="1587500"/>
          </ns1:xfrm>
          <ns1:prstGeom prst="rect">
            <ns1:avLst/>
          </ns1:prstGeom>
        </ns0:spPr>
      </ns0:pic>
      <ns0:pic>
        <ns0:nvPicPr>
          <ns0:cNvPr id="6" name="">
            <ns1:extLst>
              <ns1:ext uri="{FF2B5EF4-FFF2-40B4-BE49-F238E27FC236}">
                <ns2:creationId id="{C54B4721-B0E2-49F6-BD37-AB6A617443E2}"/>
              </ns1:ext>
            </ns1:extLst>
          </ns0:cNvPr>
          <ns0:cNvPicPr>
            <ns1:picLocks noChangeAspect="1"/>
          </ns0:cNvPicPr>
          <ns0:nvPr/>
        </ns0:nvPicPr>
        <ns0:blipFill>
          <ns1:blip ns3:embed="R46c1d13490d144ab"/>
          <ns1:stretch/>
        </ns0:blipFill>
        <ns0:spPr>
          <ns1:xfrm>
            <ns1:off x="14644856" y="4330700"/>
            <ns1:ext cx="402887" cy="901700"/>
          </ns1:xfrm>
          <ns1:prstGeom prst="rect">
            <ns1:avLst/>
          </ns1:prstGeom>
        </ns0:spPr>
      </ns0:pic>
      <ns0:pic>
        <ns0:nvPicPr>
          <ns0:cNvPr id="7" name="">
            <ns1:extLst>
              <ns1:ext uri="{FF2B5EF4-FFF2-40B4-BE49-F238E27FC236}">
                <ns2:creationId id="{B10CD4A3-BF69-4124-B751-BF7F4918FE57}"/>
              </ns1:ext>
            </ns1:extLst>
          </ns0:cNvPr>
          <ns0:cNvPicPr>
            <ns1:picLocks noChangeAspect="1"/>
          </ns0:cNvPicPr>
          <ns0:nvPr/>
        </ns0:nvPicPr>
        <ns0:blipFill>
          <ns1:blip ns3:embed="R35655efa9643428f"/>
          <ns1:stretch/>
        </ns0:blipFill>
        <ns0:spPr>
          <ns1:xfrm>
            <ns1:off x="14644856" y="7099300"/>
            <ns1:ext cx="402887" cy="901700"/>
          </ns1:xfrm>
          <ns1:prstGeom prst="rect">
            <ns1:avLst/>
          </ns1:prstGeom>
        </ns0:spPr>
      </ns0:pic>
      <ns0:pic>
        <ns0:nvPicPr>
          <ns0:cNvPr id="8" name="">
            <ns1:extLst>
              <ns1:ext uri="{FF2B5EF4-FFF2-40B4-BE49-F238E27FC236}">
                <ns2:creationId id="{8B6E59DE-77D8-4EC7-A661-CA09CE147D16}"/>
              </ns1:ext>
            </ns1:extLst>
          </ns0:cNvPr>
          <ns0:cNvPicPr>
            <ns1:picLocks noChangeAspect="1"/>
          </ns0:cNvPicPr>
          <ns0:nvPr/>
        </ns0:nvPicPr>
        <ns0:blipFill>
          <ns1:blip ns3:embed="R4fb9864314c24f95"/>
          <ns1:stretch/>
        </ns0:blipFill>
        <ns0:spPr>
          <ns1:xfrm>
            <ns1:off x="14784556" y="6667500"/>
            <ns1:ext cx="402887" cy="901700"/>
          </ns1:xfrm>
          <ns1:prstGeom prst="rect">
            <ns1:avLst/>
          </ns1:prstGeom>
        </ns0:spPr>
      </ns0:pic>
      <ns0:pic>
        <ns0:nvPicPr>
          <ns0:cNvPr id="9" name="">
            <ns1:extLst>
              <ns1:ext uri="{FF2B5EF4-FFF2-40B4-BE49-F238E27FC236}">
                <ns2:creationId id="{4913EE92-352D-4704-B7E4-2F18107A9229}"/>
              </ns1:ext>
            </ns1:extLst>
          </ns0:cNvPr>
          <ns0:cNvPicPr>
            <ns1:picLocks noChangeAspect="1"/>
          </ns0:cNvPicPr>
          <ns0:nvPr/>
        </ns0:nvPicPr>
        <ns0:blipFill>
          <ns1:blip ns3:embed="Re5f079dd9ab94650"/>
          <ns1:stretch/>
        </ns0:blipFill>
        <ns0:spPr>
          <ns1:xfrm>
            <ns1:off x="16941800" y="382588"/>
            <ns1:ext cx="1028700" cy="733425"/>
          </ns1:xfrm>
          <ns1:prstGeom prst="rect">
            <ns1:avLst/>
          </ns1:prstGeom>
        </ns0:spPr>
      </ns0:pic>
      <ns0:sp>
        <ns0:nvSpPr>
          <ns0:cNvPr id="10" name="copyright">
            <ns1:extLst>
              <ns1:ext uri="{FF2B5EF4-FFF2-40B4-BE49-F238E27FC236}">
                <ns2:creationId id="{9D171EA9-3E38-4E9F-9E69-07E881A23BBB}"/>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C9D5B643-5C25-4223-AE2E-33F81CDE1419}"/>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A1F9BA6D-DDB9-4A7A-96B9-160471E4F06C}"/>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B3EC1B83-B220-483B-8D14-C88328E90290}"/>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1D426D6F-9E9E-47C3-B02E-BB4399B873BB}"/>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388992BD-FD44-46D7-8783-C33666A32ECA}"/>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EA4B3B15-C1A3-4C73-93F2-FD4740A26AEF}"/>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666FCA38-9586-440D-B1BD-51A8DCE7CA7C}"/>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43D40AEF-5FB4-4232-A15D-473DA96B1DF6}"/>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FCEA8387-D203-48EA-9B23-C81F80F955E8}"/>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82A1C6AC-119D-4C78-AB52-C00AC317902D}"/>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409407024"/>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F83263A3-374F-4E6E-8E71-0CDBC69AE3EC}"/>
              </ns1:ext>
            </ns1:extLst>
          </ns0:cNvPr>
          <ns0:cNvPicPr>
            <ns1:picLocks noChangeAspect="1"/>
          </ns0:cNvPicPr>
          <ns0:nvPr/>
        </ns0:nvPicPr>
        <ns0:blipFill>
          <ns1:blip ns3:embed="Rda413dafbabe49a9"/>
          <ns1:stretch/>
        </ns0:blipFill>
        <ns0:spPr>
          <ns1:xfrm>
            <ns1:off x="1482979" y="4038600"/>
            <ns1:ext cx="15322041" cy="3683000"/>
          </ns1:xfrm>
          <ns1:prstGeom prst="rect">
            <ns1:avLst/>
          </ns1:prstGeom>
        </ns0:spPr>
      </ns0:pic>
      <ns0:pic>
        <ns0:nvPicPr>
          <ns0:cNvPr id="2" name="">
            <ns1:extLst>
              <ns1:ext uri="{FF2B5EF4-FFF2-40B4-BE49-F238E27FC236}">
                <ns2:creationId id="{B730DBDB-94AD-4A81-8896-025142DDFE29}"/>
              </ns1:ext>
            </ns1:extLst>
          </ns0:cNvPr>
          <ns0:cNvPicPr>
            <ns1:picLocks noChangeAspect="1"/>
          </ns0:cNvPicPr>
          <ns0:nvPr/>
        </ns0:nvPicPr>
        <ns0:blipFill>
          <ns1:blip ns3:embed="Ra459472d46034911"/>
          <ns1:stretch/>
        </ns0:blipFill>
        <ns0:spPr>
          <ns1:xfrm>
            <ns1:off x="15914688" y="5372100"/>
            <ns1:ext cx="2066925" cy="4381500"/>
          </ns1:xfrm>
          <ns1:prstGeom prst="rect">
            <ns1:avLst/>
          </ns1:prstGeom>
        </ns0:spPr>
      </ns0:pic>
      <ns0:pic>
        <ns0:nvPicPr>
          <ns0:cNvPr id="3" name="">
            <ns1:extLst>
              <ns1:ext uri="{FF2B5EF4-FFF2-40B4-BE49-F238E27FC236}">
                <ns2:creationId id="{E7E6BEB9-EBC2-4DA6-AF4B-2700F9563476}"/>
              </ns1:ext>
            </ns1:extLst>
          </ns0:cNvPr>
          <ns0:cNvPicPr>
            <ns1:picLocks noChangeAspect="1"/>
          </ns0:cNvPicPr>
          <ns0:nvPr/>
        </ns0:nvPicPr>
        <ns0:blipFill>
          <ns1:blip ns3:embed="R5ad0fa8650f746a4"/>
          <ns1:stretch/>
        </ns0:blipFill>
        <ns0:spPr>
          <ns1:xfrm>
            <ns1:off x="16941800" y="382588"/>
            <ns1:ext cx="1028700" cy="733425"/>
          </ns1:xfrm>
          <ns1:prstGeom prst="rect">
            <ns1:avLst/>
          </ns1:prstGeom>
        </ns0:spPr>
      </ns0:pic>
      <ns0:sp>
        <ns0:nvSpPr>
          <ns0:cNvPr id="4" name="copyright">
            <ns1:extLst>
              <ns1:ext uri="{FF2B5EF4-FFF2-40B4-BE49-F238E27FC236}">
                <ns2:creationId id="{E6430475-3C9D-43AB-8DD4-52D1C21EC304}"/>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A326A072-04CE-4E68-982F-7AEA6C554853}"/>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2D9AE639-B86C-49E7-9E99-00788C667319}"/>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B7A21229-2F72-4FE1-A7AF-A981D9767225}"/>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6A81C3D8-D789-46C6-9B8B-26968C3AD0E4}"/>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6CC34A33-210A-41ED-9836-D0AEA89F32D5}"/>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726C0419-E982-4C0F-9028-EAC1766F4BA2}"/>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198E3647-A97C-44FC-B28D-9FE9533F2DCE}"/>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B05BCABC-C087-413D-8347-FFC6B1209EC6}"/>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96B11599-02C4-458C-A309-320B18E31805}"/>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901BCA40-F8FD-41D2-94F3-631C608CEEB1}"/>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1175645750"/>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2B281DCC-0E72-488C-A943-1D4893613423}"/>
              </ns1:ext>
            </ns1:extLst>
          </ns0:cNvPr>
          <ns0:cNvPicPr>
            <ns1:picLocks noChangeAspect="1"/>
          </ns0:cNvPicPr>
          <ns0:nvPr/>
        </ns0:nvPicPr>
        <ns0:blipFill>
          <ns1:blip ns3:embed="Rfe0ec2673e384842"/>
          <ns1:stretch/>
        </ns0:blipFill>
        <ns0:spPr>
          <ns1:xfrm>
            <ns1:off x="16941800" y="382588"/>
            <ns1:ext cx="1028700" cy="733425"/>
          </ns1:xfrm>
          <ns1:prstGeom prst="rect">
            <ns1:avLst/>
          </ns1:prstGeom>
        </ns0:spPr>
      </ns0:pic>
      <ns0:sp>
        <ns0:nvSpPr>
          <ns0:cNvPr id="2" name="copyright">
            <ns1:extLst>
              <ns1:ext uri="{FF2B5EF4-FFF2-40B4-BE49-F238E27FC236}">
                <ns2:creationId id="{CBA29091-9183-4810-A2EA-061879754D46}"/>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65FEE65B-A65C-4D7B-A831-7622C5AB5A5E}"/>
              </ns1:ext>
            </ns1:extLst>
          </ns0:cNvPr>
          <ns0:cNvSpPr>
            <ns1:spLocks noGrp="1"/>
          </ns0:cNvSpPr>
          <ns0:nvPr/>
        </ns0:nvSpPr>
        <ns0:spPr>
          <ns1:xfrm>
            <ns1:off x="685800" y="715804"/>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F56F9CE5-F720-4C0A-9992-62DA6C0BDAD8}"/>
              </ns1:ext>
            </ns1:extLst>
          </ns0:cNvPr>
          <ns0:cNvSpPr>
            <ns1:spLocks noGrp="1"/>
          </ns0:cNvSpPr>
          <ns0:nvPr/>
        </ns0:nvSpPr>
        <ns0:spPr>
          <ns1:xfrm>
            <ns1:off x="685800" y="1270064"/>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B59385E1-2B6E-479E-9502-25D6048E1499}"/>
              </ns1:ext>
            </ns1:extLst>
          </ns0:cNvPr>
          <ns0:cNvSpPr>
            <ns1:spLocks noGrp="1"/>
          </ns0:cNvSpPr>
          <ns0:nvPr/>
        </ns0:nvSpPr>
        <ns0:spPr>
          <ns1:xfrm>
            <ns1:off x="1495425" y="1270064"/>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106A022F-1AA6-4959-BFE6-24726DD4E73F}"/>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87DFBEBF-31EC-4CF8-B105-7FB02855F4D7}"/>
              </ns1:ext>
            </ns1:extLst>
          </ns0:cNvPr>
          <ns0:cNvSpPr>
            <ns1:spLocks noGrp="1"/>
          </ns0:cNvSpPr>
          <ns0:nvPr/>
        </ns0:nvSpPr>
        <ns0:spPr>
          <ns1:xfrm>
            <ns1:off x="685800" y="4022122"/>
            <ns1:ext cx="16916400" cy="619125"/>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F68BFD46-1763-4448-AE6C-8EF0E55C97C8}"/>
              </ns1:ext>
            </ns1:extLst>
          </ns0:cNvPr>
          <ns0:cNvPicPr>
            <ns1:picLocks noChangeAspect="1"/>
          </ns0:cNvPicPr>
          <ns0:nvPr/>
        </ns0:nvPicPr>
        <ns0:blipFill>
          <ns1:blip ns3:embed="Rf6bdc0a5509242ce"/>
          <ns1:stretch/>
        </ns0:blipFill>
        <ns0:spPr>
          <ns1:xfrm>
            <ns1:off x="5715000" y="4722634"/>
            <ns1:ext cx="6858000" cy="5151794"/>
          </ns1:xfrm>
          <ns1:prstGeom prst="rect">
            <ns1:avLst/>
          </ns1:prstGeom>
        </ns0:spPr>
      </ns0:pic>
    </ns0:spTree>
    <ns0:extLst>
      <ns0:ext uri="{BB962C8B-B14F-4D97-AF65-F5344CB8AC3E}">
        <ns4:creationId val="1502221071"/>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105B19C7-4C92-4EDA-B6C8-139155164F54}"/>
              </ns1:ext>
            </ns1:extLst>
          </ns0:cNvPr>
          <ns0:cNvPicPr>
            <ns1:picLocks noChangeAspect="1"/>
          </ns0:cNvPicPr>
          <ns0:nvPr/>
        </ns0:nvPicPr>
        <ns0:blipFill>
          <ns1:blip ns3:embed="R5e646ccda42d4afc"/>
          <ns1:stretch/>
        </ns0:blipFill>
        <ns0:spPr>
          <ns1:xfrm>
            <ns1:off x="4859" y="0"/>
            <ns1:ext cx="18278283" cy="10287000"/>
          </ns1:xfrm>
          <ns1:prstGeom prst="rect">
            <ns1:avLst/>
          </ns1:prstGeom>
        </ns0:spPr>
      </ns0:pic>
      <ns0:sp>
        <ns0:nvSpPr>
          <ns0:cNvPr id="2" name="reference_green_fade">
            <ns1:extLst>
              <ns1:ext uri="{FF2B5EF4-FFF2-40B4-BE49-F238E27FC236}">
                <ns2:creationId id="{8D26F2B4-75BB-4FE3-B1F8-01FC5EA3B8C9}"/>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F0079BF7-2DAE-4EE9-92A6-BD2C0B573FF0}"/>
              </ns1:ext>
            </ns1:extLst>
          </ns0:cNvPr>
          <ns0:cNvPicPr>
            <ns1:picLocks noChangeAspect="1"/>
          </ns0:cNvPicPr>
          <ns0:nvPr/>
        </ns0:nvPicPr>
        <ns0:blipFill>
          <ns1:blip ns3:embed="Rdc96e3bce8234775"/>
          <ns1:stretch/>
        </ns0:blipFill>
        <ns0:spPr>
          <ns1:xfrm>
            <ns1:off x="16916400" y="332392"/>
            <ns1:ext cx="1079500" cy="668717"/>
          </ns1:xfrm>
          <ns1:prstGeom prst="rect">
            <ns1:avLst/>
          </ns1:prstGeom>
        </ns0:spPr>
      </ns0:pic>
      <ns0:sp>
        <ns0:nvSpPr>
          <ns0:cNvPr id="4" name="copyright">
            <ns1:extLst>
              <ns1:ext uri="{FF2B5EF4-FFF2-40B4-BE49-F238E27FC236}">
                <ns2:creationId id="{C97C676D-5DDC-42C3-8645-6E0F40832A98}"/>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3AEC4F57-A941-450A-8909-33BD658F95D0}"/>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85AF20CA-2A75-4CE8-A9A4-65F700E8D90F}"/>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827435F8-1BCD-48CE-AA97-B15F9FBBB23F}"/>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57448505"/>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ED086915-BAEF-4EB1-92CE-4E35F8026577}"/>
              </ns1:ext>
            </ns1:extLst>
          </ns0:cNvPr>
          <ns0:cNvPicPr>
            <ns1:picLocks noChangeAspect="1"/>
          </ns0:cNvPicPr>
          <ns0:nvPr/>
        </ns0:nvPicPr>
        <ns0:blipFill>
          <ns1:blip ns3:embed="R6f8f546f839546e3"/>
          <ns1:stretch/>
        </ns0:blipFill>
        <ns0:spPr>
          <ns1:xfrm>
            <ns1:off x="16941800" y="382588"/>
            <ns1:ext cx="1028700" cy="733425"/>
          </ns1:xfrm>
          <ns1:prstGeom prst="rect">
            <ns1:avLst/>
          </ns1:prstGeom>
        </ns0:spPr>
      </ns0:pic>
      <ns0:sp>
        <ns0:nvSpPr>
          <ns0:cNvPr id="2" name="part_heading">
            <ns1:extLst>
              <ns1:ext uri="{FF2B5EF4-FFF2-40B4-BE49-F238E27FC236}">
                <ns2:creationId id="{91D7F635-0CD4-4B51-81E8-A85D200B877C}"/>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2EF88D63-5919-4E2C-889D-FAC986D610E5}"/>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5455E963-ED48-4181-8E77-C64192B40636}"/>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75809619-17A0-458C-A6E9-6FAB02A96B32}"/>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C3229F36-1931-4F50-96CD-6F2CFFD8FBAD}"/>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E32B64E5-7D68-4A94-81B8-A7B772F95E2B}"/>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0394BF12-DCAD-4E36-B0A6-5C406F385FE8}"/>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C48115D1-A081-4BC6-9EBE-A0F123C587FA}"/>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FC61AAE5-A84D-42E7-86B5-94A7B0C7227E}"/>
              </ns1:ext>
            </ns1:extLst>
          </ns0:cNvPr>
          <ns0:cNvPicPr>
            <ns1:picLocks noChangeAspect="1"/>
          </ns0:cNvPicPr>
          <ns0:nvPr/>
        </ns0:nvPicPr>
        <ns0:blipFill>
          <ns1:blip ns3:embed="R49477f4ce41b42c4"/>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A029B46B-D711-41B8-8EC8-20794B2648EF}"/>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EF8F9441-4D5A-4329-8BBA-5D7095F0614E}"/>
              </ns1:ext>
            </ns1:extLst>
          </ns0:cNvPr>
          <ns0:cNvSpPr>
            <ns1:spLocks noGrp="1"/>
          </ns0:cNvSpPr>
          <ns0:nvPr/>
        </ns0:nvSpPr>
        <ns0:spPr>
          <ns1:xfrm>
            <ns1:off x="2571750" y="8667750"/>
            <ns1:ext cx="5810250" cy="419100"/>
          </ns1:xfrm>
          <ns1:prstGeom prst="rect">
            <ns1:avLst/>
          </ns1:prstGeom>
          <ns1:noFill/>
          <ns1:ln w="0">
            <ns1:noFill/>
          </ns1:ln>
        </ns0:spPr>
        <ns0:txBody>
          <ns1:bodyPr wrap="none" lIns="0" tIns="0" rIns="0" bIns="0" anchor="t">
            <ns1:noAutofit/>
          </ns1:bodyPr>
          <ns1:lstStyle>
            <ns1:defPPr algn="ctr">
              <ns1:defRPr sz="2100" b="0">
                <ns1:solidFill>
                  <ns1:srgbClr val="FFFFFF"/>
                </ns1:solidFill>
                <ns1:latin typeface="Pretendard"/>
                <ns1:ea typeface="Pretendard"/>
                <ns1:cs typeface="Pretendard"/>
              </ns1:defRPr>
            </ns1:defPPr>
            <ns1:lvl1pPr algn="ctr">
              <ns1:defRPr sz="2100" b="0">
                <ns1:solidFill>
                  <ns1:srgbClr val="FFFFFF"/>
                </ns1:solidFill>
                <ns1:latin typeface="Pretendard"/>
                <ns1:ea typeface="Pretendard"/>
                <ns1:cs typeface="Pretendard"/>
              </ns1:defRPr>
            </ns1:lvl1pPr>
            <ns1:lvl2pPr algn="ctr">
              <ns1:defRPr sz="2100" b="0">
                <ns1:solidFill>
                  <ns1:srgbClr val="FFFFFF"/>
                </ns1:solidFill>
                <ns1:latin typeface="Pretendard"/>
                <ns1:ea typeface="Pretendard"/>
                <ns1:cs typeface="Pretendard"/>
              </ns1:defRPr>
            </ns1:lvl2pPr>
            <ns1:lvl3pPr algn="ctr">
              <ns1:defRPr sz="2100" b="0">
                <ns1:solidFill>
                  <ns1:srgbClr val="FFFFFF"/>
                </ns1:solidFill>
                <ns1:latin typeface="Pretendard"/>
                <ns1:ea typeface="Pretendard"/>
                <ns1:cs typeface="Pretendard"/>
              </ns1:defRPr>
            </ns1:lvl3pPr>
            <ns1:lvl4pPr algn="ctr">
              <ns1:defRPr sz="2100" b="0">
                <ns1:solidFill>
                  <ns1:srgbClr val="FFFFFF"/>
                </ns1:solidFill>
                <ns1:latin typeface="Pretendard"/>
                <ns1:ea typeface="Pretendard"/>
                <ns1:cs typeface="Pretendard"/>
              </ns1:defRPr>
            </ns1:lvl4pPr>
            <ns1:lvl5pPr algn="ctr">
              <ns1:defRPr sz="2100" b="0">
                <ns1:solidFill>
                  <ns1:srgbClr val="FFFFFF"/>
                </ns1:solidFill>
                <ns1:latin typeface="Pretendard"/>
                <ns1:ea typeface="Pretendard"/>
                <ns1:cs typeface="Pretendard"/>
              </ns1:defRPr>
            </ns1:lvl5pPr>
            <ns1:lvl6pPr algn="ctr">
              <ns1:defRPr sz="2100" b="0">
                <ns1:solidFill>
                  <ns1:srgbClr val="FFFFFF"/>
                </ns1:solidFill>
                <ns1:latin typeface="Pretendard"/>
                <ns1:ea typeface="Pretendard"/>
                <ns1:cs typeface="Pretendard"/>
              </ns1:defRPr>
            </ns1:lvl6pPr>
            <ns1:lvl7pPr algn="ctr">
              <ns1:defRPr sz="2100" b="0">
                <ns1:solidFill>
                  <ns1:srgbClr val="FFFFFF"/>
                </ns1:solidFill>
                <ns1:latin typeface="Pretendard"/>
                <ns1:ea typeface="Pretendard"/>
                <ns1:cs typeface="Pretendard"/>
              </ns1:defRPr>
            </ns1:lvl7pPr>
            <ns1:lvl8pPr algn="ctr">
              <ns1:defRPr sz="2100" b="0">
                <ns1:solidFill>
                  <ns1:srgbClr val="FFFFFF"/>
                </ns1:solidFill>
                <ns1:latin typeface="Pretendard"/>
                <ns1:ea typeface="Pretendard"/>
                <ns1:cs typeface="Pretendard"/>
              </ns1:defRPr>
            </ns1:lvl8pPr>
            <ns1:lvl9pPr algn="ctr">
              <ns1:defRPr sz="2100" b="0">
                <ns1:solidFill>
                  <ns1:srgbClr val="FFFFFF"/>
                </ns1:solidFill>
                <ns1:latin typeface="Pretendard"/>
                <ns1:ea typeface="Pretendard"/>
                <ns1:cs typeface="Pretendard"/>
              </ns1:defRPr>
            </ns1:lvl9pPr>
          </ns1:lstStyle>
          <ns1:p>
            <ns1:pPr algn="ctr">
              <ns1:defRPr sz="2100" b="0">
                <ns1:solidFill>
                  <ns1:srgbClr val="FFFFFF"/>
                </ns1:solidFill>
                <ns1:latin typeface="Pretendard"/>
                <ns1:ea typeface="Pretendard"/>
                <ns1:cs typeface="Pretendard"/>
              </ns1:defRPr>
            </ns1:pPr>
            <ns1:r>
              <ns1:rPr sz="21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00F53AC2-06AC-440F-8A82-8E7D31F597B0}"/>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5B244BF9-D201-418C-85AB-71C92E60C062}"/>
              </ns1:ext>
            </ns1:extLst>
          </ns0:cNvPr>
          <ns0:cNvPicPr>
            <ns1:picLocks noChangeAspect="1"/>
          </ns0:cNvPicPr>
          <ns0:nvPr/>
        </ns0:nvPicPr>
        <ns0:blipFill>
          <ns1:blip ns3:embed="R2a1f283057344196"/>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F6B119D3-7920-48FF-8270-CD9B34CA3446}"/>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53FC8773-3C97-45FF-B0D3-6F25065C2416}"/>
              </ns1:ext>
            </ns1:extLst>
          </ns0:cNvPr>
          <ns0:cNvSpPr>
            <ns1:spLocks noGrp="1"/>
          </ns0:cNvSpPr>
          <ns0:nvPr/>
        </ns0:nvSpPr>
        <ns0:spPr>
          <ns1:xfrm>
            <ns1:off x="9906000" y="8667750"/>
            <ns1:ext cx="5810250" cy="419100"/>
          </ns1:xfrm>
          <ns1:prstGeom prst="rect">
            <ns1:avLst/>
          </ns1:prstGeom>
          <ns1:noFill/>
          <ns1:ln w="0">
            <ns1:noFill/>
          </ns1:ln>
        </ns0:spPr>
        <ns0:txBody>
          <ns1:bodyPr wrap="none" lIns="0" tIns="0" rIns="0" bIns="0" anchor="t">
            <ns1:noAutofit/>
          </ns1:bodyPr>
          <ns1:lstStyle>
            <ns1:defPPr algn="ctr">
              <ns1:defRPr sz="2100" b="0">
                <ns1:solidFill>
                  <ns1:srgbClr val="FFFFFF"/>
                </ns1:solidFill>
                <ns1:latin typeface="Pretendard"/>
                <ns1:ea typeface="Pretendard"/>
                <ns1:cs typeface="Pretendard"/>
              </ns1:defRPr>
            </ns1:defPPr>
            <ns1:lvl1pPr algn="ctr">
              <ns1:defRPr sz="2100" b="0">
                <ns1:solidFill>
                  <ns1:srgbClr val="FFFFFF"/>
                </ns1:solidFill>
                <ns1:latin typeface="Pretendard"/>
                <ns1:ea typeface="Pretendard"/>
                <ns1:cs typeface="Pretendard"/>
              </ns1:defRPr>
            </ns1:lvl1pPr>
            <ns1:lvl2pPr algn="ctr">
              <ns1:defRPr sz="2100" b="0">
                <ns1:solidFill>
                  <ns1:srgbClr val="FFFFFF"/>
                </ns1:solidFill>
                <ns1:latin typeface="Pretendard"/>
                <ns1:ea typeface="Pretendard"/>
                <ns1:cs typeface="Pretendard"/>
              </ns1:defRPr>
            </ns1:lvl2pPr>
            <ns1:lvl3pPr algn="ctr">
              <ns1:defRPr sz="2100" b="0">
                <ns1:solidFill>
                  <ns1:srgbClr val="FFFFFF"/>
                </ns1:solidFill>
                <ns1:latin typeface="Pretendard"/>
                <ns1:ea typeface="Pretendard"/>
                <ns1:cs typeface="Pretendard"/>
              </ns1:defRPr>
            </ns1:lvl3pPr>
            <ns1:lvl4pPr algn="ctr">
              <ns1:defRPr sz="2100" b="0">
                <ns1:solidFill>
                  <ns1:srgbClr val="FFFFFF"/>
                </ns1:solidFill>
                <ns1:latin typeface="Pretendard"/>
                <ns1:ea typeface="Pretendard"/>
                <ns1:cs typeface="Pretendard"/>
              </ns1:defRPr>
            </ns1:lvl4pPr>
            <ns1:lvl5pPr algn="ctr">
              <ns1:defRPr sz="2100" b="0">
                <ns1:solidFill>
                  <ns1:srgbClr val="FFFFFF"/>
                </ns1:solidFill>
                <ns1:latin typeface="Pretendard"/>
                <ns1:ea typeface="Pretendard"/>
                <ns1:cs typeface="Pretendard"/>
              </ns1:defRPr>
            </ns1:lvl5pPr>
            <ns1:lvl6pPr algn="ctr">
              <ns1:defRPr sz="2100" b="0">
                <ns1:solidFill>
                  <ns1:srgbClr val="FFFFFF"/>
                </ns1:solidFill>
                <ns1:latin typeface="Pretendard"/>
                <ns1:ea typeface="Pretendard"/>
                <ns1:cs typeface="Pretendard"/>
              </ns1:defRPr>
            </ns1:lvl6pPr>
            <ns1:lvl7pPr algn="ctr">
              <ns1:defRPr sz="2100" b="0">
                <ns1:solidFill>
                  <ns1:srgbClr val="FFFFFF"/>
                </ns1:solidFill>
                <ns1:latin typeface="Pretendard"/>
                <ns1:ea typeface="Pretendard"/>
                <ns1:cs typeface="Pretendard"/>
              </ns1:defRPr>
            </ns1:lvl7pPr>
            <ns1:lvl8pPr algn="ctr">
              <ns1:defRPr sz="2100" b="0">
                <ns1:solidFill>
                  <ns1:srgbClr val="FFFFFF"/>
                </ns1:solidFill>
                <ns1:latin typeface="Pretendard"/>
                <ns1:ea typeface="Pretendard"/>
                <ns1:cs typeface="Pretendard"/>
              </ns1:defRPr>
            </ns1:lvl8pPr>
            <ns1:lvl9pPr algn="ctr">
              <ns1:defRPr sz="2100" b="0">
                <ns1:solidFill>
                  <ns1:srgbClr val="FFFFFF"/>
                </ns1:solidFill>
                <ns1:latin typeface="Pretendard"/>
                <ns1:ea typeface="Pretendard"/>
                <ns1:cs typeface="Pretendard"/>
              </ns1:defRPr>
            </ns1:lvl9pPr>
          </ns1:lstStyle>
          <ns1:p>
            <ns1:pPr algn="ctr">
              <ns1:defRPr sz="2100" b="0">
                <ns1:solidFill>
                  <ns1:srgbClr val="FFFFFF"/>
                </ns1:solidFill>
                <ns1:latin typeface="Pretendard"/>
                <ns1:ea typeface="Pretendard"/>
                <ns1:cs typeface="Pretendard"/>
              </ns1:defRPr>
            </ns1:pPr>
            <ns1:r>
              <ns1:rPr sz="21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881103580"/>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1" name="">
            <ns1:extLst>
              <ns1:ext uri="{FF2B5EF4-FFF2-40B4-BE49-F238E27FC236}">
                <ns2:creationId id="{D27AA4DA-3BA3-4700-90CE-92B43A78C1F3}"/>
              </ns1:ext>
            </ns1:extLst>
          </ns0:cNvPr>
          <ns0:cNvPicPr>
            <ns1:picLocks noChangeAspect="1"/>
          </ns0:cNvPicPr>
          <ns0:nvPr/>
        </ns0:nvPicPr>
        <ns0:blipFill>
          <ns1:blip ns3:embed="R6b479e41ea8645a4"/>
          <ns1:stretch/>
        </ns0:blipFill>
        <ns0:spPr>
          <ns1:xfrm>
            <ns1:off x="16941800" y="382588"/>
            <ns1:ext cx="1028700" cy="733425"/>
          </ns1:xfrm>
          <ns1:prstGeom prst="rect">
            <ns1:avLst/>
          </ns1:prstGeom>
        </ns0:spPr>
      </ns0:pic>
      <ns0:sp>
        <ns0:nvSpPr>
          <ns0:cNvPr id="2" name="part_heading">
            <ns1:extLst>
              <ns1:ext uri="{FF2B5EF4-FFF2-40B4-BE49-F238E27FC236}">
                <ns2:creationId id="{51D09C56-31A2-40B4-B9A2-8DBF6B8A4CBC}"/>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E5964EE5-0164-40DB-B754-4758B9DC548C}"/>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FF4A8B81-BCC6-41C3-BCE0-F5911272288B}"/>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1CD93BB6-C69F-47E5-8AB0-7D7018E670CB}"/>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6A36ADB3-5A22-4074-9EC6-4AE90BB49171}"/>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ns1:t>
            </ns1:r>
          </ns1:p>
        </ns0:txBody>
      </ns0:sp>
      <ns0:sp>
        <ns0:nvSpPr>
          <ns0:cNvPr id="7" name="page">
            <ns1:extLst>
              <ns1:ext uri="{FF2B5EF4-FFF2-40B4-BE49-F238E27FC236}">
                <ns2:creationId id="{CE0AEBA9-E7B7-48CE-84D4-229395DCE483}"/>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89D5DE34-C56E-4063-8C8A-DD774B502C80}"/>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782770C1-7709-4276-B590-CD64F76BDAB4}"/>
              </ns1:ext>
            </ns1:extLst>
          </ns0:cNvPr>
          <ns0:cNvPicPr>
            <ns1:picLocks noChangeAspect="1"/>
          </ns0:cNvPicPr>
          <ns0:nvPr/>
        </ns0:nvPicPr>
        <ns0:blipFill>
          <ns1:blip ns3:embed="R9db49116f886410d"/>
          <ns1:stretch/>
        </ns0:blipFill>
        <ns0:spPr>
          <ns1:xfrm>
            <ns1:off x="2333625" y="4831319"/>
            <ns1:ext cx="13620750" cy="3815236"/>
          </ns1:xfrm>
          <ns1:prstGeom prst="rect">
            <ns1:avLst/>
          </ns1:prstGeom>
        </ns0:spPr>
      </ns0:pic>
      <ns0:sp>
        <ns0:nvSpPr>
          <ns0:cNvPr id="10" name="conclusion">
            <ns1:extLst>
              <ns1:ext uri="{FF2B5EF4-FFF2-40B4-BE49-F238E27FC236}">
                <ns2:creationId id="{AA23541E-BA56-463A-B8A2-24B63086935F}"/>
              </ns1:ext>
            </ns1:extLst>
          </ns0:cNvPr>
          <ns0:cNvSpPr>
            <ns1:spLocks noGrp="1"/>
          </ns0:cNvSpPr>
          <ns0:nvPr/>
        </ns0:nvSpPr>
        <ns0:spPr>
          <ns1:xfrm>
            <ns1:off x="2476500" y="8972550"/>
            <ns1:ext cx="13335000" cy="552450"/>
          </ns1:xfrm>
          <ns1:prstGeom prst="rect">
            <ns1:avLst/>
          </ns1:prstGeom>
          <ns1:noFill/>
          <ns1:ln w="0">
            <ns1:noFill/>
          </ns1:ln>
        </ns0:spPr>
        <ns0:txBody>
          <ns1:bodyPr wrap="none" lIns="0" tIns="0" rIns="0" bIns="0" anchor="t">
            <ns1:noAutofit/>
          </ns1:bodyPr>
          <ns1:lstStyle>
            <ns1:defPPr algn="ctr">
              <ns1:defRPr sz="3150" b="0">
                <ns1:solidFill>
                  <ns1:srgbClr val="444444"/>
                </ns1:solidFill>
                <ns1:latin typeface="Pretendard"/>
                <ns1:ea typeface="Pretendard"/>
                <ns1:cs typeface="Pretendard"/>
              </ns1:defRPr>
            </ns1:defPPr>
            <ns1:lvl1pPr algn="ctr">
              <ns1:defRPr sz="3150" b="0">
                <ns1:solidFill>
                  <ns1:srgbClr val="444444"/>
                </ns1:solidFill>
                <ns1:latin typeface="Pretendard"/>
                <ns1:ea typeface="Pretendard"/>
                <ns1:cs typeface="Pretendard"/>
              </ns1:defRPr>
            </ns1:lvl1pPr>
            <ns1:lvl2pPr algn="ctr">
              <ns1:defRPr sz="3150" b="0">
                <ns1:solidFill>
                  <ns1:srgbClr val="444444"/>
                </ns1:solidFill>
                <ns1:latin typeface="Pretendard"/>
                <ns1:ea typeface="Pretendard"/>
                <ns1:cs typeface="Pretendard"/>
              </ns1:defRPr>
            </ns1:lvl2pPr>
            <ns1:lvl3pPr algn="ctr">
              <ns1:defRPr sz="3150" b="0">
                <ns1:solidFill>
                  <ns1:srgbClr val="444444"/>
                </ns1:solidFill>
                <ns1:latin typeface="Pretendard"/>
                <ns1:ea typeface="Pretendard"/>
                <ns1:cs typeface="Pretendard"/>
              </ns1:defRPr>
            </ns1:lvl3pPr>
            <ns1:lvl4pPr algn="ctr">
              <ns1:defRPr sz="3150" b="0">
                <ns1:solidFill>
                  <ns1:srgbClr val="444444"/>
                </ns1:solidFill>
                <ns1:latin typeface="Pretendard"/>
                <ns1:ea typeface="Pretendard"/>
                <ns1:cs typeface="Pretendard"/>
              </ns1:defRPr>
            </ns1:lvl4pPr>
            <ns1:lvl5pPr algn="ctr">
              <ns1:defRPr sz="3150" b="0">
                <ns1:solidFill>
                  <ns1:srgbClr val="444444"/>
                </ns1:solidFill>
                <ns1:latin typeface="Pretendard"/>
                <ns1:ea typeface="Pretendard"/>
                <ns1:cs typeface="Pretendard"/>
              </ns1:defRPr>
            </ns1:lvl5pPr>
            <ns1:lvl6pPr algn="ctr">
              <ns1:defRPr sz="3150" b="0">
                <ns1:solidFill>
                  <ns1:srgbClr val="444444"/>
                </ns1:solidFill>
                <ns1:latin typeface="Pretendard"/>
                <ns1:ea typeface="Pretendard"/>
                <ns1:cs typeface="Pretendard"/>
              </ns1:defRPr>
            </ns1:lvl6pPr>
            <ns1:lvl7pPr algn="ctr">
              <ns1:defRPr sz="3150" b="0">
                <ns1:solidFill>
                  <ns1:srgbClr val="444444"/>
                </ns1:solidFill>
                <ns1:latin typeface="Pretendard"/>
                <ns1:ea typeface="Pretendard"/>
                <ns1:cs typeface="Pretendard"/>
              </ns1:defRPr>
            </ns1:lvl7pPr>
            <ns1:lvl8pPr algn="ctr">
              <ns1:defRPr sz="3150" b="0">
                <ns1:solidFill>
                  <ns1:srgbClr val="444444"/>
                </ns1:solidFill>
                <ns1:latin typeface="Pretendard"/>
                <ns1:ea typeface="Pretendard"/>
                <ns1:cs typeface="Pretendard"/>
              </ns1:defRPr>
            </ns1:lvl8pPr>
            <ns1:lvl9pPr algn="ctr">
              <ns1:defRPr sz="3150" b="0">
                <ns1:solidFill>
                  <ns1:srgbClr val="444444"/>
                </ns1:solidFill>
                <ns1:latin typeface="Pretendard"/>
                <ns1:ea typeface="Pretendard"/>
                <ns1:cs typeface="Pretendard"/>
              </ns1:defRPr>
            </ns1:lvl9pPr>
          </ns1:lstStyle>
          <ns1:p>
            <ns1:pPr algn="ctr">
              <ns1:defRPr sz="3150" b="0">
                <ns1:solidFill>
                  <ns1:srgbClr val="444444"/>
                </ns1:solidFill>
                <ns1:latin typeface="Pretendard"/>
                <ns1:ea typeface="Pretendard"/>
                <ns1:cs typeface="Pretendard"/>
              </ns1:defRPr>
            </ns1:pPr>
            <ns1:r>
              <ns1:rPr sz="3150" b="0">
                <ns1:solidFill>
                  <ns1:srgbClr val="444444"/>
                </ns1:solidFill>
                <ns1:latin typeface="Pretendard"/>
                <ns1:ea typeface="Pretendard"/>
                <ns1:cs typeface="Pretendard"/>
              </ns1:rPr>
              <ns1:t>H 원자 4개와 O 원자 2개를 끝까지 확인한다</ns1:t>
            </ns1:r>
          </ns1:p>
        </ns0:txBody>
      </ns0:sp>
    </ns0:spTree>
    <ns0:extLst>
      <ns0:ext uri="{BB962C8B-B14F-4D97-AF65-F5344CB8AC3E}">
        <ns4:creationId val="895654404"/>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6" name="">
            <ns1:extLst>
              <ns1:ext uri="{FF2B5EF4-FFF2-40B4-BE49-F238E27FC236}">
                <ns2:creationId id="{01E960A7-8354-4B36-89D8-AB632BEDAD75}"/>
              </ns1:ext>
            </ns1:extLst>
          </ns0:cNvPr>
          <ns0:cNvPicPr>
            <ns1:picLocks noChangeAspect="1"/>
          </ns0:cNvPicPr>
          <ns0:nvPr/>
        </ns0:nvPicPr>
        <ns0:blipFill>
          <ns1:blip ns3:embed="R55647658cb534fc4"/>
          <ns1:stretch/>
        </ns0:blipFill>
        <ns0:spPr>
          <ns1:xfrm>
            <ns1:off x="16941800" y="382588"/>
            <ns1:ext cx="1028700" cy="733425"/>
          </ns1:xfrm>
          <ns1:prstGeom prst="rect">
            <ns1:avLst/>
          </ns1:prstGeom>
        </ns0:spPr>
      </ns0:pic>
      <ns0:sp>
        <ns0:nvSpPr>
          <ns0:cNvPr id="2" name="part_heading">
            <ns1:extLst>
              <ns1:ext uri="{FF2B5EF4-FFF2-40B4-BE49-F238E27FC236}">
                <ns2:creationId id="{8AD1F25D-45AE-4AF7-9FD7-89C16371DF35}"/>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63D14A1F-76BF-4DC4-A659-03CEC42F2B76}"/>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0FE43596-81F2-405E-A7C6-1DE5125394E6}"/>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5E01906A-6328-4572-9E9C-9A8F403A0E0D}"/>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E38E53E6-E4B1-42BB-9C72-E4317111DB64}"/>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반응식 전체 기준</ns1:t>
            </ns1:r>
          </ns1:p>
        </ns0:txBody>
      </ns0:sp>
      <ns0:sp>
        <ns0:nvSpPr>
          <ns0:cNvPr id="7" name="page">
            <ns1:extLst>
              <ns1:ext uri="{FF2B5EF4-FFF2-40B4-BE49-F238E27FC236}">
                <ns2:creationId id="{7CC8A793-E71B-44DC-82A1-E3DF811425A1}"/>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BDE284FB-9E0D-4A5D-A65C-DE2DC255089A}"/>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EQ_BOND-native">
            <ns1:extLst>
              <ns1:ext uri="{FF2B5EF4-FFF2-40B4-BE49-F238E27FC236}">
                <ns2:creationId id="{12957441-B52A-4982-BDBF-9496EB492C78}"/>
              </ns1:ext>
            </ns1:extLst>
          </ns0:cNvPr>
          <ns0:cNvSpPr>
            <ns1:spLocks noGrp="1"/>
          </ns0:cNvSpPr>
          <ns0:nvPr/>
        </ns0:nvSpPr>
        <ns0:spPr>
          <ns1:xfrm>
            <ns1:off x="1238250" y="4676775"/>
            <ns1:ext cx="15811500" cy="714375"/>
          </ns1:xfrm>
          <ns1:prstGeom prst="rect">
            <ns1:avLst/>
          </ns1:prstGeom>
          <ns1:noFill/>
          <ns1:ln w="0">
            <ns1:noFill/>
          </ns1:ln>
        </ns0:spPr>
        <ns0:txBody>
          <ns1:bodyPr wrap="none" lIns="0" tIns="0" rIns="0" bIns="0" anchor="t">
            <ns1:noAutofit/>
          </ns1:bodyPr>
          <ns1:lstStyle>
            <ns1:defPPr algn="ctr">
              <ns1:defRPr sz="3338" b="0">
                <ns1:solidFill>
                  <ns1:srgbClr val="111111"/>
                </ns1:solidFill>
                <ns1:latin typeface="Pretendard"/>
                <ns1:ea typeface="Pretendard"/>
                <ns1:cs typeface="Pretendard"/>
              </ns1:defRPr>
            </ns1:defPPr>
            <ns1:lvl1pPr algn="ctr">
              <ns1:defRPr sz="3338" b="0">
                <ns1:solidFill>
                  <ns1:srgbClr val="111111"/>
                </ns1:solidFill>
                <ns1:latin typeface="Pretendard"/>
                <ns1:ea typeface="Pretendard"/>
                <ns1:cs typeface="Pretendard"/>
              </ns1:defRPr>
            </ns1:lvl1pPr>
            <ns1:lvl2pPr algn="ctr">
              <ns1:defRPr sz="3338" b="0">
                <ns1:solidFill>
                  <ns1:srgbClr val="111111"/>
                </ns1:solidFill>
                <ns1:latin typeface="Pretendard"/>
                <ns1:ea typeface="Pretendard"/>
                <ns1:cs typeface="Pretendard"/>
              </ns1:defRPr>
            </ns1:lvl2pPr>
            <ns1:lvl3pPr algn="ctr">
              <ns1:defRPr sz="3338" b="0">
                <ns1:solidFill>
                  <ns1:srgbClr val="111111"/>
                </ns1:solidFill>
                <ns1:latin typeface="Pretendard"/>
                <ns1:ea typeface="Pretendard"/>
                <ns1:cs typeface="Pretendard"/>
              </ns1:defRPr>
            </ns1:lvl3pPr>
            <ns1:lvl4pPr algn="ctr">
              <ns1:defRPr sz="3338" b="0">
                <ns1:solidFill>
                  <ns1:srgbClr val="111111"/>
                </ns1:solidFill>
                <ns1:latin typeface="Pretendard"/>
                <ns1:ea typeface="Pretendard"/>
                <ns1:cs typeface="Pretendard"/>
              </ns1:defRPr>
            </ns1:lvl4pPr>
            <ns1:lvl5pPr algn="ctr">
              <ns1:defRPr sz="3338" b="0">
                <ns1:solidFill>
                  <ns1:srgbClr val="111111"/>
                </ns1:solidFill>
                <ns1:latin typeface="Pretendard"/>
                <ns1:ea typeface="Pretendard"/>
                <ns1:cs typeface="Pretendard"/>
              </ns1:defRPr>
            </ns1:lvl5pPr>
            <ns1:lvl6pPr algn="ctr">
              <ns1:defRPr sz="3338" b="0">
                <ns1:solidFill>
                  <ns1:srgbClr val="111111"/>
                </ns1:solidFill>
                <ns1:latin typeface="Pretendard"/>
                <ns1:ea typeface="Pretendard"/>
                <ns1:cs typeface="Pretendard"/>
              </ns1:defRPr>
            </ns1:lvl6pPr>
            <ns1:lvl7pPr algn="ctr">
              <ns1:defRPr sz="3338" b="0">
                <ns1:solidFill>
                  <ns1:srgbClr val="111111"/>
                </ns1:solidFill>
                <ns1:latin typeface="Pretendard"/>
                <ns1:ea typeface="Pretendard"/>
                <ns1:cs typeface="Pretendard"/>
              </ns1:defRPr>
            </ns1:lvl7pPr>
            <ns1:lvl8pPr algn="ctr">
              <ns1:defRPr sz="3338" b="0">
                <ns1:solidFill>
                  <ns1:srgbClr val="111111"/>
                </ns1:solidFill>
                <ns1:latin typeface="Pretendard"/>
                <ns1:ea typeface="Pretendard"/>
                <ns1:cs typeface="Pretendard"/>
              </ns1:defRPr>
            </ns1:lvl8pPr>
            <ns1:lvl9pPr algn="ctr">
              <ns1:defRPr sz="3338" b="0">
                <ns1:solidFill>
                  <ns1:srgbClr val="111111"/>
                </ns1:solidFill>
                <ns1:latin typeface="Pretendard"/>
                <ns1:ea typeface="Pretendard"/>
                <ns1:cs typeface="Pretendard"/>
              </ns1:defRPr>
            </ns1:lvl9pPr>
          </ns1:lstStyle>
          <ns1:p>
            <ns1:pPr algn="ctr">
              <ns1:defRPr sz="3338" b="0">
                <ns1:solidFill>
                  <ns1:srgbClr val="111111"/>
                </ns1:solidFill>
                <ns1:latin typeface="Pretendard"/>
                <ns1:ea typeface="Pretendard"/>
                <ns1:cs typeface="Pretendard"/>
              </ns1:defRPr>
            </ns1:pPr>
            <ns1:r>
              <ns1:rPr sz="3338" b="0">
                <ns1:solidFill>
                  <ns1:srgbClr val="111111"/>
                </ns1:solidFill>
                <ns1:latin typeface="Pretendard"/>
                <ns1:ea typeface="Pretendard"/>
                <ns1:cs typeface="Pretendard"/>
              </ns1:rPr>
              <ns1:t>반응 엔탈피(</ns1:t>
            </ns1:r>
            <ns1:r>
              <ns1:rPr sz="3338" b="0" i="1">
                <ns1:solidFill>
                  <ns1:srgbClr val="111111"/>
                </ns1:solidFill>
                <ns1:latin typeface="Pretendard"/>
                <ns1:ea typeface="Pretendard"/>
                <ns1:cs typeface="Pretendard"/>
              </ns1:rPr>
              <ns1:t>ΔH</ns1:t>
            </ns1:r>
            <ns1:r>
              <ns1:rPr sz="3338" b="0">
                <ns1:solidFill>
                  <ns1:srgbClr val="111111"/>
                </ns1:solidFill>
                <ns1:latin typeface="Pretendard"/>
                <ns1:ea typeface="Pretendard"/>
                <ns1:cs typeface="Pretendard"/>
              </ns1:rPr>
              <ns1:t>) ≈ 반응물의 결합 에너지 합 − 생성물의 결합 에너지 합</ns1:t>
            </ns1:r>
          </ns1:p>
        </ns0:txBody>
      </ns0:sp>
      <ns0:sp>
        <ns0:nvSpPr>
          <ns0:cNvPr id="10" name="step-strip-0">
            <ns1:extLst>
              <ns1:ext uri="{FF2B5EF4-FFF2-40B4-BE49-F238E27FC236}">
                <ns2:creationId id="{D84D74F6-F497-42EF-B6C6-AC6AE0059A41}"/>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08E6C1ED-08A4-4ABD-8A3D-3118BB563432}"/>
              </ns1:ext>
            </ns1:extLst>
          </ns0:cNvPr>
          <ns0:cNvSpPr>
            <ns1:spLocks noGrp="1"/>
          </ns0:cNvSpPr>
          <ns0:nvPr/>
        </ns0:nvSpPr>
        <ns0:spPr>
          <ns1:xfrm>
            <ns1:off x="2590800" y="5962650"/>
            <ns1:ext cx="571500" cy="5715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3F4E739A-EA15-42B0-8558-6D0715F60F83}"/>
              </ns1:ext>
            </ns1:extLst>
          </ns0:cNvPr>
          <ns0:cNvSpPr>
            <ns1:spLocks noGrp="1"/>
          </ns0:cNvSpPr>
          <ns0:nvPr/>
        </ns0:nvSpPr>
        <ns0:spPr>
          <ns1:xfrm>
            <ns1:off x="2590800" y="5981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690EF010-75E6-482B-95C4-87605E54F140}"/>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C494FCDC-7C92-43DB-B88F-CE7B6EE36B93}"/>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AD6AD0F7-C540-44B8-A89C-7D8333E52EC9}"/>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9589E7B0-2982-494D-8B10-8808C49FFCE5}"/>
              </ns1:ext>
            </ns1:extLst>
          </ns0:cNvPr>
          <ns0:cNvSpPr>
            <ns1:spLocks noGrp="1"/>
          </ns0:cNvSpPr>
          <ns0:nvPr/>
        </ns0:nvSpPr>
        <ns0:spPr>
          <ns1:xfrm>
            <ns1:off x="2590800" y="7105650"/>
            <ns1:ext cx="571500" cy="5715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046DD463-88B2-4D4A-A9B6-8DB0B62A56AF}"/>
              </ns1:ext>
            </ns1:extLst>
          </ns0:cNvPr>
          <ns0:cNvSpPr>
            <ns1:spLocks noGrp="1"/>
          </ns0:cNvSpPr>
          <ns0:nvPr/>
        </ns0:nvSpPr>
        <ns0:spPr>
          <ns1:xfrm>
            <ns1:off x="2590800" y="7124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D18D31C1-C44A-4557-ADB1-9A5C923CF926}"/>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D4DA97CD-EB9D-451C-929E-2C07B697CD16}"/>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FC3D2FAF-F649-46E1-9282-6844427D8B7C}"/>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75BEE26D-9006-4F01-A700-08AC0659DB03}"/>
              </ns1:ext>
            </ns1:extLst>
          </ns0:cNvPr>
          <ns0:cNvSpPr>
            <ns1:spLocks noGrp="1"/>
          </ns0:cNvSpPr>
          <ns0:nvPr/>
        </ns0:nvSpPr>
        <ns0:spPr>
          <ns1:xfrm>
            <ns1:off x="2590800" y="8248650"/>
            <ns1:ext cx="571500" cy="5715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E958FF46-EA04-47AF-8611-FC97DF2351C3}"/>
              </ns1:ext>
            </ns1:extLst>
          </ns0:cNvPr>
          <ns0:cNvSpPr>
            <ns1:spLocks noGrp="1"/>
          </ns0:cNvSpPr>
          <ns0:nvPr/>
        </ns0:nvSpPr>
        <ns0:spPr>
          <ns1:xfrm>
            <ns1:off x="2590800" y="8267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469F6EDE-6F79-4BBB-986B-7B626910FD7C}"/>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8EA8A620-2EC7-41A5-8EB5-575DE8A2EAD6}"/>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
        <ns0:nvSpPr>
          <ns0:cNvPr id="25" name="condition">
            <ns1:extLst>
              <ns1:ext uri="{FF2B5EF4-FFF2-40B4-BE49-F238E27FC236}">
                <ns2:creationId id="{BC5807BF-69D6-472E-ACF1-A0A4E0EEC235}"/>
              </ns1:ext>
            </ns1:extLst>
          </ns0:cNvPr>
          <ns0:cNvSpPr>
            <ns1:spLocks noGrp="1"/>
          </ns0:cNvSpPr>
          <ns0:nvPr/>
        </ns0:nvSpPr>
        <ns0:spPr>
          <ns1:xfrm>
            <ns1:off x="2381250" y="9448800"/>
            <ns1:ext cx="13525500" cy="333375"/>
          </ns1:xfrm>
          <ns1:prstGeom prst="rect">
            <ns1:avLst/>
          </ns1:prstGeom>
          <ns1:noFill/>
          <ns1:ln w="0">
            <ns1:noFill/>
          </ns1:ln>
        </ns0:spPr>
        <ns0:txBody>
          <ns1:bodyPr wrap="none" lIns="0" tIns="0" rIns="0" bIns="0" anchor="t">
            <ns1:noAutofit/>
          </ns1:bodyPr>
          <ns1:lstStyle>
            <ns1:defPPr algn="ctr">
              <ns1:defRPr sz="2100" b="0">
                <ns1:solidFill>
                  <ns1:srgbClr val="777777"/>
                </ns1:solidFill>
                <ns1:latin typeface="Pretendard"/>
                <ns1:ea typeface="Pretendard"/>
                <ns1:cs typeface="Pretendard"/>
              </ns1:defRPr>
            </ns1:defPPr>
            <ns1:lvl1pPr algn="ctr">
              <ns1:defRPr sz="2100" b="0">
                <ns1:solidFill>
                  <ns1:srgbClr val="777777"/>
                </ns1:solidFill>
                <ns1:latin typeface="Pretendard"/>
                <ns1:ea typeface="Pretendard"/>
                <ns1:cs typeface="Pretendard"/>
              </ns1:defRPr>
            </ns1:lvl1pPr>
            <ns1:lvl2pPr algn="ctr">
              <ns1:defRPr sz="2100" b="0">
                <ns1:solidFill>
                  <ns1:srgbClr val="777777"/>
                </ns1:solidFill>
                <ns1:latin typeface="Pretendard"/>
                <ns1:ea typeface="Pretendard"/>
                <ns1:cs typeface="Pretendard"/>
              </ns1:defRPr>
            </ns1:lvl2pPr>
            <ns1:lvl3pPr algn="ctr">
              <ns1:defRPr sz="2100" b="0">
                <ns1:solidFill>
                  <ns1:srgbClr val="777777"/>
                </ns1:solidFill>
                <ns1:latin typeface="Pretendard"/>
                <ns1:ea typeface="Pretendard"/>
                <ns1:cs typeface="Pretendard"/>
              </ns1:defRPr>
            </ns1:lvl3pPr>
            <ns1:lvl4pPr algn="ctr">
              <ns1:defRPr sz="2100" b="0">
                <ns1:solidFill>
                  <ns1:srgbClr val="777777"/>
                </ns1:solidFill>
                <ns1:latin typeface="Pretendard"/>
                <ns1:ea typeface="Pretendard"/>
                <ns1:cs typeface="Pretendard"/>
              </ns1:defRPr>
            </ns1:lvl4pPr>
            <ns1:lvl5pPr algn="ctr">
              <ns1:defRPr sz="2100" b="0">
                <ns1:solidFill>
                  <ns1:srgbClr val="777777"/>
                </ns1:solidFill>
                <ns1:latin typeface="Pretendard"/>
                <ns1:ea typeface="Pretendard"/>
                <ns1:cs typeface="Pretendard"/>
              </ns1:defRPr>
            </ns1:lvl5pPr>
            <ns1:lvl6pPr algn="ctr">
              <ns1:defRPr sz="2100" b="0">
                <ns1:solidFill>
                  <ns1:srgbClr val="777777"/>
                </ns1:solidFill>
                <ns1:latin typeface="Pretendard"/>
                <ns1:ea typeface="Pretendard"/>
                <ns1:cs typeface="Pretendard"/>
              </ns1:defRPr>
            </ns1:lvl6pPr>
            <ns1:lvl7pPr algn="ctr">
              <ns1:defRPr sz="2100" b="0">
                <ns1:solidFill>
                  <ns1:srgbClr val="777777"/>
                </ns1:solidFill>
                <ns1:latin typeface="Pretendard"/>
                <ns1:ea typeface="Pretendard"/>
                <ns1:cs typeface="Pretendard"/>
              </ns1:defRPr>
            </ns1:lvl7pPr>
            <ns1:lvl8pPr algn="ctr">
              <ns1:defRPr sz="2100" b="0">
                <ns1:solidFill>
                  <ns1:srgbClr val="777777"/>
                </ns1:solidFill>
                <ns1:latin typeface="Pretendard"/>
                <ns1:ea typeface="Pretendard"/>
                <ns1:cs typeface="Pretendard"/>
              </ns1:defRPr>
            </ns1:lvl8pPr>
            <ns1:lvl9pPr algn="ctr">
              <ns1:defRPr sz="2100" b="0">
                <ns1:solidFill>
                  <ns1:srgbClr val="777777"/>
                </ns1:solidFill>
                <ns1:latin typeface="Pretendard"/>
                <ns1:ea typeface="Pretendard"/>
                <ns1:cs typeface="Pretendard"/>
              </ns1:defRPr>
            </ns1:lvl9pPr>
          </ns1:lstStyle>
          <ns1:p>
            <ns1:pPr algn="ctr">
              <ns1:defRPr sz="2100" b="0">
                <ns1:solidFill>
                  <ns1:srgbClr val="777777"/>
                </ns1:solidFill>
                <ns1:latin typeface="Pretendard"/>
                <ns1:ea typeface="Pretendard"/>
                <ns1:cs typeface="Pretendard"/>
              </ns1:defRPr>
            </ns1:pPr>
            <ns1:r>
              <ns1:rPr sz="2100" b="0">
                <ns1:solidFill>
                  <ns1:srgbClr val="777777"/>
                </ns1:solidFill>
                <ns1:latin typeface="Pretendard"/>
                <ns1:ea typeface="Pretendard"/>
                <ns1:cs typeface="Pretendard"/>
              </ns1:rPr>
              <ns1:t>평균 결합 에너지를 사용한 수증기 생성 반응의 근삿값</ns1:t>
            </ns1:r>
          </ns1:p>
        </ns0:txBody>
      </ns0:sp>
    </ns0:spTree>
    <ns0:extLst>
      <ns0:ext uri="{BB962C8B-B14F-4D97-AF65-F5344CB8AC3E}">
        <ns4:creationId val="65891588"/>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2026-10-19T15:12:23.7300000Z</dcterms:created>
  <dcterms:modified xsi:type="dcterms:W3CDTF">2026-10-19T15:12:23.7300000Z</dcterms:modified>
</coreProperties>
</file>