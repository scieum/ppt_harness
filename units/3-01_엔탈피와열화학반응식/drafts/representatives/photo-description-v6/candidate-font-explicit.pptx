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494197b71a4dd1" /><Relationship Type="http://schemas.openxmlformats.org/officeDocument/2006/relationships/extended-properties" Target="/docProps/app.xml" Id="Ra9202dd31e614d9f" /><Relationship Type="http://schemas.openxmlformats.org/officeDocument/2006/relationships/officeDocument" Target="/ppt/presentation.xml" Id="Ra4b2526888734431" /></Relationships>
</file>

<file path=ppt/presentation.xml><?xml version="1.0" encoding="utf-8"?>
<p:presentation xmlns:p="http://schemas.openxmlformats.org/presentationml/2006/main">
  <p:sldMasterIdLst>
    <p:sldMasterId xmlns:r="http://schemas.openxmlformats.org/officeDocument/2006/relationships" id="2147483648" r:id="R9b34672d325440d8"/>
  </p:sldMasterIdLst>
  <p:notesMasterIdLst>
    <p:notesMasterId xmlns:r="http://schemas.openxmlformats.org/officeDocument/2006/relationships" r:id="Rb69acea20c4e4afc"/>
  </p:notesMasterIdLst>
  <p:sldIdLst>
    <p:sldId xmlns:r="http://schemas.openxmlformats.org/officeDocument/2006/relationships" id="256" r:id="R05d2fe2115e3496e"/>
    <p:sldId xmlns:r="http://schemas.openxmlformats.org/officeDocument/2006/relationships" id="257" r:id="R38e552257ba049ca"/>
    <p:sldId xmlns:r="http://schemas.openxmlformats.org/officeDocument/2006/relationships" id="258" r:id="R391cb6484bc342ea"/>
    <p:sldId xmlns:r="http://schemas.openxmlformats.org/officeDocument/2006/relationships" id="259" r:id="Rf4123048d2404c27"/>
    <p:sldId xmlns:r="http://schemas.openxmlformats.org/officeDocument/2006/relationships" id="260" r:id="R722e8df1b5bb46b9"/>
    <p:sldId xmlns:r="http://schemas.openxmlformats.org/officeDocument/2006/relationships" id="261" r:id="R4b4b3d926e2141b9"/>
    <p:sldId xmlns:r="http://schemas.openxmlformats.org/officeDocument/2006/relationships" id="262" r:id="Rc750ca142dfd4856"/>
    <p:sldId xmlns:r="http://schemas.openxmlformats.org/officeDocument/2006/relationships" id="263" r:id="R2b1ee1f239bf4b9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c7b04b335147ba" /><Relationship Type="http://schemas.openxmlformats.org/officeDocument/2006/relationships/slideMaster" Target="/ppt/slideMasters/slideMaster1.xml" Id="R9b34672d325440d8" /><Relationship Type="http://schemas.openxmlformats.org/officeDocument/2006/relationships/notesMaster" Target="/ppt/notesMasters/notesMaster1.xml" Id="Rb69acea20c4e4afc" /><Relationship Type="http://schemas.openxmlformats.org/officeDocument/2006/relationships/presProps" Target="/ppt/presProps.xml" Id="R4ff359f4446d4662" /><Relationship Type="http://schemas.openxmlformats.org/officeDocument/2006/relationships/tableStyles" Target="/ppt/tableStyles.xml" Id="R9535d2cd77634fc2" /><Relationship Type="http://schemas.openxmlformats.org/officeDocument/2006/relationships/slide" Target="/ppt/slides/slide1.xml" Id="R05d2fe2115e3496e" /><Relationship Type="http://schemas.openxmlformats.org/officeDocument/2006/relationships/slide" Target="/ppt/slides/slide2.xml" Id="R38e552257ba049ca" /><Relationship Type="http://schemas.openxmlformats.org/officeDocument/2006/relationships/slide" Target="/ppt/slides/slide3.xml" Id="R391cb6484bc342ea" /><Relationship Type="http://schemas.openxmlformats.org/officeDocument/2006/relationships/slide" Target="/ppt/slides/slide4.xml" Id="Rf4123048d2404c27" /><Relationship Type="http://schemas.openxmlformats.org/officeDocument/2006/relationships/slide" Target="/ppt/slides/slide5.xml" Id="R722e8df1b5bb46b9" /><Relationship Type="http://schemas.openxmlformats.org/officeDocument/2006/relationships/slide" Target="/ppt/slides/slide6.xml" Id="R4b4b3d926e2141b9" /><Relationship Type="http://schemas.openxmlformats.org/officeDocument/2006/relationships/slide" Target="/ppt/slides/slide7.xml" Id="Rc750ca142dfd4856" /><Relationship Type="http://schemas.openxmlformats.org/officeDocument/2006/relationships/slide" Target="/ppt/slides/slide8.xml" Id="R2b1ee1f239bf4b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1bd960182c4e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fef43dfff5483f" /><Relationship Type="http://schemas.openxmlformats.org/officeDocument/2006/relationships/notesMaster" Target="/ppt/notesMasters/notesMaster1.xml" Id="R17e01e29d79248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08b52542b34afa" /><Relationship Type="http://schemas.openxmlformats.org/officeDocument/2006/relationships/notesMaster" Target="/ppt/notesMasters/notesMaster1.xml" Id="Ra899e93e99c24f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d82d9617f245d8" /><Relationship Type="http://schemas.openxmlformats.org/officeDocument/2006/relationships/notesMaster" Target="/ppt/notesMasters/notesMaster1.xml" Id="Reaaa395bea6d48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a596a0d16e4b56" /><Relationship Type="http://schemas.openxmlformats.org/officeDocument/2006/relationships/notesMaster" Target="/ppt/notesMasters/notesMaster1.xml" Id="Re490eb1b96bc47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997de39f174de2" /><Relationship Type="http://schemas.openxmlformats.org/officeDocument/2006/relationships/notesMaster" Target="/ppt/notesMasters/notesMaster1.xml" Id="R6fcea0439d2642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033358e0f54210" /><Relationship Type="http://schemas.openxmlformats.org/officeDocument/2006/relationships/notesMaster" Target="/ppt/notesMasters/notesMaster1.xml" Id="Rede09d55917144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d43f5d7a894274" /><Relationship Type="http://schemas.openxmlformats.org/officeDocument/2006/relationships/notesMaster" Target="/ppt/notesMasters/notesMaster1.xml" Id="R3cb363c52a104f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e52200e0f34c46" /><Relationship Type="http://schemas.openxmlformats.org/officeDocument/2006/relationships/notesMaster" Target="/ppt/notesMasters/notesMaster1.xml" Id="R03335e47b7d540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66ed74900948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34e27f1fae43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93d1298eb647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fe50135da4040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24d8a02bffd40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f361c480a149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75C93B-E323-4C38-A74A-EBCAB193C21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3D0D76-C563-40F3-9050-411651746D8A}"/>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3360CE-C4E2-4BA3-8F74-EE9C9C130A6D}"/>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24CDCA-953D-40B1-A568-87137BC0934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EFEB89-E7C0-427C-95DB-FBC3336AEC6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C51393-DFE8-4E6D-A980-910432694C1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28A5C0-64F3-4D98-8CF6-898D3E25C32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12DD3DC-98EE-4565-92F0-4CBEE9E5191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29E569-2D28-4B02-AF44-8044AFFB331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AC54D9-E0F5-4EB7-9D53-823D60483B8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46d6748f984b4b" /><Relationship Type="http://schemas.openxmlformats.org/officeDocument/2006/relationships/slideLayout" Target="/ppt/slideLayouts/slideLayout1.xml" Id="Rce8606ba8c814628" /><Relationship Type="http://schemas.openxmlformats.org/officeDocument/2006/relationships/slideLayout" Target="/ppt/slideLayouts/slideLayout2.xml" Id="R84417dffcb4c45f6" /><Relationship Type="http://schemas.openxmlformats.org/officeDocument/2006/relationships/slideLayout" Target="/ppt/slideLayouts/slideLayout3.xml" Id="Ra52d8c529e8a4a12" /><Relationship Type="http://schemas.openxmlformats.org/officeDocument/2006/relationships/slideLayout" Target="/ppt/slideLayouts/slideLayout4.xml" Id="R524f0979a0a54b0b" /><Relationship Type="http://schemas.openxmlformats.org/officeDocument/2006/relationships/slideLayout" Target="/ppt/slideLayouts/slideLayout5.xml" Id="R5d114e1b88c44dbb" /><Relationship Type="http://schemas.openxmlformats.org/officeDocument/2006/relationships/slideLayout" Target="/ppt/slideLayouts/slideLayout6.xml" Id="R41fe16d890d74c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8606ba8c814628"/>
    <p:sldLayoutId xmlns:r="http://schemas.openxmlformats.org/officeDocument/2006/relationships" id="2147483650" r:id="R84417dffcb4c45f6"/>
    <p:sldLayoutId xmlns:r="http://schemas.openxmlformats.org/officeDocument/2006/relationships" id="2147483651" r:id="Ra52d8c529e8a4a12"/>
    <p:sldLayoutId xmlns:r="http://schemas.openxmlformats.org/officeDocument/2006/relationships" id="2147483652" r:id="R524f0979a0a54b0b"/>
    <p:sldLayoutId xmlns:r="http://schemas.openxmlformats.org/officeDocument/2006/relationships" id="2147483653" r:id="R5d114e1b88c44dbb"/>
    <p:sldLayoutId xmlns:r="http://schemas.openxmlformats.org/officeDocument/2006/relationships" id="2147483654" r:id="R41fe16d890d74c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20bf0a39704958" /><Relationship Type="http://schemas.openxmlformats.org/officeDocument/2006/relationships/image" Target="/ppt/media/image.png" Id="R40dbafc3d202439c" /><Relationship Type="http://schemas.openxmlformats.org/officeDocument/2006/relationships/image" Target="/ppt/media/image2.png" Id="R13638cd9890d45f5" /><Relationship Type="http://schemas.openxmlformats.org/officeDocument/2006/relationships/image" Target="/ppt/media/image3.png" Id="R2d7af8870c30497b" /><Relationship Type="http://schemas.openxmlformats.org/officeDocument/2006/relationships/image" Target="/ppt/media/image4.png" Id="Rc6d1162f4e6947d1" /><Relationship Type="http://schemas.openxmlformats.org/officeDocument/2006/relationships/notesSlide" Target="/ppt/notesSlides/notesSlide1.xml" Id="R97cc1af2c0d740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4b1015ae964e8d" /><Relationship Type="http://schemas.openxmlformats.org/officeDocument/2006/relationships/image" Target="/ppt/media/image5.png" Id="R058859e68dd14acf" /><Relationship Type="http://schemas.openxmlformats.org/officeDocument/2006/relationships/image" Target="/ppt/media/image6.png" Id="R8d2492f11455449b" /><Relationship Type="http://schemas.openxmlformats.org/officeDocument/2006/relationships/image" Target="/ppt/media/image7.png" Id="R9b19246d5e6a4242" /><Relationship Type="http://schemas.openxmlformats.org/officeDocument/2006/relationships/image" Target="/ppt/media/image8.png" Id="Ra1246d37df7944b5" /><Relationship Type="http://schemas.openxmlformats.org/officeDocument/2006/relationships/image" Target="/ppt/media/image9.png" Id="R3b1c015ce2104198" /><Relationship Type="http://schemas.openxmlformats.org/officeDocument/2006/relationships/image" Target="/ppt/media/image10.png" Id="R87dd11c1e14e4c25" /><Relationship Type="http://schemas.openxmlformats.org/officeDocument/2006/relationships/image" Target="/ppt/media/image11.png" Id="R49cca86e98aa494c" /><Relationship Type="http://schemas.openxmlformats.org/officeDocument/2006/relationships/image" Target="/ppt/media/image12.png" Id="Rb27a2f0112e6493c" /><Relationship Type="http://schemas.openxmlformats.org/officeDocument/2006/relationships/image" Target="/ppt/media/image13.png" Id="Rfd1f79539b754dc4" /><Relationship Type="http://schemas.openxmlformats.org/officeDocument/2006/relationships/notesSlide" Target="/ppt/notesSlides/notesSlide2.xml" Id="R6f57008f97e044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18e3f7557ca4b7c" /><Relationship Type="http://schemas.openxmlformats.org/officeDocument/2006/relationships/image" Target="/ppt/media/image14.png" Id="Rc508e1c037ef433f" /><Relationship Type="http://schemas.openxmlformats.org/officeDocument/2006/relationships/image" Target="/ppt/media/image15.png" Id="Rf1b1203d80054ef6" /><Relationship Type="http://schemas.openxmlformats.org/officeDocument/2006/relationships/image" Target="/ppt/media/image16.png" Id="R3d37514766924a76" /><Relationship Type="http://schemas.openxmlformats.org/officeDocument/2006/relationships/notesSlide" Target="/ppt/notesSlides/notesSlide3.xml" Id="Ra60ff15d9cf54d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6084dfe3754f79" /><Relationship Type="http://schemas.openxmlformats.org/officeDocument/2006/relationships/image" Target="/ppt/media/image17.png" Id="Rd699da0e29e04528" /><Relationship Type="http://schemas.openxmlformats.org/officeDocument/2006/relationships/image" Target="/ppt/media/image18.png" Id="Rad4e007ee1184a5f" /><Relationship Type="http://schemas.openxmlformats.org/officeDocument/2006/relationships/notesSlide" Target="/ppt/notesSlides/notesSlide4.xml" Id="R3d0c370ecb5243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6b905b0b6446ba" /><Relationship Type="http://schemas.openxmlformats.org/officeDocument/2006/relationships/image" Target="/ppt/media/image19.png" Id="Rbc310e06b94f4b4c" /><Relationship Type="http://schemas.openxmlformats.org/officeDocument/2006/relationships/image" Target="/ppt/media/image20.png" Id="R6565e93f81654d2a" /><Relationship Type="http://schemas.openxmlformats.org/officeDocument/2006/relationships/notesSlide" Target="/ppt/notesSlides/notesSlide5.xml" Id="Rd45eb3be6aef47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33f19c586f49f2" /><Relationship Type="http://schemas.openxmlformats.org/officeDocument/2006/relationships/image" Target="/ppt/media/image21.png" Id="R87941915a4a04d1a" /><Relationship Type="http://schemas.openxmlformats.org/officeDocument/2006/relationships/image" Target="/ppt/media/image22.png" Id="R0666389a947e48f4" /><Relationship Type="http://schemas.openxmlformats.org/officeDocument/2006/relationships/image" Target="/ppt/media/image23.png" Id="R825e2114209e4eeb" /><Relationship Type="http://schemas.openxmlformats.org/officeDocument/2006/relationships/notesSlide" Target="/ppt/notesSlides/notesSlide6.xml" Id="R650542244f3c4b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cd1921ef904385" /><Relationship Type="http://schemas.openxmlformats.org/officeDocument/2006/relationships/image" Target="/ppt/media/image24.png" Id="R8d68454b08504c1c" /><Relationship Type="http://schemas.openxmlformats.org/officeDocument/2006/relationships/image" Target="/ppt/media/image25.png" Id="R6543e3e21f454914" /><Relationship Type="http://schemas.openxmlformats.org/officeDocument/2006/relationships/notesSlide" Target="/ppt/notesSlides/notesSlide7.xml" Id="Redd7dcafff684d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0bb56dadd34b12" /><Relationship Type="http://schemas.openxmlformats.org/officeDocument/2006/relationships/image" Target="/ppt/media/image26.png" Id="R0a064ff30c1a42a6" /><Relationship Type="http://schemas.openxmlformats.org/officeDocument/2006/relationships/notesSlide" Target="/ppt/notesSlides/notesSlide8.xml" Id="Rab4f453603194bb3" /></Relationships>
</file>

<file path=ppt/slides/slide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0" name="">
            <ns1:extLst>
              <ns1:ext uri="{FF2B5EF4-FFF2-40B4-BE49-F238E27FC236}">
                <ns2:creationId id="{29945653-5AEE-45BA-97ED-7CCCC750C587}"/>
              </ns1:ext>
            </ns1:extLst>
          </ns0:cNvPr>
          <ns0:cNvPicPr>
            <ns1:picLocks noChangeAspect="1"/>
          </ns0:cNvPicPr>
          <ns0:nvPr/>
        </ns0:nvPicPr>
        <ns0:blipFill>
          <ns1:blip ns3:embed="R40dbafc3d202439c"/>
          <ns1:stretch/>
        </ns0:blipFill>
        <ns0:spPr>
          <ns1:xfrm>
            <ns1:off x="4859" y="0"/>
            <ns1:ext cx="18278283" cy="10287000"/>
          </ns1:xfrm>
          <ns1:prstGeom prst="rect">
            <ns1:avLst/>
          </ns1:prstGeom>
        </ns0:spPr>
      </ns0:pic>
      <ns0:sp>
        <ns0:nvSpPr>
          <ns0:cNvPr id="2" name="reference_green_fade">
            <ns1:extLst>
              <ns1:ext uri="{FF2B5EF4-FFF2-40B4-BE49-F238E27FC236}">
                <ns2:creationId id="{B0B892F9-4A11-46B1-ACDC-F1C9B72A1906}"/>
              </ns1:ext>
            </ns1:extLst>
          </ns0:cNvPr>
          <ns0:cNvSpPr>
            <ns1:spLocks noGrp="1"/>
          </ns0:cNvSpPr>
          <ns0:nvPr/>
        </ns0:nvSpPr>
        <ns0:spPr>
          <ns1:xfrm>
            <ns1:off x="0" y="0"/>
            <ns1:ext cx="18288000" cy="10287000"/>
          </ns1:xfrm>
          <ns1:prstGeom prst="rect">
            <ns1:avLst/>
          </ns1:prstGeom>
          <ns1:gradFill>
            <ns1:gsLst>
              <ns1:gs pos="0">
                <ns1:srgbClr val="0C7D08"/>
              </ns1:gs>
              <ns1:gs pos="22000">
                <ns1:srgbClr val="0C7D08"/>
              </ns1:gs>
              <ns1:gs pos="58000">
                <ns1:srgbClr val="0C7D08">
                  <ns1:alpha val="0"/>
                </ns1:srgbClr>
              </ns1:gs>
              <ns1:gs pos="100000">
                <ns1:srgbClr val="0C7D08">
                  <ns1:alpha val="0"/>
                </ns1:srgbClr>
              </ns1:gs>
            </ns1:gsLst>
            <ns1:lin ang="0"/>
          </ns1:gradFill>
          <ns1:ln w="0">
            <ns1:noFill/>
          </ns1:ln>
        </ns0:spPr>
      </ns0:sp>
      <ns0:pic>
        <ns0:nvPicPr>
          <ns0:cNvPr id="3" name="">
            <ns1:extLst>
              <ns1:ext uri="{FF2B5EF4-FFF2-40B4-BE49-F238E27FC236}">
                <ns2:creationId id="{B190796E-53E0-4D9B-8305-4B41DB6298C7}"/>
              </ns1:ext>
            </ns1:extLst>
          </ns0:cNvPr>
          <ns0:cNvPicPr>
            <ns1:picLocks noChangeAspect="1"/>
          </ns0:cNvPicPr>
          <ns0:nvPr/>
        </ns0:nvPicPr>
        <ns0:blipFill>
          <ns1:blip ns3:embed="R13638cd9890d45f5"/>
          <ns1:stretch/>
        </ns0:blipFill>
        <ns0:spPr>
          <ns1:xfrm>
            <ns1:off x="16941800" y="382588"/>
            <ns1:ext cx="1028700" cy="733425"/>
          </ns1:xfrm>
          <ns1:prstGeom prst="rect">
            <ns1:avLst/>
          </ns1:prstGeom>
        </ns0:spPr>
      </ns0:pic>
      <ns0:sp>
        <ns0:nvSpPr>
          <ns0:cNvPr id="4" name="copyright">
            <ns1:extLst>
              <ns1:ext uri="{FF2B5EF4-FFF2-40B4-BE49-F238E27FC236}">
                <ns2:creationId id="{A6CF52A8-6403-453B-A77D-D939A1DA72A0}"/>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5" name="">
            <ns1:extLst>
              <ns1:ext uri="{FF2B5EF4-FFF2-40B4-BE49-F238E27FC236}">
                <ns2:creationId id="{63FA2E44-922C-4A57-8A50-5C8EAABBB513}"/>
              </ns1:ext>
            </ns1:extLst>
          </ns0:cNvPr>
          <ns0:cNvPicPr>
            <ns1:picLocks noChangeAspect="1"/>
          </ns0:cNvPicPr>
          <ns0:nvPr/>
        </ns0:nvPicPr>
        <ns0:blipFill>
          <ns1:blip ns3:embed="R2d7af8870c30497b"/>
          <ns1:stretch/>
        </ns0:blipFill>
        <ns0:spPr>
          <ns1:xfrm>
            <ns1:off x="1320800" y="5207000"/>
            <ns1:ext cx="1447800" cy="609600"/>
          </ns1:xfrm>
          <ns1:prstGeom prst="rect">
            <ns1:avLst/>
          </ns1:prstGeom>
        </ns0:spPr>
      </ns0:pic>
      <ns0:pic>
        <ns0:nvPicPr>
          <ns0:cNvPr id="6" name="">
            <ns1:extLst>
              <ns1:ext uri="{FF2B5EF4-FFF2-40B4-BE49-F238E27FC236}">
                <ns2:creationId id="{FBFC6CCE-B161-47A6-962A-52441D694463}"/>
              </ns1:ext>
            </ns1:extLst>
          </ns0:cNvPr>
          <ns0:cNvPicPr>
            <ns1:picLocks noChangeAspect="1"/>
          </ns0:cNvPicPr>
          <ns0:nvPr/>
        </ns0:nvPicPr>
        <ns0:blipFill>
          <ns1:blip ns3:embed="Rc6d1162f4e6947d1"/>
          <ns1:stretch/>
        </ns0:blipFill>
        <ns0:spPr>
          <ns1:xfrm>
            <ns1:off x="15252700" y="410251"/>
            <ns1:ext cx="1473200" cy="627298"/>
          </ns1:xfrm>
          <ns1:prstGeom prst="rect">
            <ns1:avLst/>
          </ns1:prstGeom>
        </ns0:spPr>
      </ns0:pic>
      <ns0:sp>
        <ns0:nvSpPr>
          <ns0:cNvPr id="7" name="title-line0">
            <ns1:extLst>
              <ns1:ext uri="{FF2B5EF4-FFF2-40B4-BE49-F238E27FC236}">
                <ns2:creationId id="{6F1F90BE-A528-4560-B8D1-4B31E51A9AEA}"/>
              </ns1:ext>
            </ns1:extLst>
          </ns0:cNvPr>
          <ns0:cNvSpPr>
            <ns1:spLocks noGrp="1"/>
          </ns0:cNvSpPr>
          <ns0:nvPr/>
        </ns0:nvSpPr>
        <ns0:spPr>
          <ns1:xfrm>
            <ns1:off x="1321118" y="2500789"/>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Ⅲ. 화학 변화의 자발성</ns1:t>
            </ns1:r>
          </ns1:p>
        </ns0:txBody>
      </ns0:sp>
      <ns0:sp>
        <ns0:nvSpPr>
          <ns0:cNvPr id="8" name="title-line1">
            <ns1:extLst>
              <ns1:ext uri="{FF2B5EF4-FFF2-40B4-BE49-F238E27FC236}">
                <ns2:creationId id="{D2755ABC-F24B-4117-8243-771DE3689846}"/>
              </ns1:ext>
            </ns1:extLst>
          </ns0:cNvPr>
          <ns0:cNvSpPr>
            <ns1:spLocks noGrp="1"/>
          </ns0:cNvSpPr>
          <ns0:nvPr/>
        </ns0:nvSpPr>
        <ns0:spPr>
          <ns1:xfrm>
            <ns1:off x="1321118" y="3500914"/>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01. 엔탈피와 열화학 반응식</ns1:t>
            </ns1:r>
          </ns1:p>
        </ns0:txBody>
      </ns0:sp>
      <ns0:sp>
        <ns0:nvSpPr>
          <ns0:cNvPr id="9" name="ai_notice">
            <ns1:extLst>
              <ns1:ext uri="{FF2B5EF4-FFF2-40B4-BE49-F238E27FC236}">
                <ns2:creationId id="{E5C29099-59C0-4D67-866D-4FD0281148FD}"/>
              </ns1:ext>
            </ns1:extLst>
          </ns0:cNvPr>
          <ns0:cNvSpPr>
            <ns1:spLocks noGrp="1"/>
          </ns0:cNvSpPr>
          <ns0:nvPr/>
        </ns0:nvSpPr>
        <ns0:spPr>
          <ns1:xfrm>
            <ns1:off x="355283" y="9855756"/>
            <ns1:ext cx="10763250" cy="285750"/>
          </ns1:xfrm>
          <ns1:prstGeom prst="rect">
            <ns1:avLst/>
          </ns1:prstGeom>
          <ns1:noFill/>
          <ns1:ln w="0">
            <ns1:noFill/>
          </ns1:ln>
        </ns0:spPr>
        <ns0:txBody>
          <ns1:bodyPr wrap="none" lIns="0" tIns="0" rIns="0" bIns="0" anchor="t">
            <ns1:noAutofit/>
          </ns1:bodyPr>
          <ns1:lstStyle>
            <ns1:defPPr algn="l">
              <ns1:defRPr sz="1275" b="0">
                <ns1:solidFill>
                  <ns1:srgbClr val="FFFFFF"/>
                </ns1:solidFill>
                <ns1:latin typeface="Pretendard"/>
                <ns1:ea typeface="Pretendard"/>
                <ns1:cs typeface="Pretendard"/>
              </ns1:defRPr>
            </ns1:defPPr>
            <ns1:lvl1pPr algn="l">
              <ns1:defRPr sz="1275" b="0">
                <ns1:solidFill>
                  <ns1:srgbClr val="FFFFFF"/>
                </ns1:solidFill>
                <ns1:latin typeface="Pretendard"/>
                <ns1:ea typeface="Pretendard"/>
                <ns1:cs typeface="Pretendard"/>
              </ns1:defRPr>
            </ns1:lvl1pPr>
            <ns1:lvl2pPr algn="l">
              <ns1:defRPr sz="1275" b="0">
                <ns1:solidFill>
                  <ns1:srgbClr val="FFFFFF"/>
                </ns1:solidFill>
                <ns1:latin typeface="Pretendard"/>
                <ns1:ea typeface="Pretendard"/>
                <ns1:cs typeface="Pretendard"/>
              </ns1:defRPr>
            </ns1:lvl2pPr>
            <ns1:lvl3pPr algn="l">
              <ns1:defRPr sz="1275" b="0">
                <ns1:solidFill>
                  <ns1:srgbClr val="FFFFFF"/>
                </ns1:solidFill>
                <ns1:latin typeface="Pretendard"/>
                <ns1:ea typeface="Pretendard"/>
                <ns1:cs typeface="Pretendard"/>
              </ns1:defRPr>
            </ns1:lvl3pPr>
            <ns1:lvl4pPr algn="l">
              <ns1:defRPr sz="1275" b="0">
                <ns1:solidFill>
                  <ns1:srgbClr val="FFFFFF"/>
                </ns1:solidFill>
                <ns1:latin typeface="Pretendard"/>
                <ns1:ea typeface="Pretendard"/>
                <ns1:cs typeface="Pretendard"/>
              </ns1:defRPr>
            </ns1:lvl4pPr>
            <ns1:lvl5pPr algn="l">
              <ns1:defRPr sz="1275" b="0">
                <ns1:solidFill>
                  <ns1:srgbClr val="FFFFFF"/>
                </ns1:solidFill>
                <ns1:latin typeface="Pretendard"/>
                <ns1:ea typeface="Pretendard"/>
                <ns1:cs typeface="Pretendard"/>
              </ns1:defRPr>
            </ns1:lvl5pPr>
            <ns1:lvl6pPr algn="l">
              <ns1:defRPr sz="1275" b="0">
                <ns1:solidFill>
                  <ns1:srgbClr val="FFFFFF"/>
                </ns1:solidFill>
                <ns1:latin typeface="Pretendard"/>
                <ns1:ea typeface="Pretendard"/>
                <ns1:cs typeface="Pretendard"/>
              </ns1:defRPr>
            </ns1:lvl6pPr>
            <ns1:lvl7pPr algn="l">
              <ns1:defRPr sz="1275" b="0">
                <ns1:solidFill>
                  <ns1:srgbClr val="FFFFFF"/>
                </ns1:solidFill>
                <ns1:latin typeface="Pretendard"/>
                <ns1:ea typeface="Pretendard"/>
                <ns1:cs typeface="Pretendard"/>
              </ns1:defRPr>
            </ns1:lvl7pPr>
            <ns1:lvl8pPr algn="l">
              <ns1:defRPr sz="1275" b="0">
                <ns1:solidFill>
                  <ns1:srgbClr val="FFFFFF"/>
                </ns1:solidFill>
                <ns1:latin typeface="Pretendard"/>
                <ns1:ea typeface="Pretendard"/>
                <ns1:cs typeface="Pretendard"/>
              </ns1:defRPr>
            </ns1:lvl8pPr>
            <ns1:lvl9pPr algn="l">
              <ns1:defRPr sz="1275" b="0">
                <ns1:solidFill>
                  <ns1:srgbClr val="FFFFFF"/>
                </ns1:solidFill>
                <ns1:latin typeface="Pretendard"/>
                <ns1:ea typeface="Pretendard"/>
                <ns1:cs typeface="Pretendard"/>
              </ns1:defRPr>
            </ns1:lvl9pPr>
          </ns1:lstStyle>
          <ns1:p>
            <ns1:pPr algn="l">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본 수업 자료에 사용된 일부 이미지는 생성형 AI 기술을 활용하여 제작되었습니다.</ns1:t>
            </ns1:r>
          </ns1:p>
        </ns0:txBody>
      </ns0:sp>
    </ns0:spTree>
    <ns0:extLst>
      <ns0:ext uri="{BB962C8B-B14F-4D97-AF65-F5344CB8AC3E}">
        <ns4:creationId val="395709775"/>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21" name="">
            <ns1:extLst>
              <ns1:ext uri="{FF2B5EF4-FFF2-40B4-BE49-F238E27FC236}">
                <ns2:creationId id="{EF1DC7A2-3500-4E90-9964-96C6B1F2D7FD}"/>
              </ns1:ext>
            </ns1:extLst>
          </ns0:cNvPr>
          <ns0:cNvPicPr>
            <ns1:picLocks noChangeAspect="1"/>
          </ns0:cNvPicPr>
          <ns0:nvPr/>
        </ns0:nvPicPr>
        <ns0:blipFill>
          <ns1:blip ns3:embed="R058859e68dd14acf"/>
          <ns1:stretch/>
        </ns0:blipFill>
        <ns0:spPr>
          <ns1:xfrm>
            <ns1:off x="1981200" y="4205950"/>
            <ns1:ext cx="13017500" cy="3792800"/>
          </ns1:xfrm>
          <ns1:prstGeom prst="rect">
            <ns1:avLst/>
          </ns1:prstGeom>
        </ns0:spPr>
      </ns0:pic>
      <ns0:pic>
        <ns0:nvPicPr>
          <ns0:cNvPr id="2" name="">
            <ns1:extLst>
              <ns1:ext uri="{FF2B5EF4-FFF2-40B4-BE49-F238E27FC236}">
                <ns2:creationId id="{1B42BD8F-3F41-4C31-8024-685D352F2E73}"/>
              </ns1:ext>
            </ns1:extLst>
          </ns0:cNvPr>
          <ns0:cNvPicPr>
            <ns1:picLocks noChangeAspect="1"/>
          </ns0:cNvPicPr>
          <ns0:nvPr/>
        </ns0:nvPicPr>
        <ns0:blipFill>
          <ns1:blip ns3:embed="R8d2492f11455449b"/>
          <ns1:stretch/>
        </ns0:blipFill>
        <ns0:spPr>
          <ns1:xfrm>
            <ns1:off x="4321175" y="4800600"/>
            <ns1:ext cx="2419350" cy="1981200"/>
          </ns1:xfrm>
          <ns1:prstGeom prst="rect">
            <ns1:avLst/>
          </ns1:prstGeom>
        </ns0:spPr>
      </ns0:pic>
      <ns0:pic>
        <ns0:nvPicPr>
          <ns0:cNvPr id="3" name="">
            <ns1:extLst>
              <ns1:ext uri="{FF2B5EF4-FFF2-40B4-BE49-F238E27FC236}">
                <ns2:creationId id="{4ADF0CB0-23F0-4459-876E-E54355B35EAE}"/>
              </ns1:ext>
            </ns1:extLst>
          </ns0:cNvPr>
          <ns0:cNvPicPr>
            <ns1:picLocks noChangeAspect="1"/>
          </ns0:cNvPicPr>
          <ns0:nvPr/>
        </ns0:nvPicPr>
        <ns0:blipFill>
          <ns1:blip ns3:embed="R9b19246d5e6a4242"/>
          <ns1:stretch/>
        </ns0:blipFill>
        <ns0:spPr>
          <ns1:xfrm>
            <ns1:off x="8004175" y="4800600"/>
            <ns1:ext cx="2419350" cy="1981200"/>
          </ns1:xfrm>
          <ns1:prstGeom prst="rect">
            <ns1:avLst/>
          </ns1:prstGeom>
        </ns0:spPr>
      </ns0:pic>
      <ns0:pic>
        <ns0:nvPicPr>
          <ns0:cNvPr id="4" name="">
            <ns1:extLst>
              <ns1:ext uri="{FF2B5EF4-FFF2-40B4-BE49-F238E27FC236}">
                <ns2:creationId id="{0971EBB9-B9A1-4FA9-876A-05F41A9D9302}"/>
              </ns1:ext>
            </ns1:extLst>
          </ns0:cNvPr>
          <ns0:cNvPicPr>
            <ns1:picLocks noChangeAspect="1"/>
          </ns0:cNvPicPr>
          <ns0:nvPr/>
        </ns0:nvPicPr>
        <ns0:blipFill>
          <ns1:blip ns3:embed="Ra1246d37df7944b5"/>
          <ns1:stretch/>
        </ns0:blipFill>
        <ns0:spPr>
          <ns1:xfrm>
            <ns1:off x="11696700" y="4788250"/>
            <ns1:ext cx="2425700" cy="2158300"/>
          </ns1:xfrm>
          <ns1:prstGeom prst="rect">
            <ns1:avLst/>
          </ns1:prstGeom>
        </ns0:spPr>
      </ns0:pic>
      <ns0:pic>
        <ns0:nvPicPr>
          <ns0:cNvPr id="5" name="">
            <ns1:extLst>
              <ns1:ext uri="{FF2B5EF4-FFF2-40B4-BE49-F238E27FC236}">
                <ns2:creationId id="{ED12E67D-24B9-4B27-A006-EA5D8B06D19C}"/>
              </ns1:ext>
            </ns1:extLst>
          </ns0:cNvPr>
          <ns0:cNvPicPr>
            <ns1:picLocks noChangeAspect="1"/>
          </ns0:cNvPicPr>
          <ns0:nvPr/>
        </ns0:nvPicPr>
        <ns0:blipFill>
          <ns1:blip ns3:embed="R3b1c015ce2104198"/>
          <ns1:stretch/>
        </ns0:blipFill>
        <ns0:spPr>
          <ns1:xfrm>
            <ns1:off x="14834480" y="4203700"/>
            <ns1:ext cx="353840" cy="1587500"/>
          </ns1:xfrm>
          <ns1:prstGeom prst="rect">
            <ns1:avLst/>
          </ns1:prstGeom>
        </ns0:spPr>
      </ns0:pic>
      <ns0:pic>
        <ns0:nvPicPr>
          <ns0:cNvPr id="6" name="">
            <ns1:extLst>
              <ns1:ext uri="{FF2B5EF4-FFF2-40B4-BE49-F238E27FC236}">
                <ns2:creationId id="{E624182D-32B4-430D-BDB1-2783A13E03D8}"/>
              </ns1:ext>
            </ns1:extLst>
          </ns0:cNvPr>
          <ns0:cNvPicPr>
            <ns1:picLocks noChangeAspect="1"/>
          </ns0:cNvPicPr>
          <ns0:nvPr/>
        </ns0:nvPicPr>
        <ns0:blipFill>
          <ns1:blip ns3:embed="R87dd11c1e14e4c25"/>
          <ns1:stretch/>
        </ns0:blipFill>
        <ns0:spPr>
          <ns1:xfrm>
            <ns1:off x="14644856" y="4330700"/>
            <ns1:ext cx="402887" cy="901700"/>
          </ns1:xfrm>
          <ns1:prstGeom prst="rect">
            <ns1:avLst/>
          </ns1:prstGeom>
        </ns0:spPr>
      </ns0:pic>
      <ns0:pic>
        <ns0:nvPicPr>
          <ns0:cNvPr id="7" name="">
            <ns1:extLst>
              <ns1:ext uri="{FF2B5EF4-FFF2-40B4-BE49-F238E27FC236}">
                <ns2:creationId id="{55DF2345-73CE-4CB6-B5A8-5BEC36D7EDC7}"/>
              </ns1:ext>
            </ns1:extLst>
          </ns0:cNvPr>
          <ns0:cNvPicPr>
            <ns1:picLocks noChangeAspect="1"/>
          </ns0:cNvPicPr>
          <ns0:nvPr/>
        </ns0:nvPicPr>
        <ns0:blipFill>
          <ns1:blip ns3:embed="R49cca86e98aa494c"/>
          <ns1:stretch/>
        </ns0:blipFill>
        <ns0:spPr>
          <ns1:xfrm>
            <ns1:off x="14644856" y="7099300"/>
            <ns1:ext cx="402887" cy="901700"/>
          </ns1:xfrm>
          <ns1:prstGeom prst="rect">
            <ns1:avLst/>
          </ns1:prstGeom>
        </ns0:spPr>
      </ns0:pic>
      <ns0:pic>
        <ns0:nvPicPr>
          <ns0:cNvPr id="8" name="">
            <ns1:extLst>
              <ns1:ext uri="{FF2B5EF4-FFF2-40B4-BE49-F238E27FC236}">
                <ns2:creationId id="{4A6355C4-E6E2-477E-B0C1-967D5624276C}"/>
              </ns1:ext>
            </ns1:extLst>
          </ns0:cNvPr>
          <ns0:cNvPicPr>
            <ns1:picLocks noChangeAspect="1"/>
          </ns0:cNvPicPr>
          <ns0:nvPr/>
        </ns0:nvPicPr>
        <ns0:blipFill>
          <ns1:blip ns3:embed="Rb27a2f0112e6493c"/>
          <ns1:stretch/>
        </ns0:blipFill>
        <ns0:spPr>
          <ns1:xfrm>
            <ns1:off x="14784556" y="6667500"/>
            <ns1:ext cx="402887" cy="901700"/>
          </ns1:xfrm>
          <ns1:prstGeom prst="rect">
            <ns1:avLst/>
          </ns1:prstGeom>
        </ns0:spPr>
      </ns0:pic>
      <ns0:pic>
        <ns0:nvPicPr>
          <ns0:cNvPr id="9" name="">
            <ns1:extLst>
              <ns1:ext uri="{FF2B5EF4-FFF2-40B4-BE49-F238E27FC236}">
                <ns2:creationId id="{FCD42C1C-87F2-4BD0-B947-D79039409200}"/>
              </ns1:ext>
            </ns1:extLst>
          </ns0:cNvPr>
          <ns0:cNvPicPr>
            <ns1:picLocks noChangeAspect="1"/>
          </ns0:cNvPicPr>
          <ns0:nvPr/>
        </ns0:nvPicPr>
        <ns0:blipFill>
          <ns1:blip ns3:embed="Rfd1f79539b754dc4"/>
          <ns1:stretch/>
        </ns0:blipFill>
        <ns0:spPr>
          <ns1:xfrm>
            <ns1:off x="16941800" y="382588"/>
            <ns1:ext cx="1028700" cy="733425"/>
          </ns1:xfrm>
          <ns1:prstGeom prst="rect">
            <ns1:avLst/>
          </ns1:prstGeom>
        </ns0:spPr>
      </ns0:pic>
      <ns0:sp>
        <ns0:nvSpPr>
          <ns0:cNvPr id="10" name="copyright">
            <ns1:extLst>
              <ns1:ext uri="{FF2B5EF4-FFF2-40B4-BE49-F238E27FC236}">
                <ns2:creationId id="{DD471AC6-E130-4C22-9487-31660B5CC228}"/>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11" name="title">
            <ns1:extLst>
              <ns1:ext uri="{FF2B5EF4-FFF2-40B4-BE49-F238E27FC236}">
                <ns2:creationId id="{A4BF5FBB-5981-4AC6-8991-9F094933496C}"/>
              </ns1:ext>
            </ns1:extLst>
          </ns0:cNvPr>
          <ns0:cNvSpPr>
            <ns1:spLocks noGrp="1"/>
          </ns0:cNvSpPr>
          <ns0:nvPr/>
        </ns0:nvSpPr>
        <ns0:spPr>
          <ns1:xfrm>
            <ns1:off x="3111818" y="2571274"/>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목차</ns1:t>
            </ns1:r>
          </ns1:p>
        </ns0:txBody>
      </ns0:sp>
      <ns0:sp>
        <ns0:nvSpPr>
          <ns0:cNvPr id="12" name="part_1">
            <ns1:extLst>
              <ns1:ext uri="{FF2B5EF4-FFF2-40B4-BE49-F238E27FC236}">
                <ns2:creationId id="{E06F7488-B7A9-463E-B44B-4EA69A4BDBB8}"/>
              </ns1:ext>
            </ns1:extLst>
          </ns0:cNvPr>
          <ns0:cNvSpPr>
            <ns1:spLocks noGrp="1"/>
          </ns0:cNvSpPr>
          <ns0:nvPr/>
        </ns0:nvSpPr>
        <ns0:spPr>
          <ns1:xfrm>
            <ns1:off x="45081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1</ns1:t>
            </ns1:r>
          </ns1:p>
        </ns0:txBody>
      </ns0:sp>
      <ns0:sp>
        <ns0:nvSpPr>
          <ns0:cNvPr id="13" name="part_title_1-line0">
            <ns1:extLst>
              <ns1:ext uri="{FF2B5EF4-FFF2-40B4-BE49-F238E27FC236}">
                <ns2:creationId id="{02A8DEF1-807E-4F59-BC74-A03B5614D998}"/>
              </ns1:ext>
            </ns1:extLst>
          </ns0:cNvPr>
          <ns0:cNvSpPr>
            <ns1:spLocks noGrp="1"/>
          </ns0:cNvSpPr>
          <ns0:nvPr/>
        </ns0:nvSpPr>
        <ns0:spPr>
          <ns1:xfrm>
            <ns1:off x="46101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엔탈피와</ns1:t>
            </ns1:r>
          </ns1:p>
        </ns0:txBody>
      </ns0:sp>
      <ns0:sp>
        <ns0:nvSpPr>
          <ns0:cNvPr id="14" name="part_title_1-line1">
            <ns1:extLst>
              <ns1:ext uri="{FF2B5EF4-FFF2-40B4-BE49-F238E27FC236}">
                <ns2:creationId id="{64BE339B-B56A-4A0C-BF20-D7FFE38EDD02}"/>
              </ns1:ext>
            </ns1:extLst>
          </ns0:cNvPr>
          <ns0:cNvSpPr>
            <ns1:spLocks noGrp="1"/>
          </ns0:cNvSpPr>
          <ns0:nvPr/>
        </ns0:nvSpPr>
        <ns0:spPr>
          <ns1:xfrm>
            <ns1:off x="46101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열화학 반응식</ns1:t>
            </ns1:r>
          </ns1:p>
        </ns0:txBody>
      </ns0:sp>
      <ns0:sp>
        <ns0:nvSpPr>
          <ns0:cNvPr id="15" name="part_2">
            <ns1:extLst>
              <ns1:ext uri="{FF2B5EF4-FFF2-40B4-BE49-F238E27FC236}">
                <ns2:creationId id="{0C2AD232-2C14-47B6-A10B-9FF469D3CBB3}"/>
              </ns1:ext>
            </ns1:extLst>
          </ns0:cNvPr>
          <ns0:cNvSpPr>
            <ns1:spLocks noGrp="1"/>
          </ns0:cNvSpPr>
          <ns0:nvPr/>
        </ns0:nvSpPr>
        <ns0:spPr>
          <ns1:xfrm>
            <ns1:off x="81657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2</ns1:t>
            </ns1:r>
          </ns1:p>
        </ns0:txBody>
      </ns0:sp>
      <ns0:sp>
        <ns0:nvSpPr>
          <ns0:cNvPr id="16" name="part_title_2-line0">
            <ns1:extLst>
              <ns1:ext uri="{FF2B5EF4-FFF2-40B4-BE49-F238E27FC236}">
                <ns2:creationId id="{0E3C3979-95BF-4C1B-B3CA-BAFB30B0A618}"/>
              </ns1:ext>
            </ns1:extLst>
          </ns0:cNvPr>
          <ns0:cNvSpPr>
            <ns1:spLocks noGrp="1"/>
          </ns0:cNvSpPr>
          <ns0:nvPr/>
        </ns0:nvSpPr>
        <ns0:spPr>
          <ns1:xfrm>
            <ns1:off x="82677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연료의</ns1:t>
            </ns1:r>
          </ns1:p>
        </ns0:txBody>
      </ns0:sp>
      <ns0:sp>
        <ns0:nvSpPr>
          <ns0:cNvPr id="17" name="part_title_2-line1">
            <ns1:extLst>
              <ns1:ext uri="{FF2B5EF4-FFF2-40B4-BE49-F238E27FC236}">
                <ns2:creationId id="{000C0BD0-309E-4469-A7C0-63FE30B3DECB}"/>
              </ns1:ext>
            </ns1:extLst>
          </ns0:cNvPr>
          <ns0:cNvSpPr>
            <ns1:spLocks noGrp="1"/>
          </ns0:cNvSpPr>
          <ns0:nvPr/>
        </ns0:nvSpPr>
        <ns0:spPr>
          <ns1:xfrm>
            <ns1:off x="82677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효율성</ns1:t>
            </ns1:r>
          </ns1:p>
        </ns0:txBody>
      </ns0:sp>
      <ns0:sp>
        <ns0:nvSpPr>
          <ns0:cNvPr id="18" name="part_3">
            <ns1:extLst>
              <ns1:ext uri="{FF2B5EF4-FFF2-40B4-BE49-F238E27FC236}">
                <ns2:creationId id="{4D864DBC-FFED-492F-AAB7-EABAE11EB328}"/>
              </ns1:ext>
            </ns1:extLst>
          </ns0:cNvPr>
          <ns0:cNvSpPr>
            <ns1:spLocks noGrp="1"/>
          </ns0:cNvSpPr>
          <ns0:nvPr/>
        </ns0:nvSpPr>
        <ns0:spPr>
          <ns1:xfrm>
            <ns1:off x="11836718"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3</ns1:t>
            </ns1:r>
          </ns1:p>
        </ns0:txBody>
      </ns0:sp>
      <ns0:sp>
        <ns0:nvSpPr>
          <ns0:cNvPr id="19" name="part_title_3-line0">
            <ns1:extLst>
              <ns1:ext uri="{FF2B5EF4-FFF2-40B4-BE49-F238E27FC236}">
                <ns2:creationId id="{DB5EF5DE-C1B1-4C7A-B150-E4CEF749D948}"/>
              </ns1:ext>
            </ns1:extLst>
          </ns0:cNvPr>
          <ns0:cNvSpPr>
            <ns1:spLocks noGrp="1"/>
          </ns0:cNvSpPr>
          <ns0:nvPr/>
        </ns0:nvSpPr>
        <ns0:spPr>
          <ns1:xfrm>
            <ns1:off x="11938635"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결합 에너지와</ns1:t>
            </ns1:r>
          </ns1:p>
        </ns0:txBody>
      </ns0:sp>
      <ns0:sp>
        <ns0:nvSpPr>
          <ns0:cNvPr id="20" name="part_title_3-line1">
            <ns1:extLst>
              <ns1:ext uri="{FF2B5EF4-FFF2-40B4-BE49-F238E27FC236}">
                <ns2:creationId id="{F01D0D86-47AD-4B95-B737-E50B599EEEB5}"/>
              </ns1:ext>
            </ns1:extLst>
          </ns0:cNvPr>
          <ns0:cNvSpPr>
            <ns1:spLocks noGrp="1"/>
          </ns0:cNvSpPr>
          <ns0:nvPr/>
        </ns0:nvSpPr>
        <ns0:spPr>
          <ns1:xfrm>
            <ns1:off x="11938635"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반응 엔탈피</ns1:t>
            </ns1:r>
          </ns1:p>
        </ns0:txBody>
      </ns0:sp>
    </ns0:spTree>
    <ns0:extLst>
      <ns0:ext uri="{BB962C8B-B14F-4D97-AF65-F5344CB8AC3E}">
        <ns4:creationId val="411551377"/>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5" name="">
            <ns1:extLst>
              <ns1:ext uri="{FF2B5EF4-FFF2-40B4-BE49-F238E27FC236}">
                <ns2:creationId id="{6F4F22AD-6A8B-42CB-A159-0C4C1BCD4D01}"/>
              </ns1:ext>
            </ns1:extLst>
          </ns0:cNvPr>
          <ns0:cNvPicPr>
            <ns1:picLocks noChangeAspect="1"/>
          </ns0:cNvPicPr>
          <ns0:nvPr/>
        </ns0:nvPicPr>
        <ns0:blipFill>
          <ns1:blip ns3:embed="Rc508e1c037ef433f"/>
          <ns1:stretch/>
        </ns0:blipFill>
        <ns0:spPr>
          <ns1:xfrm>
            <ns1:off x="1482979" y="4038600"/>
            <ns1:ext cx="15322041" cy="3683000"/>
          </ns1:xfrm>
          <ns1:prstGeom prst="rect">
            <ns1:avLst/>
          </ns1:prstGeom>
        </ns0:spPr>
      </ns0:pic>
      <ns0:pic>
        <ns0:nvPicPr>
          <ns0:cNvPr id="2" name="">
            <ns1:extLst>
              <ns1:ext uri="{FF2B5EF4-FFF2-40B4-BE49-F238E27FC236}">
                <ns2:creationId id="{EC73B410-2A57-4BE0-A4A1-8BF132A8E7CF}"/>
              </ns1:ext>
            </ns1:extLst>
          </ns0:cNvPr>
          <ns0:cNvPicPr>
            <ns1:picLocks noChangeAspect="1"/>
          </ns0:cNvPicPr>
          <ns0:nvPr/>
        </ns0:nvPicPr>
        <ns0:blipFill>
          <ns1:blip ns3:embed="Rf1b1203d80054ef6"/>
          <ns1:stretch/>
        </ns0:blipFill>
        <ns0:spPr>
          <ns1:xfrm>
            <ns1:off x="15914688" y="5372100"/>
            <ns1:ext cx="2066925" cy="4381500"/>
          </ns1:xfrm>
          <ns1:prstGeom prst="rect">
            <ns1:avLst/>
          </ns1:prstGeom>
        </ns0:spPr>
      </ns0:pic>
      <ns0:pic>
        <ns0:nvPicPr>
          <ns0:cNvPr id="3" name="">
            <ns1:extLst>
              <ns1:ext uri="{FF2B5EF4-FFF2-40B4-BE49-F238E27FC236}">
                <ns2:creationId id="{AA9C433E-8E0B-45D1-9EC5-408B0256916F}"/>
              </ns1:ext>
            </ns1:extLst>
          </ns0:cNvPr>
          <ns0:cNvPicPr>
            <ns1:picLocks noChangeAspect="1"/>
          </ns0:cNvPicPr>
          <ns0:nvPr/>
        </ns0:nvPicPr>
        <ns0:blipFill>
          <ns1:blip ns3:embed="R3d37514766924a76"/>
          <ns1:stretch/>
        </ns0:blipFill>
        <ns0:spPr>
          <ns1:xfrm>
            <ns1:off x="16941800" y="382588"/>
            <ns1:ext cx="1028700" cy="733425"/>
          </ns1:xfrm>
          <ns1:prstGeom prst="rect">
            <ns1:avLst/>
          </ns1:prstGeom>
        </ns0:spPr>
      </ns0:pic>
      <ns0:sp>
        <ns0:nvSpPr>
          <ns0:cNvPr id="4" name="copyright">
            <ns1:extLst>
              <ns1:ext uri="{FF2B5EF4-FFF2-40B4-BE49-F238E27FC236}">
                <ns2:creationId id="{6A9A2A99-45FC-4261-AE7D-B471E0CF1AE1}"/>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5" name="title">
            <ns1:extLst>
              <ns1:ext uri="{FF2B5EF4-FFF2-40B4-BE49-F238E27FC236}">
                <ns2:creationId id="{F1026504-3D3D-4429-A216-E128D6DD8468}"/>
              </ns1:ext>
            </ns1:extLst>
          </ns0:cNvPr>
          <ns0:cNvSpPr>
            <ns1:spLocks noGrp="1"/>
          </ns0:cNvSpPr>
          <ns0:nvPr/>
        </ns0:nvSpPr>
        <ns0:spPr>
          <ns1:xfrm>
            <ns1:off x="3111818" y="1742599"/>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학습 목표</ns1:t>
            </ns1:r>
          </ns1:p>
        </ns0:txBody>
      </ns0:sp>
      <ns0:sp>
        <ns0:nvSpPr>
          <ns0:cNvPr id="6" name="number_circle_1">
            <ns1:extLst>
              <ns1:ext uri="{FF2B5EF4-FFF2-40B4-BE49-F238E27FC236}">
                <ns2:creationId id="{EA25031D-E93D-45A1-8221-BE00E7EB3EB7}"/>
              </ns1:ext>
            </ns1:extLst>
          </ns0:cNvPr>
          <ns0:cNvSpPr>
            <ns1:spLocks noGrp="1"/>
          </ns0:cNvSpPr>
          <ns0:nvPr/>
        </ns0:nvSpPr>
        <ns0:spPr>
          <ns1:xfrm>
            <ns1:off x="2463800" y="4613275"/>
            <ns1:ext cx="533400" cy="533400"/>
          </ns1:xfrm>
          <ns1:prstGeom prst="roundRect">
            <ns1:avLst>
              <ns1:gd name="adj" fmla="val 50000"/>
            </ns1:avLst>
          </ns1:prstGeom>
          <ns1:solidFill>
            <ns1:srgbClr val="000000"/>
          </ns1:solidFill>
          <ns1:ln w="0">
            <ns1:noFill/>
          </ns1:ln>
        </ns0:spPr>
      </ns0:sp>
      <ns0:sp>
        <ns0:nvSpPr>
          <ns0:cNvPr id="7" name="number_1">
            <ns1:extLst>
              <ns1:ext uri="{FF2B5EF4-FFF2-40B4-BE49-F238E27FC236}">
                <ns2:creationId id="{C5C8EF57-161F-43D5-8EDF-12AF71173C78}"/>
              </ns1:ext>
            </ns1:extLst>
          </ns0:cNvPr>
          <ns0:cNvSpPr>
            <ns1:spLocks noGrp="1"/>
          </ns0:cNvSpPr>
          <ns0:nvPr/>
        </ns0:nvSpPr>
        <ns0:spPr>
          <ns1:xfrm>
            <ns1:off x="2463800" y="460160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1</ns1:t>
            </ns1:r>
          </ns1:p>
        </ns0:txBody>
      </ns0:sp>
      <ns0:sp>
        <ns0:nvSpPr>
          <ns0:cNvPr id="8" name="objective_1">
            <ns1:extLst>
              <ns1:ext uri="{FF2B5EF4-FFF2-40B4-BE49-F238E27FC236}">
                <ns2:creationId id="{6BDFA62C-F099-420D-95C5-B9C6A39A8170}"/>
              </ns1:ext>
            </ns1:extLst>
          </ns0:cNvPr>
          <ns0:cNvSpPr>
            <ns1:spLocks noGrp="1"/>
          </ns0:cNvSpPr>
          <ns0:nvPr/>
        </ns0:nvSpPr>
        <ns0:spPr>
          <ns1:xfrm>
            <ns1:off x="3213100" y="460232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엔탈피의 의미를 알고, 열화학 반응식을 표현할 수 있다.</ns1:t>
            </ns1:r>
          </ns1:p>
        </ns0:txBody>
      </ns0:sp>
      <ns0:sp>
        <ns0:nvSpPr>
          <ns0:cNvPr id="9" name="number_circle_2">
            <ns1:extLst>
              <ns1:ext uri="{FF2B5EF4-FFF2-40B4-BE49-F238E27FC236}">
                <ns2:creationId id="{3D13C668-34F8-4EEF-A0B1-89C4FA4CAEBA}"/>
              </ns1:ext>
            </ns1:extLst>
          </ns0:cNvPr>
          <ns0:cNvSpPr>
            <ns1:spLocks noGrp="1"/>
          </ns0:cNvSpPr>
          <ns0:nvPr/>
        </ns0:nvSpPr>
        <ns0:spPr>
          <ns1:xfrm>
            <ns1:off x="2463800" y="5613400"/>
            <ns1:ext cx="533400" cy="533400"/>
          </ns1:xfrm>
          <ns1:prstGeom prst="roundRect">
            <ns1:avLst>
              <ns1:gd name="adj" fmla="val 50000"/>
            </ns1:avLst>
          </ns1:prstGeom>
          <ns1:solidFill>
            <ns1:srgbClr val="000000"/>
          </ns1:solidFill>
          <ns1:ln w="0">
            <ns1:noFill/>
          </ns1:ln>
        </ns0:spPr>
      </ns0:sp>
      <ns0:sp>
        <ns0:nvSpPr>
          <ns0:cNvPr id="10" name="number_2">
            <ns1:extLst>
              <ns1:ext uri="{FF2B5EF4-FFF2-40B4-BE49-F238E27FC236}">
                <ns2:creationId id="{E85CA6B2-7967-4EE0-BFEC-A569B0F5FEC9}"/>
              </ns1:ext>
            </ns1:extLst>
          </ns0:cNvPr>
          <ns0:cNvSpPr>
            <ns1:spLocks noGrp="1"/>
          </ns0:cNvSpPr>
          <ns0:nvPr/>
        </ns0:nvSpPr>
        <ns0:spPr>
          <ns1:xfrm>
            <ns1:off x="2463800" y="5601732"/>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2</ns1:t>
            </ns1:r>
          </ns1:p>
        </ns0:txBody>
      </ns0:sp>
      <ns0:sp>
        <ns0:nvSpPr>
          <ns0:cNvPr id="11" name="objective_2">
            <ns1:extLst>
              <ns1:ext uri="{FF2B5EF4-FFF2-40B4-BE49-F238E27FC236}">
                <ns2:creationId id="{33A99976-5BBE-4E34-9077-E13D5450D029}"/>
              </ns1:ext>
            </ns1:extLst>
          </ns0:cNvPr>
          <ns0:cNvSpPr>
            <ns1:spLocks noGrp="1"/>
          </ns0:cNvSpPr>
          <ns0:nvPr/>
        </ns0:nvSpPr>
        <ns0:spPr>
          <ns1:xfrm>
            <ns1:off x="3213100" y="5602446"/>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같은 기준으로 연료의 효율성을 비교할 수 있다.</ns1:t>
            </ns1:r>
          </ns1:p>
        </ns0:txBody>
      </ns0:sp>
      <ns0:sp>
        <ns0:nvSpPr>
          <ns0:cNvPr id="12" name="number_circle_3">
            <ns1:extLst>
              <ns1:ext uri="{FF2B5EF4-FFF2-40B4-BE49-F238E27FC236}">
                <ns2:creationId id="{D1CB3148-AB81-4FDD-BBE3-5D7CC80A4CD0}"/>
              </ns1:ext>
            </ns1:extLst>
          </ns0:cNvPr>
          <ns0:cNvSpPr>
            <ns1:spLocks noGrp="1"/>
          </ns0:cNvSpPr>
          <ns0:nvPr/>
        </ns0:nvSpPr>
        <ns0:spPr>
          <ns1:xfrm>
            <ns1:off x="2463800" y="6613525"/>
            <ns1:ext cx="533400" cy="533400"/>
          </ns1:xfrm>
          <ns1:prstGeom prst="roundRect">
            <ns1:avLst>
              <ns1:gd name="adj" fmla="val 50000"/>
            </ns1:avLst>
          </ns1:prstGeom>
          <ns1:solidFill>
            <ns1:srgbClr val="000000"/>
          </ns1:solidFill>
          <ns1:ln w="0">
            <ns1:noFill/>
          </ns1:ln>
        </ns0:spPr>
      </ns0:sp>
      <ns0:sp>
        <ns0:nvSpPr>
          <ns0:cNvPr id="13" name="number_3">
            <ns1:extLst>
              <ns1:ext uri="{FF2B5EF4-FFF2-40B4-BE49-F238E27FC236}">
                <ns2:creationId id="{99EB4244-C945-4C51-8629-A9E45CAB3F1B}"/>
              </ns1:ext>
            </ns1:extLst>
          </ns0:cNvPr>
          <ns0:cNvSpPr>
            <ns1:spLocks noGrp="1"/>
          </ns0:cNvSpPr>
          <ns0:nvPr/>
        </ns0:nvSpPr>
        <ns0:spPr>
          <ns1:xfrm>
            <ns1:off x="2463800" y="660185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3</ns1:t>
            </ns1:r>
          </ns1:p>
        </ns0:txBody>
      </ns0:sp>
      <ns0:sp>
        <ns0:nvSpPr>
          <ns0:cNvPr id="14" name="objective_3">
            <ns1:extLst>
              <ns1:ext uri="{FF2B5EF4-FFF2-40B4-BE49-F238E27FC236}">
                <ns2:creationId id="{C725AAC2-6BFF-49D5-A07A-338CCEF26B32}"/>
              </ns1:ext>
            </ns1:extLst>
          </ns0:cNvPr>
          <ns0:cNvSpPr>
            <ns1:spLocks noGrp="1"/>
          </ns0:cNvSpPr>
          <ns0:nvPr/>
        </ns0:nvSpPr>
        <ns0:spPr>
          <ns1:xfrm>
            <ns1:off x="3213100" y="660257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결합 에너지와 반응 엔탈피의 관계를 설명할 수 있다.</ns1:t>
            </ns1:r>
          </ns1:p>
        </ns0:txBody>
      </ns0:sp>
    </ns0:spTree>
    <ns0:extLst>
      <ns0:ext uri="{BB962C8B-B14F-4D97-AF65-F5344CB8AC3E}">
        <ns4:creationId val="225744132"/>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9" name="">
            <ns1:extLst>
              <ns1:ext uri="{FF2B5EF4-FFF2-40B4-BE49-F238E27FC236}">
                <ns2:creationId id="{1AD23E2F-BDAF-4B5E-91EF-A29E3E83D4F0}"/>
              </ns1:ext>
            </ns1:extLst>
          </ns0:cNvPr>
          <ns0:cNvPicPr>
            <ns1:picLocks noChangeAspect="1"/>
          </ns0:cNvPicPr>
          <ns0:nvPr/>
        </ns0:nvPicPr>
        <ns0:blipFill>
          <ns1:blip ns3:embed="Rd699da0e29e04528"/>
          <ns1:stretch/>
        </ns0:blipFill>
        <ns0:spPr>
          <ns1:xfrm>
            <ns1:off x="16941800" y="382588"/>
            <ns1:ext cx="1028700" cy="733425"/>
          </ns1:xfrm>
          <ns1:prstGeom prst="rect">
            <ns1:avLst/>
          </ns1:prstGeom>
        </ns0:spPr>
      </ns0:pic>
      <ns0:sp>
        <ns0:nvSpPr>
          <ns0:cNvPr id="2" name="copyright">
            <ns1:extLst>
              <ns1:ext uri="{FF2B5EF4-FFF2-40B4-BE49-F238E27FC236}">
                <ns2:creationId id="{DD1D9FDE-565B-4740-8985-AF263D05E842}"/>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3" name="part_heading">
            <ns1:extLst>
              <ns1:ext uri="{FF2B5EF4-FFF2-40B4-BE49-F238E27FC236}">
                <ns2:creationId id="{81F8AED9-9093-41AB-BDE0-6F21E7F0B306}"/>
              </ns1:ext>
            </ns1:extLst>
          </ns0:cNvPr>
          <ns0:cNvSpPr>
            <ns1:spLocks noGrp="1"/>
          </ns0:cNvSpPr>
          <ns0:nvPr/>
        </ns0:nvSpPr>
        <ns0:spPr>
          <ns1:xfrm>
            <ns1:off x="685800" y="715804"/>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0 동기 유발</ns1:t>
            </ns1:r>
          </ns1:p>
        </ns0:txBody>
      </ns0:sp>
      <ns0:sp>
        <ns0:nvSpPr>
          <ns0:cNvPr id="4" name="topic_number">
            <ns1:extLst>
              <ns1:ext uri="{FF2B5EF4-FFF2-40B4-BE49-F238E27FC236}">
                <ns2:creationId id="{BD580A9B-1F81-403A-9404-8F3C02A8DB41}"/>
              </ns1:ext>
            </ns1:extLst>
          </ns0:cNvPr>
          <ns0:cNvSpPr>
            <ns1:spLocks noGrp="1"/>
          </ns0:cNvSpPr>
          <ns0:nvPr/>
        </ns0:nvSpPr>
        <ns0:spPr>
          <ns1:xfrm>
            <ns1:off x="685800" y="1270064"/>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01</ns1:t>
            </ns1:r>
          </ns1:p>
        </ns0:txBody>
      </ns0:sp>
      <ns0:sp>
        <ns0:nvSpPr>
          <ns0:cNvPr id="5" name="topic_heading">
            <ns1:extLst>
              <ns1:ext uri="{FF2B5EF4-FFF2-40B4-BE49-F238E27FC236}">
                <ns2:creationId id="{995B1175-3EB4-423E-8C82-F9FCB8CDDB06}"/>
              </ns1:ext>
            </ns1:extLst>
          </ns0:cNvPr>
          <ns0:cNvSpPr>
            <ns1:spLocks noGrp="1"/>
          </ns0:cNvSpPr>
          <ns0:nvPr/>
        </ns0:nvSpPr>
        <ns0:spPr>
          <ns1:xfrm>
            <ns1:off x="1495425" y="1270064"/>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손난로와 열</ns1:t>
            </ns1:r>
          </ns1:p>
        </ns0:txBody>
      </ns0:sp>
      <ns0:sp>
        <ns0:nvSpPr>
          <ns0:cNvPr id="6" name="title">
            <ns1:extLst>
              <ns1:ext uri="{FF2B5EF4-FFF2-40B4-BE49-F238E27FC236}">
                <ns2:creationId id="{0BDF16A8-55AD-4643-B7D6-757ADE54C6DB}"/>
              </ns1:ext>
            </ns1:extLst>
          </ns0:cNvPr>
          <ns0:cNvSpPr>
            <ns1:spLocks noGrp="1"/>
          </ns0:cNvSpPr>
          <ns0:nvPr/>
        </ns0:nvSpPr>
        <ns0:spPr>
          <ns1:xfrm>
            <ns1:off x="1828800" y="2754154"/>
            <ns1:ext cx="14630400" cy="1095375"/>
          </ns1:xfrm>
          <ns1:prstGeom prst="rect">
            <ns1:avLst/>
          </ns1:prstGeom>
          <ns1:noFill/>
          <ns1:ln w="0">
            <ns1:noFill/>
          </ns1:ln>
        </ns0:spPr>
        <ns0:txBody>
          <ns1:bodyPr wrap="none" lIns="0" tIns="0" rIns="0" bIns="0" anchor="t">
            <ns1:noAutofit/>
          </ns1:bodyPr>
          <ns1:lstStyle>
            <ns1:defPPr algn="ctr">
              <ns1:defRPr sz="5850" b="1">
                <ns1:solidFill>
                  <ns1:srgbClr val="111111"/>
                </ns1:solidFill>
                <ns1:latin typeface="Pretendard"/>
                <ns1:ea typeface="Pretendard"/>
                <ns1:cs typeface="Pretendard"/>
              </ns1:defRPr>
            </ns1:defPPr>
            <ns1:lvl1pPr algn="ctr">
              <ns1:defRPr sz="5850" b="1">
                <ns1:solidFill>
                  <ns1:srgbClr val="111111"/>
                </ns1:solidFill>
                <ns1:latin typeface="Pretendard"/>
                <ns1:ea typeface="Pretendard"/>
                <ns1:cs typeface="Pretendard"/>
              </ns1:defRPr>
            </ns1:lvl1pPr>
            <ns1:lvl2pPr algn="ctr">
              <ns1:defRPr sz="5850" b="1">
                <ns1:solidFill>
                  <ns1:srgbClr val="111111"/>
                </ns1:solidFill>
                <ns1:latin typeface="Pretendard"/>
                <ns1:ea typeface="Pretendard"/>
                <ns1:cs typeface="Pretendard"/>
              </ns1:defRPr>
            </ns1:lvl2pPr>
            <ns1:lvl3pPr algn="ctr">
              <ns1:defRPr sz="5850" b="1">
                <ns1:solidFill>
                  <ns1:srgbClr val="111111"/>
                </ns1:solidFill>
                <ns1:latin typeface="Pretendard"/>
                <ns1:ea typeface="Pretendard"/>
                <ns1:cs typeface="Pretendard"/>
              </ns1:defRPr>
            </ns1:lvl3pPr>
            <ns1:lvl4pPr algn="ctr">
              <ns1:defRPr sz="5850" b="1">
                <ns1:solidFill>
                  <ns1:srgbClr val="111111"/>
                </ns1:solidFill>
                <ns1:latin typeface="Pretendard"/>
                <ns1:ea typeface="Pretendard"/>
                <ns1:cs typeface="Pretendard"/>
              </ns1:defRPr>
            </ns1:lvl4pPr>
            <ns1:lvl5pPr algn="ctr">
              <ns1:defRPr sz="5850" b="1">
                <ns1:solidFill>
                  <ns1:srgbClr val="111111"/>
                </ns1:solidFill>
                <ns1:latin typeface="Pretendard"/>
                <ns1:ea typeface="Pretendard"/>
                <ns1:cs typeface="Pretendard"/>
              </ns1:defRPr>
            </ns1:lvl5pPr>
            <ns1:lvl6pPr algn="ctr">
              <ns1:defRPr sz="5850" b="1">
                <ns1:solidFill>
                  <ns1:srgbClr val="111111"/>
                </ns1:solidFill>
                <ns1:latin typeface="Pretendard"/>
                <ns1:ea typeface="Pretendard"/>
                <ns1:cs typeface="Pretendard"/>
              </ns1:defRPr>
            </ns1:lvl6pPr>
            <ns1:lvl7pPr algn="ctr">
              <ns1:defRPr sz="5850" b="1">
                <ns1:solidFill>
                  <ns1:srgbClr val="111111"/>
                </ns1:solidFill>
                <ns1:latin typeface="Pretendard"/>
                <ns1:ea typeface="Pretendard"/>
                <ns1:cs typeface="Pretendard"/>
              </ns1:defRPr>
            </ns1:lvl7pPr>
            <ns1:lvl8pPr algn="ctr">
              <ns1:defRPr sz="5850" b="1">
                <ns1:solidFill>
                  <ns1:srgbClr val="111111"/>
                </ns1:solidFill>
                <ns1:latin typeface="Pretendard"/>
                <ns1:ea typeface="Pretendard"/>
                <ns1:cs typeface="Pretendard"/>
              </ns1:defRPr>
            </ns1:lvl8pPr>
            <ns1:lvl9pPr algn="ctr">
              <ns1:defRPr sz="5850" b="1">
                <ns1:solidFill>
                  <ns1:srgbClr val="111111"/>
                </ns1:solidFill>
                <ns1:latin typeface="Pretendard"/>
                <ns1:ea typeface="Pretendard"/>
                <ns1:cs typeface="Pretendard"/>
              </ns1:defRPr>
            </ns1:lvl9pPr>
          </ns1:lstStyle>
          <ns1:p>
            <ns1:pPr algn="ctr">
              <ns1:defRPr sz="5850" b="1">
                <ns1:solidFill>
                  <ns1:srgbClr val="111111"/>
                </ns1:solidFill>
                <ns1:latin typeface="Pretendard"/>
                <ns1:ea typeface="Pretendard"/>
                <ns1:cs typeface="Pretendard"/>
              </ns1:defRPr>
            </ns1:pPr>
            <ns1:r>
              <ns1:rPr sz="5850" b="1">
                <ns1:solidFill>
                  <ns1:srgbClr val="111111"/>
                </ns1:solidFill>
                <ns1:latin typeface="Pretendard"/>
                <ns1:ea typeface="Pretendard"/>
                <ns1:cs typeface="Pretendard"/>
              </ns1:rPr>
              <ns1:t>흔들기만 했는데도 따뜻해지는 손난로!?</ns1:t>
            </ns1:r>
          </ns1:p>
        </ns0:txBody>
      </ns0:sp>
      <ns0:sp>
        <ns0:nvSpPr>
          <ns0:cNvPr id="7" name="observation_explanation">
            <ns1:extLst>
              <ns1:ext uri="{FF2B5EF4-FFF2-40B4-BE49-F238E27FC236}">
                <ns2:creationId id="{248310EA-E510-46AB-92CA-947B767B221B}"/>
              </ns1:ext>
            </ns1:extLst>
          </ns0:cNvPr>
          <ns0:cNvSpPr>
            <ns1:spLocks noGrp="1"/>
          </ns0:cNvSpPr>
          <ns0:nvPr/>
        </ns0:nvSpPr>
        <ns0:spPr>
          <ns1:xfrm>
            <ns1:off x="685800" y="4022122"/>
            <ns1:ext cx="16916400" cy="619125"/>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포장을 뜯고 흔든 손난로가 따뜻해진다. 손난로 안에서는 어떤 변화가 일어날까?</ns1:t>
            </ns1:r>
          </ns1:p>
        </ns0:txBody>
      </ns0:sp>
      <ns0:pic>
        <ns0:nvPicPr>
          <ns0:cNvPr id="8" name="">
            <ns1:extLst>
              <ns1:ext uri="{FF2B5EF4-FFF2-40B4-BE49-F238E27FC236}">
                <ns2:creationId id="{81378B20-69E1-4105-B632-7388A7FF21B8}"/>
              </ns1:ext>
            </ns1:extLst>
          </ns0:cNvPr>
          <ns0:cNvPicPr>
            <ns1:picLocks noChangeAspect="1"/>
          </ns0:cNvPicPr>
          <ns0:nvPr/>
        </ns0:nvPicPr>
        <ns0:blipFill>
          <ns1:blip ns3:embed="Rad4e007ee1184a5f"/>
          <ns1:stretch/>
        </ns0:blipFill>
        <ns0:spPr>
          <ns1:xfrm>
            <ns1:off x="5715000" y="4722634"/>
            <ns1:ext cx="6858000" cy="5151794"/>
          </ns1:xfrm>
          <ns1:prstGeom prst="rect">
            <ns1:avLst/>
          </ns1:prstGeom>
        </ns0:spPr>
      </ns0:pic>
    </ns0:spTree>
    <ns0:extLst>
      <ns0:ext uri="{BB962C8B-B14F-4D97-AF65-F5344CB8AC3E}">
        <ns4:creationId val="773972855"/>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8" name="">
            <ns1:extLst>
              <ns1:ext uri="{FF2B5EF4-FFF2-40B4-BE49-F238E27FC236}">
                <ns2:creationId id="{93691C38-431A-49BA-B878-14D8FAE58727}"/>
              </ns1:ext>
            </ns1:extLst>
          </ns0:cNvPr>
          <ns0:cNvPicPr>
            <ns1:picLocks noChangeAspect="1"/>
          </ns0:cNvPicPr>
          <ns0:nvPr/>
        </ns0:nvPicPr>
        <ns0:blipFill>
          <ns1:blip ns3:embed="Rbc310e06b94f4b4c"/>
          <ns1:stretch/>
        </ns0:blipFill>
        <ns0:spPr>
          <ns1:xfrm>
            <ns1:off x="4859" y="0"/>
            <ns1:ext cx="18278283" cy="10287000"/>
          </ns1:xfrm>
          <ns1:prstGeom prst="rect">
            <ns1:avLst/>
          </ns1:prstGeom>
        </ns0:spPr>
      </ns0:pic>
      <ns0:sp>
        <ns0:nvSpPr>
          <ns0:cNvPr id="2" name="reference_green_fade">
            <ns1:extLst>
              <ns1:ext uri="{FF2B5EF4-FFF2-40B4-BE49-F238E27FC236}">
                <ns2:creationId id="{F422653F-32AA-4132-8075-CBEEA28EFFF2}"/>
              </ns1:ext>
            </ns1:extLst>
          </ns0:cNvPr>
          <ns0:cNvSpPr>
            <ns1:spLocks noGrp="1"/>
          </ns0:cNvSpPr>
          <ns0:nvPr/>
        </ns0:nvSpPr>
        <ns0:spPr>
          <ns1:xfrm>
            <ns1:off x="0" y="0"/>
            <ns1:ext cx="18288000" cy="10287000"/>
          </ns1:xfrm>
          <ns1:prstGeom prst="rect">
            <ns1:avLst/>
          </ns1:prstGeom>
          <ns1:gradFill>
            <ns1:gsLst>
              <ns1:gs pos="0">
                <ns1:srgbClr val="063D04"/>
              </ns1:gs>
              <ns1:gs pos="22000">
                <ns1:srgbClr val="063D04"/>
              </ns1:gs>
              <ns1:gs pos="58000">
                <ns1:srgbClr val="063D04">
                  <ns1:alpha val="0"/>
                </ns1:srgbClr>
              </ns1:gs>
              <ns1:gs pos="100000">
                <ns1:srgbClr val="063D04">
                  <ns1:alpha val="0"/>
                </ns1:srgbClr>
              </ns1:gs>
            </ns1:gsLst>
            <ns1:lin ang="0"/>
          </ns1:gradFill>
          <ns1:ln w="0">
            <ns1:noFill/>
          </ns1:ln>
        </ns0:spPr>
      </ns0:sp>
      <ns0:pic>
        <ns0:nvPicPr>
          <ns0:cNvPr id="3" name="">
            <ns1:extLst>
              <ns1:ext uri="{FF2B5EF4-FFF2-40B4-BE49-F238E27FC236}">
                <ns2:creationId id="{CBBFFCE2-2148-42AD-90CC-95E0BBE4E1F0}"/>
              </ns1:ext>
            </ns1:extLst>
          </ns0:cNvPr>
          <ns0:cNvPicPr>
            <ns1:picLocks noChangeAspect="1"/>
          </ns0:cNvPicPr>
          <ns0:nvPr/>
        </ns0:nvPicPr>
        <ns0:blipFill>
          <ns1:blip ns3:embed="R6565e93f81654d2a"/>
          <ns1:stretch/>
        </ns0:blipFill>
        <ns0:spPr>
          <ns1:xfrm>
            <ns1:off x="16916400" y="332392"/>
            <ns1:ext cx="1079500" cy="668717"/>
          </ns1:xfrm>
          <ns1:prstGeom prst="rect">
            <ns1:avLst/>
          </ns1:prstGeom>
        </ns0:spPr>
      </ns0:pic>
      <ns0:sp>
        <ns0:nvSpPr>
          <ns0:cNvPr id="4" name="copyright">
            <ns1:extLst>
              <ns1:ext uri="{FF2B5EF4-FFF2-40B4-BE49-F238E27FC236}">
                <ns2:creationId id="{62882B23-04B8-497C-857E-1F3809187AA2}"/>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FFFFFF"/>
                </ns1:solidFill>
                <ns1:latin typeface="Pretendard"/>
                <ns1:ea typeface="Pretendard"/>
                <ns1:cs typeface="Pretendard"/>
              </ns1:defRPr>
            </ns1:defPPr>
            <ns1:lvl1pPr algn="r">
              <ns1:defRPr sz="1275" b="0">
                <ns1:solidFill>
                  <ns1:srgbClr val="FFFFFF"/>
                </ns1:solidFill>
                <ns1:latin typeface="Pretendard"/>
                <ns1:ea typeface="Pretendard"/>
                <ns1:cs typeface="Pretendard"/>
              </ns1:defRPr>
            </ns1:lvl1pPr>
            <ns1:lvl2pPr algn="r">
              <ns1:defRPr sz="1275" b="0">
                <ns1:solidFill>
                  <ns1:srgbClr val="FFFFFF"/>
                </ns1:solidFill>
                <ns1:latin typeface="Pretendard"/>
                <ns1:ea typeface="Pretendard"/>
                <ns1:cs typeface="Pretendard"/>
              </ns1:defRPr>
            </ns1:lvl2pPr>
            <ns1:lvl3pPr algn="r">
              <ns1:defRPr sz="1275" b="0">
                <ns1:solidFill>
                  <ns1:srgbClr val="FFFFFF"/>
                </ns1:solidFill>
                <ns1:latin typeface="Pretendard"/>
                <ns1:ea typeface="Pretendard"/>
                <ns1:cs typeface="Pretendard"/>
              </ns1:defRPr>
            </ns1:lvl3pPr>
            <ns1:lvl4pPr algn="r">
              <ns1:defRPr sz="1275" b="0">
                <ns1:solidFill>
                  <ns1:srgbClr val="FFFFFF"/>
                </ns1:solidFill>
                <ns1:latin typeface="Pretendard"/>
                <ns1:ea typeface="Pretendard"/>
                <ns1:cs typeface="Pretendard"/>
              </ns1:defRPr>
            </ns1:lvl4pPr>
            <ns1:lvl5pPr algn="r">
              <ns1:defRPr sz="1275" b="0">
                <ns1:solidFill>
                  <ns1:srgbClr val="FFFFFF"/>
                </ns1:solidFill>
                <ns1:latin typeface="Pretendard"/>
                <ns1:ea typeface="Pretendard"/>
                <ns1:cs typeface="Pretendard"/>
              </ns1:defRPr>
            </ns1:lvl5pPr>
            <ns1:lvl6pPr algn="r">
              <ns1:defRPr sz="1275" b="0">
                <ns1:solidFill>
                  <ns1:srgbClr val="FFFFFF"/>
                </ns1:solidFill>
                <ns1:latin typeface="Pretendard"/>
                <ns1:ea typeface="Pretendard"/>
                <ns1:cs typeface="Pretendard"/>
              </ns1:defRPr>
            </ns1:lvl6pPr>
            <ns1:lvl7pPr algn="r">
              <ns1:defRPr sz="1275" b="0">
                <ns1:solidFill>
                  <ns1:srgbClr val="FFFFFF"/>
                </ns1:solidFill>
                <ns1:latin typeface="Pretendard"/>
                <ns1:ea typeface="Pretendard"/>
                <ns1:cs typeface="Pretendard"/>
              </ns1:defRPr>
            </ns1:lvl7pPr>
            <ns1:lvl8pPr algn="r">
              <ns1:defRPr sz="1275" b="0">
                <ns1:solidFill>
                  <ns1:srgbClr val="FFFFFF"/>
                </ns1:solidFill>
                <ns1:latin typeface="Pretendard"/>
                <ns1:ea typeface="Pretendard"/>
                <ns1:cs typeface="Pretendard"/>
              </ns1:defRPr>
            </ns1:lvl8pPr>
            <ns1:lvl9pPr algn="r">
              <ns1:defRPr sz="1275" b="0">
                <ns1:solidFill>
                  <ns1:srgbClr val="FFFFFF"/>
                </ns1:solidFill>
                <ns1:latin typeface="Pretendard"/>
                <ns1:ea typeface="Pretendard"/>
                <ns1:cs typeface="Pretendard"/>
              </ns1:defRPr>
            </ns1:lvl9pPr>
          </ns1:lstStyle>
          <ns1:p>
            <ns1:pPr algn="r">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 2026. @sci_eum. All rights reserved.</ns1:t>
            </ns1:r>
          </ns1:p>
        </ns0:txBody>
      </ns0:sp>
      <ns0:sp>
        <ns0:nvSpPr>
          <ns0:cNvPr id="5" name="part_label">
            <ns1:extLst>
              <ns1:ext uri="{FF2B5EF4-FFF2-40B4-BE49-F238E27FC236}">
                <ns2:creationId id="{909B98D7-7508-46FC-B60F-5E875D93694E}"/>
              </ns1:ext>
            </ns1:extLst>
          </ns0:cNvPr>
          <ns0:cNvSpPr>
            <ns1:spLocks noGrp="1"/>
          </ns0:cNvSpPr>
          <ns0:nvPr/>
        </ns0:nvSpPr>
        <ns0:spPr>
          <ns1:xfrm>
            <ns1:off x="1130618" y="3018473"/>
            <ns1:ext cx="3143250" cy="942975"/>
          </ns1:xfrm>
          <ns1:prstGeom prst="rect">
            <ns1:avLst/>
          </ns1:prstGeom>
          <ns1:noFill/>
          <ns1:ln w="0">
            <ns1:noFill/>
          </ns1:ln>
        </ns0:spPr>
        <ns0:txBody>
          <ns1:bodyPr wrap="none" lIns="0" tIns="0" rIns="0" bIns="0" anchor="t">
            <ns1:noAutofit/>
          </ns1:bodyPr>
          <ns1:lstStyle>
            <ns1:defPPr algn="l">
              <ns1:defRPr sz="5100" b="1">
                <ns1:solidFill>
                  <ns1:srgbClr val="9FFF68"/>
                </ns1:solidFill>
                <ns1:latin typeface="Pretendard"/>
                <ns1:ea typeface="Pretendard"/>
                <ns1:cs typeface="Pretendard"/>
              </ns1:defRPr>
            </ns1:defPPr>
            <ns1:lvl1pPr algn="l">
              <ns1:defRPr sz="5100" b="1">
                <ns1:solidFill>
                  <ns1:srgbClr val="9FFF68"/>
                </ns1:solidFill>
                <ns1:latin typeface="Pretendard"/>
                <ns1:ea typeface="Pretendard"/>
                <ns1:cs typeface="Pretendard"/>
              </ns1:defRPr>
            </ns1:lvl1pPr>
            <ns1:lvl2pPr algn="l">
              <ns1:defRPr sz="5100" b="1">
                <ns1:solidFill>
                  <ns1:srgbClr val="9FFF68"/>
                </ns1:solidFill>
                <ns1:latin typeface="Pretendard"/>
                <ns1:ea typeface="Pretendard"/>
                <ns1:cs typeface="Pretendard"/>
              </ns1:defRPr>
            </ns1:lvl2pPr>
            <ns1:lvl3pPr algn="l">
              <ns1:defRPr sz="5100" b="1">
                <ns1:solidFill>
                  <ns1:srgbClr val="9FFF68"/>
                </ns1:solidFill>
                <ns1:latin typeface="Pretendard"/>
                <ns1:ea typeface="Pretendard"/>
                <ns1:cs typeface="Pretendard"/>
              </ns1:defRPr>
            </ns1:lvl3pPr>
            <ns1:lvl4pPr algn="l">
              <ns1:defRPr sz="5100" b="1">
                <ns1:solidFill>
                  <ns1:srgbClr val="9FFF68"/>
                </ns1:solidFill>
                <ns1:latin typeface="Pretendard"/>
                <ns1:ea typeface="Pretendard"/>
                <ns1:cs typeface="Pretendard"/>
              </ns1:defRPr>
            </ns1:lvl4pPr>
            <ns1:lvl5pPr algn="l">
              <ns1:defRPr sz="5100" b="1">
                <ns1:solidFill>
                  <ns1:srgbClr val="9FFF68"/>
                </ns1:solidFill>
                <ns1:latin typeface="Pretendard"/>
                <ns1:ea typeface="Pretendard"/>
                <ns1:cs typeface="Pretendard"/>
              </ns1:defRPr>
            </ns1:lvl5pPr>
            <ns1:lvl6pPr algn="l">
              <ns1:defRPr sz="5100" b="1">
                <ns1:solidFill>
                  <ns1:srgbClr val="9FFF68"/>
                </ns1:solidFill>
                <ns1:latin typeface="Pretendard"/>
                <ns1:ea typeface="Pretendard"/>
                <ns1:cs typeface="Pretendard"/>
              </ns1:defRPr>
            </ns1:lvl6pPr>
            <ns1:lvl7pPr algn="l">
              <ns1:defRPr sz="5100" b="1">
                <ns1:solidFill>
                  <ns1:srgbClr val="9FFF68"/>
                </ns1:solidFill>
                <ns1:latin typeface="Pretendard"/>
                <ns1:ea typeface="Pretendard"/>
                <ns1:cs typeface="Pretendard"/>
              </ns1:defRPr>
            </ns1:lvl7pPr>
            <ns1:lvl8pPr algn="l">
              <ns1:defRPr sz="5100" b="1">
                <ns1:solidFill>
                  <ns1:srgbClr val="9FFF68"/>
                </ns1:solidFill>
                <ns1:latin typeface="Pretendard"/>
                <ns1:ea typeface="Pretendard"/>
                <ns1:cs typeface="Pretendard"/>
              </ns1:defRPr>
            </ns1:lvl8pPr>
            <ns1:lvl9pPr algn="l">
              <ns1:defRPr sz="5100" b="1">
                <ns1:solidFill>
                  <ns1:srgbClr val="9FFF68"/>
                </ns1:solidFill>
                <ns1:latin typeface="Pretendard"/>
                <ns1:ea typeface="Pretendard"/>
                <ns1:cs typeface="Pretendard"/>
              </ns1:defRPr>
            </ns1:lvl9pPr>
          </ns1:lstStyle>
          <ns1:p>
            <ns1:pPr algn="l">
              <ns1:defRPr sz="5100" b="1">
                <ns1:solidFill>
                  <ns1:srgbClr val="9FFF68"/>
                </ns1:solidFill>
                <ns1:latin typeface="Pretendard"/>
                <ns1:ea typeface="Pretendard"/>
                <ns1:cs typeface="Pretendard"/>
              </ns1:defRPr>
            </ns1:pPr>
            <ns1:r>
              <ns1:rPr sz="5100" b="1">
                <ns1:solidFill>
                  <ns1:srgbClr val="9FFF68"/>
                </ns1:solidFill>
                <ns1:latin typeface="Pretendard"/>
                <ns1:ea typeface="Pretendard"/>
                <ns1:cs typeface="Pretendard"/>
              </ns1:rPr>
              <ns1:t>PART 1</ns1:t>
            </ns1:r>
          </ns1:p>
        </ns0:txBody>
      </ns0:sp>
      <ns0:sp>
        <ns0:nvSpPr>
          <ns0:cNvPr id="6" name="title">
            <ns1:extLst>
              <ns1:ext uri="{FF2B5EF4-FFF2-40B4-BE49-F238E27FC236}">
                <ns2:creationId id="{1A07D861-D8C2-4BDD-AA64-5B7D696B01ED}"/>
              </ns1:ext>
            </ns1:extLst>
          </ns0:cNvPr>
          <ns0:cNvSpPr>
            <ns1:spLocks noGrp="1"/>
          </ns0:cNvSpPr>
          <ns0:nvPr/>
        </ns0:nvSpPr>
        <ns0:spPr>
          <ns1:xfrm>
            <ns1:off x="1130618" y="4000024"/>
            <ns1:ext cx="13335000" cy="1498283"/>
          </ns1:xfrm>
          <ns1:prstGeom prst="rect">
            <ns1:avLst/>
          </ns1:prstGeom>
          <ns1:noFill/>
          <ns1:ln w="0">
            <ns1:noFill/>
          </ns1:ln>
        </ns0:spPr>
        <ns0:txBody>
          <ns1:bodyPr wrap="none" lIns="0" tIns="0" rIns="0" bIns="0" anchor="t">
            <ns1:noAutofit/>
          </ns1:bodyPr>
          <ns1:lstStyle>
            <ns1:defPPr algn="l">
              <ns1:defRPr sz="7050" b="1">
                <ns1:solidFill>
                  <ns1:srgbClr val="FFFFFF"/>
                </ns1:solidFill>
                <ns1:latin typeface="Pretendard"/>
                <ns1:ea typeface="Pretendard"/>
                <ns1:cs typeface="Pretendard"/>
              </ns1:defRPr>
            </ns1:defPPr>
            <ns1:lvl1pPr algn="l">
              <ns1:defRPr sz="7050" b="1">
                <ns1:solidFill>
                  <ns1:srgbClr val="FFFFFF"/>
                </ns1:solidFill>
                <ns1:latin typeface="Pretendard"/>
                <ns1:ea typeface="Pretendard"/>
                <ns1:cs typeface="Pretendard"/>
              </ns1:defRPr>
            </ns1:lvl1pPr>
            <ns1:lvl2pPr algn="l">
              <ns1:defRPr sz="7050" b="1">
                <ns1:solidFill>
                  <ns1:srgbClr val="FFFFFF"/>
                </ns1:solidFill>
                <ns1:latin typeface="Pretendard"/>
                <ns1:ea typeface="Pretendard"/>
                <ns1:cs typeface="Pretendard"/>
              </ns1:defRPr>
            </ns1:lvl2pPr>
            <ns1:lvl3pPr algn="l">
              <ns1:defRPr sz="7050" b="1">
                <ns1:solidFill>
                  <ns1:srgbClr val="FFFFFF"/>
                </ns1:solidFill>
                <ns1:latin typeface="Pretendard"/>
                <ns1:ea typeface="Pretendard"/>
                <ns1:cs typeface="Pretendard"/>
              </ns1:defRPr>
            </ns1:lvl3pPr>
            <ns1:lvl4pPr algn="l">
              <ns1:defRPr sz="7050" b="1">
                <ns1:solidFill>
                  <ns1:srgbClr val="FFFFFF"/>
                </ns1:solidFill>
                <ns1:latin typeface="Pretendard"/>
                <ns1:ea typeface="Pretendard"/>
                <ns1:cs typeface="Pretendard"/>
              </ns1:defRPr>
            </ns1:lvl4pPr>
            <ns1:lvl5pPr algn="l">
              <ns1:defRPr sz="7050" b="1">
                <ns1:solidFill>
                  <ns1:srgbClr val="FFFFFF"/>
                </ns1:solidFill>
                <ns1:latin typeface="Pretendard"/>
                <ns1:ea typeface="Pretendard"/>
                <ns1:cs typeface="Pretendard"/>
              </ns1:defRPr>
            </ns1:lvl5pPr>
            <ns1:lvl6pPr algn="l">
              <ns1:defRPr sz="7050" b="1">
                <ns1:solidFill>
                  <ns1:srgbClr val="FFFFFF"/>
                </ns1:solidFill>
                <ns1:latin typeface="Pretendard"/>
                <ns1:ea typeface="Pretendard"/>
                <ns1:cs typeface="Pretendard"/>
              </ns1:defRPr>
            </ns1:lvl6pPr>
            <ns1:lvl7pPr algn="l">
              <ns1:defRPr sz="7050" b="1">
                <ns1:solidFill>
                  <ns1:srgbClr val="FFFFFF"/>
                </ns1:solidFill>
                <ns1:latin typeface="Pretendard"/>
                <ns1:ea typeface="Pretendard"/>
                <ns1:cs typeface="Pretendard"/>
              </ns1:defRPr>
            </ns1:lvl7pPr>
            <ns1:lvl8pPr algn="l">
              <ns1:defRPr sz="7050" b="1">
                <ns1:solidFill>
                  <ns1:srgbClr val="FFFFFF"/>
                </ns1:solidFill>
                <ns1:latin typeface="Pretendard"/>
                <ns1:ea typeface="Pretendard"/>
                <ns1:cs typeface="Pretendard"/>
              </ns1:defRPr>
            </ns1:lvl8pPr>
            <ns1:lvl9pPr algn="l">
              <ns1:defRPr sz="7050" b="1">
                <ns1:solidFill>
                  <ns1:srgbClr val="FFFFFF"/>
                </ns1:solidFill>
                <ns1:latin typeface="Pretendard"/>
                <ns1:ea typeface="Pretendard"/>
                <ns1:cs typeface="Pretendard"/>
              </ns1:defRPr>
            </ns1:lvl9pPr>
          </ns1:lstStyle>
          <ns1:p>
            <ns1:pPr algn="l">
              <ns1:defRPr sz="7050" b="1">
                <ns1:solidFill>
                  <ns1:srgbClr val="FFFFFF"/>
                </ns1:solidFill>
                <ns1:latin typeface="Pretendard"/>
                <ns1:ea typeface="Pretendard"/>
                <ns1:cs typeface="Pretendard"/>
              </ns1:defRPr>
            </ns1:pPr>
            <ns1:r>
              <ns1:rPr sz="7050" b="1">
                <ns1:solidFill>
                  <ns1:srgbClr val="FFFFFF"/>
                </ns1:solidFill>
                <ns1:latin typeface="Pretendard"/>
                <ns1:ea typeface="Pretendard"/>
                <ns1:cs typeface="Pretendard"/>
              </ns1:rPr>
              <ns1:t>엔탈피와 열화학 반응식</ns1:t>
            </ns1:r>
          </ns1:p>
        </ns0:txBody>
      </ns0:sp>
      <ns0:sp>
        <ns0:nvSpPr>
          <ns0:cNvPr id="7" name="theory_curiosity">
            <ns1:extLst>
              <ns1:ext uri="{FF2B5EF4-FFF2-40B4-BE49-F238E27FC236}">
                <ns2:creationId id="{6ED17705-C7B8-477B-8F26-47FA566D771E}"/>
              </ns1:ext>
            </ns1:extLst>
          </ns0:cNvPr>
          <ns0:cNvSpPr>
            <ns1:spLocks noGrp="1"/>
          </ns0:cNvSpPr>
          <ns0:nvPr/>
        </ns0:nvSpPr>
        <ns0:spPr>
          <ns1:xfrm>
            <ns1:off x="1130618" y="5497354"/>
            <ns1:ext cx="13335000" cy="590550"/>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같은 반응도 물질의 양이나 상태가 달라지면 출입하는 열이 달라질까?</ns1:t>
            </ns1:r>
          </ns1:p>
        </ns0:txBody>
      </ns0:sp>
    </ns0:spTree>
    <ns0:extLst>
      <ns0:ext uri="{BB962C8B-B14F-4D97-AF65-F5344CB8AC3E}">
        <ns4:creationId val="300616805"/>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7" name="">
            <ns1:extLst>
              <ns1:ext uri="{FF2B5EF4-FFF2-40B4-BE49-F238E27FC236}">
                <ns2:creationId id="{0C1D80B1-321C-43A6-9020-6572B14E0C24}"/>
              </ns1:ext>
            </ns1:extLst>
          </ns0:cNvPr>
          <ns0:cNvPicPr>
            <ns1:picLocks noChangeAspect="1"/>
          </ns0:cNvPicPr>
          <ns0:nvPr/>
        </ns0:nvPicPr>
        <ns0:blipFill>
          <ns1:blip ns3:embed="R87941915a4a04d1a"/>
          <ns1:stretch/>
        </ns0:blipFill>
        <ns0:spPr>
          <ns1:xfrm>
            <ns1:off x="16941800" y="382588"/>
            <ns1:ext cx="1028700" cy="733425"/>
          </ns1:xfrm>
          <ns1:prstGeom prst="rect">
            <ns1:avLst/>
          </ns1:prstGeom>
        </ns0:spPr>
      </ns0:pic>
      <ns0:sp>
        <ns0:nvSpPr>
          <ns0:cNvPr id="2" name="part_heading">
            <ns1:extLst>
              <ns1:ext uri="{FF2B5EF4-FFF2-40B4-BE49-F238E27FC236}">
                <ns2:creationId id="{E10C57B2-850B-4768-BEFA-94DE01B8A95C}"/>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2 연료의 효율성</ns1:t>
            </ns1:r>
          </ns1:p>
        </ns0:txBody>
      </ns0:sp>
      <ns0:sp>
        <ns0:nvSpPr>
          <ns0:cNvPr id="3" name="topic_number">
            <ns1:extLst>
              <ns1:ext uri="{FF2B5EF4-FFF2-40B4-BE49-F238E27FC236}">
                <ns2:creationId id="{6A7D1DDD-3ADF-4E0C-9AC8-AEE1C5876CDF}"/>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01</ns1:t>
            </ns1:r>
          </ns1:p>
        </ns0:txBody>
      </ns0:sp>
      <ns0:sp>
        <ns0:nvSpPr>
          <ns0:cNvPr id="4" name="topic_heading">
            <ns1:extLst>
              <ns1:ext uri="{FF2B5EF4-FFF2-40B4-BE49-F238E27FC236}">
                <ns2:creationId id="{C06F4277-13FC-483E-B224-ED925601D6B4}"/>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연소 반응의 이용</ns1:t>
            </ns1:r>
          </ns1:p>
        </ns0:txBody>
      </ns0:sp>
      <ns0:sp>
        <ns0:nvSpPr>
          <ns0:cNvPr id="5" name="title">
            <ns1:extLst>
              <ns1:ext uri="{FF2B5EF4-FFF2-40B4-BE49-F238E27FC236}">
                <ns2:creationId id="{2FC4C184-E1C0-4F23-A4A6-E44FFF8943EE}"/>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연소에서 방출된 열을 난방과 동력에 이용한다</ns1:t>
            </ns1:r>
          </ns1:p>
        </ns0:txBody>
      </ns0:sp>
      <ns0:sp>
        <ns0:nvSpPr>
          <ns0:cNvPr id="6" name="explanation">
            <ns1:extLst>
              <ns1:ext uri="{FF2B5EF4-FFF2-40B4-BE49-F238E27FC236}">
                <ns2:creationId id="{3D2EBDC9-EAC2-410B-88AF-74A681E023A5}"/>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보일러와 자동차는 어떤 에너지 변화를 이용할까?</ns1:t>
            </ns1:r>
          </ns1:p>
        </ns0:txBody>
      </ns0:sp>
      <ns0:sp>
        <ns0:nvSpPr>
          <ns0:cNvPr id="7" name="page">
            <ns1:extLst>
              <ns1:ext uri="{FF2B5EF4-FFF2-40B4-BE49-F238E27FC236}">
                <ns2:creationId id="{9B359B0F-1C37-4034-873B-A8689F74C22D}"/>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15 / 31</ns1:t>
            </ns1:r>
          </ns1:p>
        </ns0:txBody>
      </ns0:sp>
      <ns0:sp>
        <ns0:nvSpPr>
          <ns0:cNvPr id="8" name="copyright">
            <ns1:extLst>
              <ns1:ext uri="{FF2B5EF4-FFF2-40B4-BE49-F238E27FC236}">
                <ns2:creationId id="{5220E2D5-5779-4CB7-BFED-046740B36554}"/>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PHOTO_BOILER-frame">
            <ns1:extLst>
              <ns1:ext uri="{FF2B5EF4-FFF2-40B4-BE49-F238E27FC236}">
                <ns2:creationId id="{60B6E96C-E520-4081-99E9-5759D51FDA35}"/>
              </ns1:ext>
            </ns1:extLst>
          </ns0:cNvPr>
          <ns0:cNvSpPr>
            <ns1:spLocks noGrp="1"/>
          </ns0:cNvSpPr>
          <ns0:nvPr/>
        </ns0:nvSpPr>
        <ns0:spPr>
          <ns1:xfrm>
            <ns1:off x="2381250" y="4714875"/>
            <ns1:ext cx="6191250" cy="4619625"/>
          </ns1:xfrm>
          <ns1:prstGeom prst="roundRect">
            <ns1:avLst>
              <ns1:gd name="adj" fmla="val 6598"/>
            </ns1:avLst>
          </ns1:prstGeom>
          <ns1:solidFill>
            <ns1:srgbClr val="1F2429"/>
          </ns1:solidFill>
          <ns1:ln w="0">
            <ns1:noFill/>
          </ns1:ln>
        </ns0:spPr>
      </ns0:sp>
      <ns0:pic>
        <ns0:nvPicPr>
          <ns0:cNvPr id="10" name="">
            <ns1:extLst>
              <ns1:ext uri="{FF2B5EF4-FFF2-40B4-BE49-F238E27FC236}">
                <ns2:creationId id="{E5798CCD-91DA-43A0-B534-BFF9F7A29459}"/>
              </ns1:ext>
            </ns1:extLst>
          </ns0:cNvPr>
          <ns0:cNvPicPr>
            <ns1:picLocks noChangeAspect="1"/>
          </ns0:cNvPicPr>
          <ns0:nvPr/>
        </ns0:nvPicPr>
        <ns0:blipFill>
          <ns1:blip ns3:embed="R0666389a947e48f4"/>
          <ns1:srcRect l="0" t="18192" r="0" b="18192"/>
          <ns1:stretch>
            <ns1:fillRect l="0" t="0" r="0" b="0"/>
          </ns1:stretch>
        </ns0:blipFill>
        <ns0:spPr>
          <ns1:xfrm>
            <ns1:off x="2628900" y="4943475"/>
            <ns1:ext cx="5695950" cy="2781300"/>
          </ns1:xfrm>
          <ns1:prstGeom prst="roundRect">
            <ns1:avLst>
              <ns1:gd name="adj" fmla="val 6164"/>
            </ns1:avLst>
          </ns1:prstGeom>
        </ns0:spPr>
      </ns0:pic>
      <ns0:sp>
        <ns0:nvSpPr>
          <ns0:cNvPr id="11" name="PHOTO_BOILER-title">
            <ns1:extLst>
              <ns1:ext uri="{FF2B5EF4-FFF2-40B4-BE49-F238E27FC236}">
                <ns2:creationId id="{B8022445-C715-439C-A4AF-F4D8EA168691}"/>
              </ns1:ext>
            </ns1:extLst>
          </ns0:cNvPr>
          <ns0:cNvSpPr>
            <ns1:spLocks noGrp="1"/>
          </ns0:cNvSpPr>
          <ns0:nvPr/>
        </ns0:nvSpPr>
        <ns0:spPr>
          <ns1:xfrm>
            <ns1:off x="257175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가정용 난방 보일러</ns1:t>
            </ns1:r>
          </ns1:p>
        </ns0:txBody>
      </ns0:sp>
      <ns0:sp>
        <ns0:nvSpPr>
          <ns0:cNvPr id="12" name="PHOTO_BOILER-description">
            <ns1:extLst>
              <ns1:ext uri="{FF2B5EF4-FFF2-40B4-BE49-F238E27FC236}">
                <ns2:creationId id="{E7C9BF3D-B388-4510-AE12-BE7AEE43473F}"/>
              </ns1:ext>
            </ns1:extLst>
          </ns0:cNvPr>
          <ns0:cNvSpPr>
            <ns1:spLocks noGrp="1"/>
          </ns0:cNvSpPr>
          <ns0:nvPr/>
        </ns0:nvSpPr>
        <ns0:spPr>
          <ns1:xfrm>
            <ns1:off x="2571750" y="8620125"/>
            <ns1:ext cx="5810250" cy="533400"/>
          </ns1:xfrm>
          <ns1:prstGeom prst="rect">
            <ns1:avLst/>
          </ns1:prstGeom>
          <ns1:noFill/>
          <ns1:ln w="0">
            <ns1:noFill/>
          </ns1:ln>
        </ns0:spPr>
        <ns0:txBody>
          <ns1:bodyPr wrap="none" lIns="0" tIns="0" rIns="0" bIns="0" anchor="t">
            <ns1:noAutofit/>
          </ns1:bodyPr>
          <ns1:lstStyle>
            <ns1:defPPr algn="ctr">
              <ns1:defRPr sz="2700" b="0">
                <ns1:solidFill>
                  <ns1:srgbClr val="FFFFFF"/>
                </ns1:solidFill>
                <ns1:latin typeface="Pretendard"/>
                <ns1:ea typeface="Pretendard"/>
                <ns1:cs typeface="Pretendard"/>
              </ns1:defRPr>
            </ns1:defPPr>
            <ns1:lvl1pPr algn="ctr">
              <ns1:defRPr sz="2700" b="0">
                <ns1:solidFill>
                  <ns1:srgbClr val="FFFFFF"/>
                </ns1:solidFill>
                <ns1:latin typeface="Pretendard"/>
                <ns1:ea typeface="Pretendard"/>
                <ns1:cs typeface="Pretendard"/>
              </ns1:defRPr>
            </ns1:lvl1pPr>
            <ns1:lvl2pPr algn="ctr">
              <ns1:defRPr sz="2700" b="0">
                <ns1:solidFill>
                  <ns1:srgbClr val="FFFFFF"/>
                </ns1:solidFill>
                <ns1:latin typeface="Pretendard"/>
                <ns1:ea typeface="Pretendard"/>
                <ns1:cs typeface="Pretendard"/>
              </ns1:defRPr>
            </ns1:lvl2pPr>
            <ns1:lvl3pPr algn="ctr">
              <ns1:defRPr sz="2700" b="0">
                <ns1:solidFill>
                  <ns1:srgbClr val="FFFFFF"/>
                </ns1:solidFill>
                <ns1:latin typeface="Pretendard"/>
                <ns1:ea typeface="Pretendard"/>
                <ns1:cs typeface="Pretendard"/>
              </ns1:defRPr>
            </ns1:lvl3pPr>
            <ns1:lvl4pPr algn="ctr">
              <ns1:defRPr sz="2700" b="0">
                <ns1:solidFill>
                  <ns1:srgbClr val="FFFFFF"/>
                </ns1:solidFill>
                <ns1:latin typeface="Pretendard"/>
                <ns1:ea typeface="Pretendard"/>
                <ns1:cs typeface="Pretendard"/>
              </ns1:defRPr>
            </ns1:lvl4pPr>
            <ns1:lvl5pPr algn="ctr">
              <ns1:defRPr sz="2700" b="0">
                <ns1:solidFill>
                  <ns1:srgbClr val="FFFFFF"/>
                </ns1:solidFill>
                <ns1:latin typeface="Pretendard"/>
                <ns1:ea typeface="Pretendard"/>
                <ns1:cs typeface="Pretendard"/>
              </ns1:defRPr>
            </ns1:lvl5pPr>
            <ns1:lvl6pPr algn="ctr">
              <ns1:defRPr sz="2700" b="0">
                <ns1:solidFill>
                  <ns1:srgbClr val="FFFFFF"/>
                </ns1:solidFill>
                <ns1:latin typeface="Pretendard"/>
                <ns1:ea typeface="Pretendard"/>
                <ns1:cs typeface="Pretendard"/>
              </ns1:defRPr>
            </ns1:lvl6pPr>
            <ns1:lvl7pPr algn="ctr">
              <ns1:defRPr sz="2700" b="0">
                <ns1:solidFill>
                  <ns1:srgbClr val="FFFFFF"/>
                </ns1:solidFill>
                <ns1:latin typeface="Pretendard"/>
                <ns1:ea typeface="Pretendard"/>
                <ns1:cs typeface="Pretendard"/>
              </ns1:defRPr>
            </ns1:lvl7pPr>
            <ns1:lvl8pPr algn="ctr">
              <ns1:defRPr sz="2700" b="0">
                <ns1:solidFill>
                  <ns1:srgbClr val="FFFFFF"/>
                </ns1:solidFill>
                <ns1:latin typeface="Pretendard"/>
                <ns1:ea typeface="Pretendard"/>
                <ns1:cs typeface="Pretendard"/>
              </ns1:defRPr>
            </ns1:lvl8pPr>
            <ns1:lvl9pPr algn="ctr">
              <ns1:defRPr sz="2700" b="0">
                <ns1:solidFill>
                  <ns1:srgbClr val="FFFFFF"/>
                </ns1:solidFill>
                <ns1:latin typeface="Pretendard"/>
                <ns1:ea typeface="Pretendard"/>
                <ns1:cs typeface="Pretendard"/>
              </ns1:defRPr>
            </ns1:lvl9pPr>
          </ns1:lstStyle>
          <ns1:p>
            <ns1:pPr algn="ctr">
              <ns1:defRPr sz="2700" b="0">
                <ns1:solidFill>
                  <ns1:srgbClr val="FFFFFF"/>
                </ns1:solidFill>
                <ns1:latin typeface="Pretendard"/>
                <ns1:ea typeface="Pretendard"/>
                <ns1:cs typeface="Pretendard"/>
              </ns1:defRPr>
            </ns1:pPr>
            <ns1:r>
              <ns1:rPr sz="2700" b="0">
                <ns1:solidFill>
                  <ns1:srgbClr val="FFFFFF"/>
                </ns1:solidFill>
                <ns1:latin typeface="Pretendard"/>
                <ns1:ea typeface="Pretendard"/>
                <ns1:cs typeface="Pretendard"/>
              </ns1:rPr>
              <ns1:t>연료가 연소하며 방출한 열로 난방</ns1:t>
            </ns1:r>
          </ns1:p>
        </ns0:txBody>
      </ns0:sp>
      <ns0:sp>
        <ns0:nvSpPr>
          <ns0:cNvPr id="13" name="PHOTO_CAR-frame">
            <ns1:extLst>
              <ns1:ext uri="{FF2B5EF4-FFF2-40B4-BE49-F238E27FC236}">
                <ns2:creationId id="{E56BA199-C0E9-4BF8-A3BA-B6EA695952B0}"/>
              </ns1:ext>
            </ns1:extLst>
          </ns0:cNvPr>
          <ns0:cNvSpPr>
            <ns1:spLocks noGrp="1"/>
          </ns0:cNvSpPr>
          <ns0:nvPr/>
        </ns0:nvSpPr>
        <ns0:spPr>
          <ns1:xfrm>
            <ns1:off x="9715500" y="4714875"/>
            <ns1:ext cx="6191250" cy="4619625"/>
          </ns1:xfrm>
          <ns1:prstGeom prst="roundRect">
            <ns1:avLst>
              <ns1:gd name="adj" fmla="val 6598"/>
            </ns1:avLst>
          </ns1:prstGeom>
          <ns1:solidFill>
            <ns1:srgbClr val="1F2429"/>
          </ns1:solidFill>
          <ns1:ln w="0">
            <ns1:noFill/>
          </ns1:ln>
        </ns0:spPr>
      </ns0:sp>
      <ns0:pic>
        <ns0:nvPicPr>
          <ns0:cNvPr id="14" name="">
            <ns1:extLst>
              <ns1:ext uri="{FF2B5EF4-FFF2-40B4-BE49-F238E27FC236}">
                <ns2:creationId id="{88CEA746-9404-49D8-81BB-486D9DAA61D2}"/>
              </ns1:ext>
            </ns1:extLst>
          </ns0:cNvPr>
          <ns0:cNvPicPr>
            <ns1:picLocks noChangeAspect="1"/>
          </ns0:cNvPicPr>
          <ns0:nvPr/>
        </ns0:nvPicPr>
        <ns0:blipFill>
          <ns1:blip ns3:embed="R825e2114209e4eeb"/>
          <ns1:srcRect l="0" t="6023" r="0" b="6023"/>
          <ns1:stretch>
            <ns1:fillRect l="0" t="0" r="0" b="0"/>
          </ns1:stretch>
        </ns0:blipFill>
        <ns0:spPr>
          <ns1:xfrm>
            <ns1:off x="9963150" y="4943475"/>
            <ns1:ext cx="5695950" cy="2781300"/>
          </ns1:xfrm>
          <ns1:prstGeom prst="roundRect">
            <ns1:avLst>
              <ns1:gd name="adj" fmla="val 6164"/>
            </ns1:avLst>
          </ns1:prstGeom>
        </ns0:spPr>
      </ns0:pic>
      <ns0:sp>
        <ns0:nvSpPr>
          <ns0:cNvPr id="15" name="PHOTO_CAR-title">
            <ns1:extLst>
              <ns1:ext uri="{FF2B5EF4-FFF2-40B4-BE49-F238E27FC236}">
                <ns2:creationId id="{F8928E6A-DC0A-4ADA-A7D3-EB90BDA0CD35}"/>
              </ns1:ext>
            </ns1:extLst>
          </ns0:cNvPr>
          <ns0:cNvSpPr>
            <ns1:spLocks noGrp="1"/>
          </ns0:cNvSpPr>
          <ns0:nvPr/>
        </ns0:nvSpPr>
        <ns0:spPr>
          <ns1:xfrm>
            <ns1:off x="990600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가솔린 자동차</ns1:t>
            </ns1:r>
          </ns1:p>
        </ns0:txBody>
      </ns0:sp>
      <ns0:sp>
        <ns0:nvSpPr>
          <ns0:cNvPr id="16" name="PHOTO_CAR-description">
            <ns1:extLst>
              <ns1:ext uri="{FF2B5EF4-FFF2-40B4-BE49-F238E27FC236}">
                <ns2:creationId id="{F139CE38-BA2A-4537-8768-D5578E2D5B96}"/>
              </ns1:ext>
            </ns1:extLst>
          </ns0:cNvPr>
          <ns0:cNvSpPr>
            <ns1:spLocks noGrp="1"/>
          </ns0:cNvSpPr>
          <ns0:nvPr/>
        </ns0:nvSpPr>
        <ns0:spPr>
          <ns1:xfrm>
            <ns1:off x="9906000" y="8620125"/>
            <ns1:ext cx="5810250" cy="533400"/>
          </ns1:xfrm>
          <ns1:prstGeom prst="rect">
            <ns1:avLst/>
          </ns1:prstGeom>
          <ns1:noFill/>
          <ns1:ln w="0">
            <ns1:noFill/>
          </ns1:ln>
        </ns0:spPr>
        <ns0:txBody>
          <ns1:bodyPr wrap="none" lIns="0" tIns="0" rIns="0" bIns="0" anchor="t">
            <ns1:noAutofit/>
          </ns1:bodyPr>
          <ns1:lstStyle>
            <ns1:defPPr algn="ctr">
              <ns1:defRPr sz="2700" b="0">
                <ns1:solidFill>
                  <ns1:srgbClr val="FFFFFF"/>
                </ns1:solidFill>
                <ns1:latin typeface="Pretendard"/>
                <ns1:ea typeface="Pretendard"/>
                <ns1:cs typeface="Pretendard"/>
              </ns1:defRPr>
            </ns1:defPPr>
            <ns1:lvl1pPr algn="ctr">
              <ns1:defRPr sz="2700" b="0">
                <ns1:solidFill>
                  <ns1:srgbClr val="FFFFFF"/>
                </ns1:solidFill>
                <ns1:latin typeface="Pretendard"/>
                <ns1:ea typeface="Pretendard"/>
                <ns1:cs typeface="Pretendard"/>
              </ns1:defRPr>
            </ns1:lvl1pPr>
            <ns1:lvl2pPr algn="ctr">
              <ns1:defRPr sz="2700" b="0">
                <ns1:solidFill>
                  <ns1:srgbClr val="FFFFFF"/>
                </ns1:solidFill>
                <ns1:latin typeface="Pretendard"/>
                <ns1:ea typeface="Pretendard"/>
                <ns1:cs typeface="Pretendard"/>
              </ns1:defRPr>
            </ns1:lvl2pPr>
            <ns1:lvl3pPr algn="ctr">
              <ns1:defRPr sz="2700" b="0">
                <ns1:solidFill>
                  <ns1:srgbClr val="FFFFFF"/>
                </ns1:solidFill>
                <ns1:latin typeface="Pretendard"/>
                <ns1:ea typeface="Pretendard"/>
                <ns1:cs typeface="Pretendard"/>
              </ns1:defRPr>
            </ns1:lvl3pPr>
            <ns1:lvl4pPr algn="ctr">
              <ns1:defRPr sz="2700" b="0">
                <ns1:solidFill>
                  <ns1:srgbClr val="FFFFFF"/>
                </ns1:solidFill>
                <ns1:latin typeface="Pretendard"/>
                <ns1:ea typeface="Pretendard"/>
                <ns1:cs typeface="Pretendard"/>
              </ns1:defRPr>
            </ns1:lvl4pPr>
            <ns1:lvl5pPr algn="ctr">
              <ns1:defRPr sz="2700" b="0">
                <ns1:solidFill>
                  <ns1:srgbClr val="FFFFFF"/>
                </ns1:solidFill>
                <ns1:latin typeface="Pretendard"/>
                <ns1:ea typeface="Pretendard"/>
                <ns1:cs typeface="Pretendard"/>
              </ns1:defRPr>
            </ns1:lvl5pPr>
            <ns1:lvl6pPr algn="ctr">
              <ns1:defRPr sz="2700" b="0">
                <ns1:solidFill>
                  <ns1:srgbClr val="FFFFFF"/>
                </ns1:solidFill>
                <ns1:latin typeface="Pretendard"/>
                <ns1:ea typeface="Pretendard"/>
                <ns1:cs typeface="Pretendard"/>
              </ns1:defRPr>
            </ns1:lvl6pPr>
            <ns1:lvl7pPr algn="ctr">
              <ns1:defRPr sz="2700" b="0">
                <ns1:solidFill>
                  <ns1:srgbClr val="FFFFFF"/>
                </ns1:solidFill>
                <ns1:latin typeface="Pretendard"/>
                <ns1:ea typeface="Pretendard"/>
                <ns1:cs typeface="Pretendard"/>
              </ns1:defRPr>
            </ns1:lvl7pPr>
            <ns1:lvl8pPr algn="ctr">
              <ns1:defRPr sz="2700" b="0">
                <ns1:solidFill>
                  <ns1:srgbClr val="FFFFFF"/>
                </ns1:solidFill>
                <ns1:latin typeface="Pretendard"/>
                <ns1:ea typeface="Pretendard"/>
                <ns1:cs typeface="Pretendard"/>
              </ns1:defRPr>
            </ns1:lvl8pPr>
            <ns1:lvl9pPr algn="ctr">
              <ns1:defRPr sz="2700" b="0">
                <ns1:solidFill>
                  <ns1:srgbClr val="FFFFFF"/>
                </ns1:solidFill>
                <ns1:latin typeface="Pretendard"/>
                <ns1:ea typeface="Pretendard"/>
                <ns1:cs typeface="Pretendard"/>
              </ns1:defRPr>
            </ns1:lvl9pPr>
          </ns1:lstStyle>
          <ns1:p>
            <ns1:pPr algn="ctr">
              <ns1:defRPr sz="2700" b="0">
                <ns1:solidFill>
                  <ns1:srgbClr val="FFFFFF"/>
                </ns1:solidFill>
                <ns1:latin typeface="Pretendard"/>
                <ns1:ea typeface="Pretendard"/>
                <ns1:cs typeface="Pretendard"/>
              </ns1:defRPr>
            </ns1:pPr>
            <ns1:r>
              <ns1:rPr sz="2700" b="0">
                <ns1:solidFill>
                  <ns1:srgbClr val="FFFFFF"/>
                </ns1:solidFill>
                <ns1:latin typeface="Pretendard"/>
                <ns1:ea typeface="Pretendard"/>
                <ns1:cs typeface="Pretendard"/>
              </ns1:rPr>
              <ns1:t>연료의 연소 에너지를 운동에 이용</ns1:t>
            </ns1:r>
          </ns1:p>
        </ns0:txBody>
      </ns0:sp>
    </ns0:spTree>
    <ns0:extLst>
      <ns0:ext uri="{BB962C8B-B14F-4D97-AF65-F5344CB8AC3E}">
        <ns4:creationId val="748641318"/>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1" name="">
            <ns1:extLst>
              <ns1:ext uri="{FF2B5EF4-FFF2-40B4-BE49-F238E27FC236}">
                <ns2:creationId id="{22F777AF-53E0-40BE-8D06-F108B67D7673}"/>
              </ns1:ext>
            </ns1:extLst>
          </ns0:cNvPr>
          <ns0:cNvPicPr>
            <ns1:picLocks noChangeAspect="1"/>
          </ns0:cNvPicPr>
          <ns0:nvPr/>
        </ns0:nvPicPr>
        <ns0:blipFill>
          <ns1:blip ns3:embed="R8d68454b08504c1c"/>
          <ns1:stretch/>
        </ns0:blipFill>
        <ns0:spPr>
          <ns1:xfrm>
            <ns1:off x="16941800" y="382588"/>
            <ns1:ext cx="1028700" cy="733425"/>
          </ns1:xfrm>
          <ns1:prstGeom prst="rect">
            <ns1:avLst/>
          </ns1:prstGeom>
        </ns0:spPr>
      </ns0:pic>
      <ns0:sp>
        <ns0:nvSpPr>
          <ns0:cNvPr id="2" name="part_heading">
            <ns1:extLst>
              <ns1:ext uri="{FF2B5EF4-FFF2-40B4-BE49-F238E27FC236}">
                <ns2:creationId id="{55A7E399-AEBB-45B6-AF23-664ABCFBC877}"/>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271F20D1-897A-447A-8F6A-EEF9362CD1C6}"/>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04</ns1:t>
            </ns1:r>
          </ns1:p>
        </ns0:txBody>
      </ns0:sp>
      <ns0:sp>
        <ns0:nvSpPr>
          <ns0:cNvPr id="4" name="topic_heading">
            <ns1:extLst>
              <ns1:ext uri="{FF2B5EF4-FFF2-40B4-BE49-F238E27FC236}">
                <ns2:creationId id="{185C4110-4578-4CC7-BBA0-42EBD6F5DB45}"/>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물 생성 반응의 결합 모형</ns1:t>
            </ns1:r>
          </ns1:p>
        </ns0:txBody>
      </ns0:sp>
      <ns0:sp>
        <ns0:nvSpPr>
          <ns0:cNvPr id="5" name="title">
            <ns1:extLst>
              <ns1:ext uri="{FF2B5EF4-FFF2-40B4-BE49-F238E27FC236}">
                <ns2:creationId id="{8A732FD7-3A2B-4BD5-B0C8-17D145CCE7E1}"/>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원자 수는 보존되고, 결합은 달라진다</ns1:t>
            </ns1:r>
          </ns1:p>
        </ns0:txBody>
      </ns0:sp>
      <ns0:sp>
        <ns0:nvSpPr>
          <ns0:cNvPr id="6" name="explanation">
            <ns1:extLst>
              <ns1:ext uri="{FF2B5EF4-FFF2-40B4-BE49-F238E27FC236}">
                <ns2:creationId id="{0DBDC291-6D26-48B9-BB06-900883DA5F7C}"/>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2H₂(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O₂(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2H₂O(</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ns1:t>
            </ns1:r>
          </ns1:p>
        </ns0:txBody>
      </ns0:sp>
      <ns0:sp>
        <ns0:nvSpPr>
          <ns0:cNvPr id="7" name="page">
            <ns1:extLst>
              <ns1:ext uri="{FF2B5EF4-FFF2-40B4-BE49-F238E27FC236}">
                <ns2:creationId id="{40CF1E66-E08B-46D7-9341-8AFB17D4A69C}"/>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26 / 31</ns1:t>
            </ns1:r>
          </ns1:p>
        </ns0:txBody>
      </ns0:sp>
      <ns0:sp>
        <ns0:nvSpPr>
          <ns0:cNvPr id="8" name="copyright">
            <ns1:extLst>
              <ns1:ext uri="{FF2B5EF4-FFF2-40B4-BE49-F238E27FC236}">
                <ns2:creationId id="{29D1F17F-0D9C-4FF8-88D7-EBEC46536F8C}"/>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9" name="">
            <ns1:extLst>
              <ns1:ext uri="{FF2B5EF4-FFF2-40B4-BE49-F238E27FC236}">
                <ns2:creationId id="{740E45F5-F111-4424-A890-637F0327E0BC}"/>
              </ns1:ext>
            </ns1:extLst>
          </ns0:cNvPr>
          <ns0:cNvPicPr>
            <ns1:picLocks noChangeAspect="1"/>
          </ns0:cNvPicPr>
          <ns0:nvPr/>
        </ns0:nvPicPr>
        <ns0:blipFill>
          <ns1:blip ns3:embed="R6543e3e21f454914"/>
          <ns1:stretch/>
        </ns0:blipFill>
        <ns0:spPr>
          <ns1:xfrm>
            <ns1:off x="2333625" y="4831319"/>
            <ns1:ext cx="13620750" cy="3815236"/>
          </ns1:xfrm>
          <ns1:prstGeom prst="rect">
            <ns1:avLst/>
          </ns1:prstGeom>
        </ns0:spPr>
      </ns0:pic>
      <ns0:sp>
        <ns0:nvSpPr>
          <ns0:cNvPr id="10" name="conclusion">
            <ns1:extLst>
              <ns1:ext uri="{FF2B5EF4-FFF2-40B4-BE49-F238E27FC236}">
                <ns2:creationId id="{FEA63492-72B7-48E2-9D63-7986EB58DC8A}"/>
              </ns1:ext>
            </ns1:extLst>
          </ns0:cNvPr>
          <ns0:cNvSpPr>
            <ns1:spLocks noGrp="1"/>
          </ns0:cNvSpPr>
          <ns0:nvPr/>
        </ns0:nvSpPr>
        <ns0:spPr>
          <ns1:xfrm>
            <ns1:off x="2476500" y="8972550"/>
            <ns1:ext cx="13335000" cy="552450"/>
          </ns1:xfrm>
          <ns1:prstGeom prst="rect">
            <ns1:avLst/>
          </ns1:prstGeom>
          <ns1:noFill/>
          <ns1:ln w="0">
            <ns1:noFill/>
          </ns1:ln>
        </ns0:spPr>
        <ns0:txBody>
          <ns1:bodyPr wrap="none" lIns="0" tIns="0" rIns="0" bIns="0" anchor="t">
            <ns1:noAutofit/>
          </ns1:bodyPr>
          <ns1:lstStyle>
            <ns1:defPPr algn="ctr">
              <ns1:defRPr sz="3150" b="0">
                <ns1:solidFill>
                  <ns1:srgbClr val="444444"/>
                </ns1:solidFill>
                <ns1:latin typeface="Pretendard"/>
                <ns1:ea typeface="Pretendard"/>
                <ns1:cs typeface="Pretendard"/>
              </ns1:defRPr>
            </ns1:defPPr>
            <ns1:lvl1pPr algn="ctr">
              <ns1:defRPr sz="3150" b="0">
                <ns1:solidFill>
                  <ns1:srgbClr val="444444"/>
                </ns1:solidFill>
                <ns1:latin typeface="Pretendard"/>
                <ns1:ea typeface="Pretendard"/>
                <ns1:cs typeface="Pretendard"/>
              </ns1:defRPr>
            </ns1:lvl1pPr>
            <ns1:lvl2pPr algn="ctr">
              <ns1:defRPr sz="3150" b="0">
                <ns1:solidFill>
                  <ns1:srgbClr val="444444"/>
                </ns1:solidFill>
                <ns1:latin typeface="Pretendard"/>
                <ns1:ea typeface="Pretendard"/>
                <ns1:cs typeface="Pretendard"/>
              </ns1:defRPr>
            </ns1:lvl2pPr>
            <ns1:lvl3pPr algn="ctr">
              <ns1:defRPr sz="3150" b="0">
                <ns1:solidFill>
                  <ns1:srgbClr val="444444"/>
                </ns1:solidFill>
                <ns1:latin typeface="Pretendard"/>
                <ns1:ea typeface="Pretendard"/>
                <ns1:cs typeface="Pretendard"/>
              </ns1:defRPr>
            </ns1:lvl3pPr>
            <ns1:lvl4pPr algn="ctr">
              <ns1:defRPr sz="3150" b="0">
                <ns1:solidFill>
                  <ns1:srgbClr val="444444"/>
                </ns1:solidFill>
                <ns1:latin typeface="Pretendard"/>
                <ns1:ea typeface="Pretendard"/>
                <ns1:cs typeface="Pretendard"/>
              </ns1:defRPr>
            </ns1:lvl4pPr>
            <ns1:lvl5pPr algn="ctr">
              <ns1:defRPr sz="3150" b="0">
                <ns1:solidFill>
                  <ns1:srgbClr val="444444"/>
                </ns1:solidFill>
                <ns1:latin typeface="Pretendard"/>
                <ns1:ea typeface="Pretendard"/>
                <ns1:cs typeface="Pretendard"/>
              </ns1:defRPr>
            </ns1:lvl5pPr>
            <ns1:lvl6pPr algn="ctr">
              <ns1:defRPr sz="3150" b="0">
                <ns1:solidFill>
                  <ns1:srgbClr val="444444"/>
                </ns1:solidFill>
                <ns1:latin typeface="Pretendard"/>
                <ns1:ea typeface="Pretendard"/>
                <ns1:cs typeface="Pretendard"/>
              </ns1:defRPr>
            </ns1:lvl6pPr>
            <ns1:lvl7pPr algn="ctr">
              <ns1:defRPr sz="3150" b="0">
                <ns1:solidFill>
                  <ns1:srgbClr val="444444"/>
                </ns1:solidFill>
                <ns1:latin typeface="Pretendard"/>
                <ns1:ea typeface="Pretendard"/>
                <ns1:cs typeface="Pretendard"/>
              </ns1:defRPr>
            </ns1:lvl7pPr>
            <ns1:lvl8pPr algn="ctr">
              <ns1:defRPr sz="3150" b="0">
                <ns1:solidFill>
                  <ns1:srgbClr val="444444"/>
                </ns1:solidFill>
                <ns1:latin typeface="Pretendard"/>
                <ns1:ea typeface="Pretendard"/>
                <ns1:cs typeface="Pretendard"/>
              </ns1:defRPr>
            </ns1:lvl8pPr>
            <ns1:lvl9pPr algn="ctr">
              <ns1:defRPr sz="3150" b="0">
                <ns1:solidFill>
                  <ns1:srgbClr val="444444"/>
                </ns1:solidFill>
                <ns1:latin typeface="Pretendard"/>
                <ns1:ea typeface="Pretendard"/>
                <ns1:cs typeface="Pretendard"/>
              </ns1:defRPr>
            </ns1:lvl9pPr>
          </ns1:lstStyle>
          <ns1:p>
            <ns1:pPr algn="ctr">
              <ns1:defRPr sz="3150" b="0">
                <ns1:solidFill>
                  <ns1:srgbClr val="444444"/>
                </ns1:solidFill>
                <ns1:latin typeface="Pretendard"/>
                <ns1:ea typeface="Pretendard"/>
                <ns1:cs typeface="Pretendard"/>
              </ns1:defRPr>
            </ns1:pPr>
            <ns1:r>
              <ns1:rPr sz="3150" b="0">
                <ns1:solidFill>
                  <ns1:srgbClr val="444444"/>
                </ns1:solidFill>
                <ns1:latin typeface="Pretendard"/>
                <ns1:ea typeface="Pretendard"/>
                <ns1:cs typeface="Pretendard"/>
              </ns1:rPr>
              <ns1:t>H 원자 4개와 O 원자 2개를 끝까지 확인한다</ns1:t>
            </ns1:r>
          </ns1:p>
        </ns0:txBody>
      </ns0:sp>
    </ns0:spTree>
    <ns0:extLst>
      <ns0:ext uri="{BB962C8B-B14F-4D97-AF65-F5344CB8AC3E}">
        <ns4:creationId val="1841110688"/>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26" name="">
            <ns1:extLst>
              <ns1:ext uri="{FF2B5EF4-FFF2-40B4-BE49-F238E27FC236}">
                <ns2:creationId id="{F7A1FC22-AB0A-4B68-B374-0C0B9EE20AAB}"/>
              </ns1:ext>
            </ns1:extLst>
          </ns0:cNvPr>
          <ns0:cNvPicPr>
            <ns1:picLocks noChangeAspect="1"/>
          </ns0:cNvPicPr>
          <ns0:nvPr/>
        </ns0:nvPicPr>
        <ns0:blipFill>
          <ns1:blip ns3:embed="R0a064ff30c1a42a6"/>
          <ns1:stretch/>
        </ns0:blipFill>
        <ns0:spPr>
          <ns1:xfrm>
            <ns1:off x="16941800" y="382588"/>
            <ns1:ext cx="1028700" cy="733425"/>
          </ns1:xfrm>
          <ns1:prstGeom prst="rect">
            <ns1:avLst/>
          </ns1:prstGeom>
        </ns0:spPr>
      </ns0:pic>
      <ns0:sp>
        <ns0:nvSpPr>
          <ns0:cNvPr id="2" name="part_heading">
            <ns1:extLst>
              <ns1:ext uri="{FF2B5EF4-FFF2-40B4-BE49-F238E27FC236}">
                <ns2:creationId id="{CBD0C334-B8C0-4B87-BB18-9D492E85DAE7}"/>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CF9D93FA-A427-465B-85D8-AD7A6C524DE3}"/>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06</ns1:t>
            </ns1:r>
          </ns1:p>
        </ns0:txBody>
      </ns0:sp>
      <ns0:sp>
        <ns0:nvSpPr>
          <ns0:cNvPr id="4" name="topic_heading">
            <ns1:extLst>
              <ns1:ext uri="{FF2B5EF4-FFF2-40B4-BE49-F238E27FC236}">
                <ns2:creationId id="{614E4EAE-77F9-45D2-AB40-B1BBF1B53432}"/>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결합 에너지로 반응 엔탈피 계산</ns1:t>
            </ns1:r>
          </ns1:p>
        </ns0:txBody>
      </ns0:sp>
      <ns0:sp>
        <ns0:nvSpPr>
          <ns0:cNvPr id="5" name="title">
            <ns1:extLst>
              <ns1:ext uri="{FF2B5EF4-FFF2-40B4-BE49-F238E27FC236}">
                <ns2:creationId id="{FF092C7C-3353-42D6-A0C9-3CE6E1812CFC}"/>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흡수하는 에너지에서 방출하는 에너지를 뺀다</ns1:t>
            </ns1:r>
          </ns1:p>
        </ns0:txBody>
      </ns0:sp>
      <ns0:sp>
        <ns0:nvSpPr>
          <ns0:cNvPr id="6" name="explanation">
            <ns1:extLst>
              <ns1:ext uri="{FF2B5EF4-FFF2-40B4-BE49-F238E27FC236}">
                <ns2:creationId id="{C215FE36-0A68-40BE-A42A-28B77B8F7AA6}"/>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2H₂(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O₂(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2H₂O(</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반응식 전체 기준</ns1:t>
            </ns1:r>
          </ns1:p>
        </ns0:txBody>
      </ns0:sp>
      <ns0:sp>
        <ns0:nvSpPr>
          <ns0:cNvPr id="7" name="page">
            <ns1:extLst>
              <ns1:ext uri="{FF2B5EF4-FFF2-40B4-BE49-F238E27FC236}">
                <ns2:creationId id="{72747753-A462-418A-B232-BD7EAE68FC0E}"/>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28 / 31</ns1:t>
            </ns1:r>
          </ns1:p>
        </ns0:txBody>
      </ns0:sp>
      <ns0:sp>
        <ns0:nvSpPr>
          <ns0:cNvPr id="8" name="copyright">
            <ns1:extLst>
              <ns1:ext uri="{FF2B5EF4-FFF2-40B4-BE49-F238E27FC236}">
                <ns2:creationId id="{F998FC12-128B-4037-84CC-FBE5A937C023}"/>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EQ_BOND-native">
            <ns1:extLst>
              <ns1:ext uri="{FF2B5EF4-FFF2-40B4-BE49-F238E27FC236}">
                <ns2:creationId id="{0A156DBB-3FFE-466C-8A1E-A525633083FD}"/>
              </ns1:ext>
            </ns1:extLst>
          </ns0:cNvPr>
          <ns0:cNvSpPr>
            <ns1:spLocks noGrp="1"/>
          </ns0:cNvSpPr>
          <ns0:nvPr/>
        </ns0:nvSpPr>
        <ns0:spPr>
          <ns1:xfrm>
            <ns1:off x="1238250" y="4676775"/>
            <ns1:ext cx="15811500" cy="714375"/>
          </ns1:xfrm>
          <ns1:prstGeom prst="rect">
            <ns1:avLst/>
          </ns1:prstGeom>
          <ns1:noFill/>
          <ns1:ln w="0">
            <ns1:noFill/>
          </ns1:ln>
        </ns0:spPr>
        <ns0:txBody>
          <ns1:bodyPr wrap="none" lIns="0" tIns="0" rIns="0" bIns="0" anchor="t">
            <ns1:noAutofit/>
          </ns1:bodyPr>
          <ns1:lstStyle>
            <ns1:defPPr algn="ctr">
              <ns1:defRPr sz="3338" b="0">
                <ns1:solidFill>
                  <ns1:srgbClr val="111111"/>
                </ns1:solidFill>
                <ns1:latin typeface="Pretendard"/>
                <ns1:ea typeface="Pretendard"/>
                <ns1:cs typeface="Pretendard"/>
              </ns1:defRPr>
            </ns1:defPPr>
            <ns1:lvl1pPr algn="ctr">
              <ns1:defRPr sz="3338" b="0">
                <ns1:solidFill>
                  <ns1:srgbClr val="111111"/>
                </ns1:solidFill>
                <ns1:latin typeface="Pretendard"/>
                <ns1:ea typeface="Pretendard"/>
                <ns1:cs typeface="Pretendard"/>
              </ns1:defRPr>
            </ns1:lvl1pPr>
            <ns1:lvl2pPr algn="ctr">
              <ns1:defRPr sz="3338" b="0">
                <ns1:solidFill>
                  <ns1:srgbClr val="111111"/>
                </ns1:solidFill>
                <ns1:latin typeface="Pretendard"/>
                <ns1:ea typeface="Pretendard"/>
                <ns1:cs typeface="Pretendard"/>
              </ns1:defRPr>
            </ns1:lvl2pPr>
            <ns1:lvl3pPr algn="ctr">
              <ns1:defRPr sz="3338" b="0">
                <ns1:solidFill>
                  <ns1:srgbClr val="111111"/>
                </ns1:solidFill>
                <ns1:latin typeface="Pretendard"/>
                <ns1:ea typeface="Pretendard"/>
                <ns1:cs typeface="Pretendard"/>
              </ns1:defRPr>
            </ns1:lvl3pPr>
            <ns1:lvl4pPr algn="ctr">
              <ns1:defRPr sz="3338" b="0">
                <ns1:solidFill>
                  <ns1:srgbClr val="111111"/>
                </ns1:solidFill>
                <ns1:latin typeface="Pretendard"/>
                <ns1:ea typeface="Pretendard"/>
                <ns1:cs typeface="Pretendard"/>
              </ns1:defRPr>
            </ns1:lvl4pPr>
            <ns1:lvl5pPr algn="ctr">
              <ns1:defRPr sz="3338" b="0">
                <ns1:solidFill>
                  <ns1:srgbClr val="111111"/>
                </ns1:solidFill>
                <ns1:latin typeface="Pretendard"/>
                <ns1:ea typeface="Pretendard"/>
                <ns1:cs typeface="Pretendard"/>
              </ns1:defRPr>
            </ns1:lvl5pPr>
            <ns1:lvl6pPr algn="ctr">
              <ns1:defRPr sz="3338" b="0">
                <ns1:solidFill>
                  <ns1:srgbClr val="111111"/>
                </ns1:solidFill>
                <ns1:latin typeface="Pretendard"/>
                <ns1:ea typeface="Pretendard"/>
                <ns1:cs typeface="Pretendard"/>
              </ns1:defRPr>
            </ns1:lvl6pPr>
            <ns1:lvl7pPr algn="ctr">
              <ns1:defRPr sz="3338" b="0">
                <ns1:solidFill>
                  <ns1:srgbClr val="111111"/>
                </ns1:solidFill>
                <ns1:latin typeface="Pretendard"/>
                <ns1:ea typeface="Pretendard"/>
                <ns1:cs typeface="Pretendard"/>
              </ns1:defRPr>
            </ns1:lvl7pPr>
            <ns1:lvl8pPr algn="ctr">
              <ns1:defRPr sz="3338" b="0">
                <ns1:solidFill>
                  <ns1:srgbClr val="111111"/>
                </ns1:solidFill>
                <ns1:latin typeface="Pretendard"/>
                <ns1:ea typeface="Pretendard"/>
                <ns1:cs typeface="Pretendard"/>
              </ns1:defRPr>
            </ns1:lvl8pPr>
            <ns1:lvl9pPr algn="ctr">
              <ns1:defRPr sz="3338" b="0">
                <ns1:solidFill>
                  <ns1:srgbClr val="111111"/>
                </ns1:solidFill>
                <ns1:latin typeface="Pretendard"/>
                <ns1:ea typeface="Pretendard"/>
                <ns1:cs typeface="Pretendard"/>
              </ns1:defRPr>
            </ns1:lvl9pPr>
          </ns1:lstStyle>
          <ns1:p>
            <ns1:pPr algn="ctr">
              <ns1:defRPr sz="3338" b="0">
                <ns1:solidFill>
                  <ns1:srgbClr val="111111"/>
                </ns1:solidFill>
                <ns1:latin typeface="Pretendard"/>
                <ns1:ea typeface="Pretendard"/>
                <ns1:cs typeface="Pretendard"/>
              </ns1:defRPr>
            </ns1:pPr>
            <ns1:r>
              <ns1:rPr sz="3338" b="0">
                <ns1:solidFill>
                  <ns1:srgbClr val="111111"/>
                </ns1:solidFill>
                <ns1:latin typeface="Pretendard"/>
                <ns1:ea typeface="Pretendard"/>
                <ns1:cs typeface="Pretendard"/>
              </ns1:rPr>
              <ns1:t>반응 엔탈피(</ns1:t>
            </ns1:r>
            <ns1:r>
              <ns1:rPr sz="3338" b="0" i="1">
                <ns1:solidFill>
                  <ns1:srgbClr val="111111"/>
                </ns1:solidFill>
                <ns1:latin typeface="Pretendard"/>
                <ns1:ea typeface="Pretendard"/>
                <ns1:cs typeface="Pretendard"/>
              </ns1:rPr>
              <ns1:t>ΔH</ns1:t>
            </ns1:r>
            <ns1:r>
              <ns1:rPr sz="3338" b="0">
                <ns1:solidFill>
                  <ns1:srgbClr val="111111"/>
                </ns1:solidFill>
                <ns1:latin typeface="Pretendard"/>
                <ns1:ea typeface="Pretendard"/>
                <ns1:cs typeface="Pretendard"/>
              </ns1:rPr>
              <ns1:t>) ≈ 반응물의 결합 에너지 합 − 생성물의 결합 에너지 합</ns1:t>
            </ns1:r>
          </ns1:p>
        </ns0:txBody>
      </ns0:sp>
      <ns0:sp>
        <ns0:nvSpPr>
          <ns0:cNvPr id="10" name="step-strip-0">
            <ns1:extLst>
              <ns1:ext uri="{FF2B5EF4-FFF2-40B4-BE49-F238E27FC236}">
                <ns2:creationId id="{E9701523-0F82-4CA5-A654-760C75E164DD}"/>
              </ns1:ext>
            </ns1:extLst>
          </ns0:cNvPr>
          <ns0:cNvSpPr>
            <ns1:spLocks noGrp="1"/>
          </ns0:cNvSpPr>
          <ns0:nvPr/>
        </ns0:nvSpPr>
        <ns0:spPr>
          <ns1:xfrm>
            <ns1:off x="2333625" y="5772150"/>
            <ns1:ext cx="13620750" cy="952500"/>
          </ns1:xfrm>
          <ns1:prstGeom prst="roundRect">
            <ns1:avLst>
              <ns1:gd name="adj" fmla="val 16000"/>
            </ns1:avLst>
          </ns1:prstGeom>
          <ns1:solidFill>
            <ns1:srgbClr val="F0F0F0"/>
          </ns1:solidFill>
          <ns1:ln w="0">
            <ns1:noFill/>
          </ns1:ln>
        </ns0:spPr>
      </ns0:sp>
      <ns0:sp>
        <ns0:nvSpPr>
          <ns0:cNvPr id="11" name="step-circle-0">
            <ns1:extLst>
              <ns1:ext uri="{FF2B5EF4-FFF2-40B4-BE49-F238E27FC236}">
                <ns2:creationId id="{0C8D3982-0545-4775-AD9E-31ADB13F81C7}"/>
              </ns1:ext>
            </ns1:extLst>
          </ns0:cNvPr>
          <ns0:cNvSpPr>
            <ns1:spLocks noGrp="1"/>
          </ns0:cNvSpPr>
          <ns0:nvPr/>
        </ns0:nvSpPr>
        <ns0:spPr>
          <ns1:xfrm>
            <ns1:off x="2590800" y="5962650"/>
            <ns1:ext cx="571500" cy="571500"/>
          </ns1:xfrm>
          <ns1:prstGeom prst="roundRect">
            <ns1:avLst>
              <ns1:gd name="adj" fmla="val 50000"/>
            </ns1:avLst>
          </ns1:prstGeom>
          <ns1:solidFill>
            <ns1:srgbClr val="252525"/>
          </ns1:solidFill>
          <ns1:ln w="0">
            <ns1:noFill/>
          </ns1:ln>
        </ns0:spPr>
      </ns0:sp>
      <ns0:sp>
        <ns0:nvSpPr>
          <ns0:cNvPr id="12" name="step-number-0">
            <ns1:extLst>
              <ns1:ext uri="{FF2B5EF4-FFF2-40B4-BE49-F238E27FC236}">
                <ns2:creationId id="{0537FA82-8A90-413A-B277-9103D1ECCF8F}"/>
              </ns1:ext>
            </ns1:extLst>
          </ns0:cNvPr>
          <ns0:cNvSpPr>
            <ns1:spLocks noGrp="1"/>
          </ns0:cNvSpPr>
          <ns0:nvPr/>
        </ns0:nvSpPr>
        <ns0:spPr>
          <ns1:xfrm>
            <ns1:off x="2590800" y="5981700"/>
            <ns1:ext cx="571500" cy="571500"/>
          </ns1:xfrm>
          <ns1:prstGeom prst="rect">
            <ns1:avLst/>
          </ns1:prstGeom>
          <ns1:noFill/>
          <ns1:ln w="0">
            <ns1:noFill/>
          </ns1:ln>
        </ns0:spPr>
        <ns0:txBody>
          <ns1:bodyPr wrap="none" lIns="0" tIns="0" rIns="0" bIns="0" anchor="t">
            <ns1:noAutofit/>
          </ns1:bodyPr>
          <ns1:lstStyle>
            <ns1:defPPr algn="ctr">
              <ns1:defRPr sz="3150" b="1">
                <ns1:solidFill>
                  <ns1:srgbClr val="FFFFFF"/>
                </ns1:solidFill>
                <ns1:latin typeface="Pretendard"/>
                <ns1:ea typeface="Pretendard"/>
                <ns1:cs typeface="Pretendard"/>
              </ns1:defRPr>
            </ns1:defPPr>
            <ns1:lvl1pPr algn="ctr">
              <ns1:defRPr sz="3150" b="1">
                <ns1:solidFill>
                  <ns1:srgbClr val="FFFFFF"/>
                </ns1:solidFill>
                <ns1:latin typeface="Pretendard"/>
                <ns1:ea typeface="Pretendard"/>
                <ns1:cs typeface="Pretendard"/>
              </ns1:defRPr>
            </ns1:lvl1pPr>
            <ns1:lvl2pPr algn="ctr">
              <ns1:defRPr sz="3150" b="1">
                <ns1:solidFill>
                  <ns1:srgbClr val="FFFFFF"/>
                </ns1:solidFill>
                <ns1:latin typeface="Pretendard"/>
                <ns1:ea typeface="Pretendard"/>
                <ns1:cs typeface="Pretendard"/>
              </ns1:defRPr>
            </ns1:lvl2pPr>
            <ns1:lvl3pPr algn="ctr">
              <ns1:defRPr sz="3150" b="1">
                <ns1:solidFill>
                  <ns1:srgbClr val="FFFFFF"/>
                </ns1:solidFill>
                <ns1:latin typeface="Pretendard"/>
                <ns1:ea typeface="Pretendard"/>
                <ns1:cs typeface="Pretendard"/>
              </ns1:defRPr>
            </ns1:lvl3pPr>
            <ns1:lvl4pPr algn="ctr">
              <ns1:defRPr sz="3150" b="1">
                <ns1:solidFill>
                  <ns1:srgbClr val="FFFFFF"/>
                </ns1:solidFill>
                <ns1:latin typeface="Pretendard"/>
                <ns1:ea typeface="Pretendard"/>
                <ns1:cs typeface="Pretendard"/>
              </ns1:defRPr>
            </ns1:lvl4pPr>
            <ns1:lvl5pPr algn="ctr">
              <ns1:defRPr sz="3150" b="1">
                <ns1:solidFill>
                  <ns1:srgbClr val="FFFFFF"/>
                </ns1:solidFill>
                <ns1:latin typeface="Pretendard"/>
                <ns1:ea typeface="Pretendard"/>
                <ns1:cs typeface="Pretendard"/>
              </ns1:defRPr>
            </ns1:lvl5pPr>
            <ns1:lvl6pPr algn="ctr">
              <ns1:defRPr sz="3150" b="1">
                <ns1:solidFill>
                  <ns1:srgbClr val="FFFFFF"/>
                </ns1:solidFill>
                <ns1:latin typeface="Pretendard"/>
                <ns1:ea typeface="Pretendard"/>
                <ns1:cs typeface="Pretendard"/>
              </ns1:defRPr>
            </ns1:lvl6pPr>
            <ns1:lvl7pPr algn="ctr">
              <ns1:defRPr sz="3150" b="1">
                <ns1:solidFill>
                  <ns1:srgbClr val="FFFFFF"/>
                </ns1:solidFill>
                <ns1:latin typeface="Pretendard"/>
                <ns1:ea typeface="Pretendard"/>
                <ns1:cs typeface="Pretendard"/>
              </ns1:defRPr>
            </ns1:lvl7pPr>
            <ns1:lvl8pPr algn="ctr">
              <ns1:defRPr sz="3150" b="1">
                <ns1:solidFill>
                  <ns1:srgbClr val="FFFFFF"/>
                </ns1:solidFill>
                <ns1:latin typeface="Pretendard"/>
                <ns1:ea typeface="Pretendard"/>
                <ns1:cs typeface="Pretendard"/>
              </ns1:defRPr>
            </ns1:lvl8pPr>
            <ns1:lvl9pPr algn="ctr">
              <ns1:defRPr sz="3150" b="1">
                <ns1:solidFill>
                  <ns1:srgbClr val="FFFFFF"/>
                </ns1:solidFill>
                <ns1:latin typeface="Pretendard"/>
                <ns1:ea typeface="Pretendard"/>
                <ns1:cs typeface="Pretendard"/>
              </ns1:defRPr>
            </ns1:lvl9pPr>
          </ns1:lstStyle>
          <ns1:p>
            <ns1:pPr algn="ctr">
              <ns1:defRPr sz="3150" b="1">
                <ns1:solidFill>
                  <ns1:srgbClr val="FFFFFF"/>
                </ns1:solidFill>
                <ns1:latin typeface="Pretendard"/>
                <ns1:ea typeface="Pretendard"/>
                <ns1:cs typeface="Pretendard"/>
              </ns1:defRPr>
            </ns1:pPr>
            <ns1:r>
              <ns1:rPr sz="3150" b="1">
                <ns1:solidFill>
                  <ns1:srgbClr val="FFFFFF"/>
                </ns1:solidFill>
                <ns1:latin typeface="Pretendard"/>
                <ns1:ea typeface="Pretendard"/>
                <ns1:cs typeface="Pretendard"/>
              </ns1:rPr>
              <ns1:t>1</ns1:t>
            </ns1:r>
          </ns1:p>
        </ns0:txBody>
      </ns0:sp>
      <ns0:sp>
        <ns0:nvSpPr>
          <ns0:cNvPr id="13" name="step-label-0">
            <ns1:extLst>
              <ns1:ext uri="{FF2B5EF4-FFF2-40B4-BE49-F238E27FC236}">
                <ns2:creationId id="{995DC91A-900D-4D8F-8C1F-AEEE9A58EF45}"/>
              </ns1:ext>
            </ns1:extLst>
          </ns0:cNvPr>
          <ns0:cNvSpPr>
            <ns1:spLocks noGrp="1"/>
          </ns0:cNvSpPr>
          <ns0:nvPr/>
        </ns0:nvSpPr>
        <ns0:spPr>
          <ns1:xfrm>
            <ns1:off x="3524250" y="6019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끊는 결합</ns1:t>
            </ns1:r>
          </ns1:p>
        </ns0:txBody>
      </ns0:sp>
      <ns0:sp>
        <ns0:nvSpPr>
          <ns0:cNvPr id="14" name="step-equation-0">
            <ns1:extLst>
              <ns1:ext uri="{FF2B5EF4-FFF2-40B4-BE49-F238E27FC236}">
                <ns2:creationId id="{CBBBBE0E-AB29-418D-AC0E-5465584FCF8E}"/>
              </ns1:ext>
            </ns1:extLst>
          </ns0:cNvPr>
          <ns0:cNvSpPr>
            <ns1:spLocks noGrp="1"/>
          </ns0:cNvSpPr>
          <ns0:nvPr/>
        </ns0:nvSpPr>
        <ns0:spPr>
          <ns1:xfrm>
            <ns1:off x="6905625" y="5962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2 × 436 + 498 = 1370 kJ</ns1:t>
            </ns1:r>
          </ns1:p>
        </ns0:txBody>
      </ns0:sp>
      <ns0:sp>
        <ns0:nvSpPr>
          <ns0:cNvPr id="15" name="step-strip-1">
            <ns1:extLst>
              <ns1:ext uri="{FF2B5EF4-FFF2-40B4-BE49-F238E27FC236}">
                <ns2:creationId id="{18E813C5-DAC0-47D8-B1B2-56BF723F4928}"/>
              </ns1:ext>
            </ns1:extLst>
          </ns0:cNvPr>
          <ns0:cNvSpPr>
            <ns1:spLocks noGrp="1"/>
          </ns0:cNvSpPr>
          <ns0:nvPr/>
        </ns0:nvSpPr>
        <ns0:spPr>
          <ns1:xfrm>
            <ns1:off x="2333625" y="6915150"/>
            <ns1:ext cx="13620750" cy="952500"/>
          </ns1:xfrm>
          <ns1:prstGeom prst="roundRect">
            <ns1:avLst>
              <ns1:gd name="adj" fmla="val 16000"/>
            </ns1:avLst>
          </ns1:prstGeom>
          <ns1:solidFill>
            <ns1:srgbClr val="F0F0F0"/>
          </ns1:solidFill>
          <ns1:ln w="0">
            <ns1:noFill/>
          </ns1:ln>
        </ns0:spPr>
      </ns0:sp>
      <ns0:sp>
        <ns0:nvSpPr>
          <ns0:cNvPr id="16" name="step-circle-1">
            <ns1:extLst>
              <ns1:ext uri="{FF2B5EF4-FFF2-40B4-BE49-F238E27FC236}">
                <ns2:creationId id="{D2389174-29A1-4FD9-B198-566886DD271E}"/>
              </ns1:ext>
            </ns1:extLst>
          </ns0:cNvPr>
          <ns0:cNvSpPr>
            <ns1:spLocks noGrp="1"/>
          </ns0:cNvSpPr>
          <ns0:nvPr/>
        </ns0:nvSpPr>
        <ns0:spPr>
          <ns1:xfrm>
            <ns1:off x="2590800" y="7105650"/>
            <ns1:ext cx="571500" cy="571500"/>
          </ns1:xfrm>
          <ns1:prstGeom prst="roundRect">
            <ns1:avLst>
              <ns1:gd name="adj" fmla="val 50000"/>
            </ns1:avLst>
          </ns1:prstGeom>
          <ns1:solidFill>
            <ns1:srgbClr val="252525"/>
          </ns1:solidFill>
          <ns1:ln w="0">
            <ns1:noFill/>
          </ns1:ln>
        </ns0:spPr>
      </ns0:sp>
      <ns0:sp>
        <ns0:nvSpPr>
          <ns0:cNvPr id="17" name="step-number-1">
            <ns1:extLst>
              <ns1:ext uri="{FF2B5EF4-FFF2-40B4-BE49-F238E27FC236}">
                <ns2:creationId id="{E0C257FF-4D0D-4CB3-97F1-404E0FA17BE1}"/>
              </ns1:ext>
            </ns1:extLst>
          </ns0:cNvPr>
          <ns0:cNvSpPr>
            <ns1:spLocks noGrp="1"/>
          </ns0:cNvSpPr>
          <ns0:nvPr/>
        </ns0:nvSpPr>
        <ns0:spPr>
          <ns1:xfrm>
            <ns1:off x="2590800" y="7124700"/>
            <ns1:ext cx="571500" cy="571500"/>
          </ns1:xfrm>
          <ns1:prstGeom prst="rect">
            <ns1:avLst/>
          </ns1:prstGeom>
          <ns1:noFill/>
          <ns1:ln w="0">
            <ns1:noFill/>
          </ns1:ln>
        </ns0:spPr>
        <ns0:txBody>
          <ns1:bodyPr wrap="none" lIns="0" tIns="0" rIns="0" bIns="0" anchor="t">
            <ns1:noAutofit/>
          </ns1:bodyPr>
          <ns1:lstStyle>
            <ns1:defPPr algn="ctr">
              <ns1:defRPr sz="3150" b="1">
                <ns1:solidFill>
                  <ns1:srgbClr val="FFFFFF"/>
                </ns1:solidFill>
                <ns1:latin typeface="Pretendard"/>
                <ns1:ea typeface="Pretendard"/>
                <ns1:cs typeface="Pretendard"/>
              </ns1:defRPr>
            </ns1:defPPr>
            <ns1:lvl1pPr algn="ctr">
              <ns1:defRPr sz="3150" b="1">
                <ns1:solidFill>
                  <ns1:srgbClr val="FFFFFF"/>
                </ns1:solidFill>
                <ns1:latin typeface="Pretendard"/>
                <ns1:ea typeface="Pretendard"/>
                <ns1:cs typeface="Pretendard"/>
              </ns1:defRPr>
            </ns1:lvl1pPr>
            <ns1:lvl2pPr algn="ctr">
              <ns1:defRPr sz="3150" b="1">
                <ns1:solidFill>
                  <ns1:srgbClr val="FFFFFF"/>
                </ns1:solidFill>
                <ns1:latin typeface="Pretendard"/>
                <ns1:ea typeface="Pretendard"/>
                <ns1:cs typeface="Pretendard"/>
              </ns1:defRPr>
            </ns1:lvl2pPr>
            <ns1:lvl3pPr algn="ctr">
              <ns1:defRPr sz="3150" b="1">
                <ns1:solidFill>
                  <ns1:srgbClr val="FFFFFF"/>
                </ns1:solidFill>
                <ns1:latin typeface="Pretendard"/>
                <ns1:ea typeface="Pretendard"/>
                <ns1:cs typeface="Pretendard"/>
              </ns1:defRPr>
            </ns1:lvl3pPr>
            <ns1:lvl4pPr algn="ctr">
              <ns1:defRPr sz="3150" b="1">
                <ns1:solidFill>
                  <ns1:srgbClr val="FFFFFF"/>
                </ns1:solidFill>
                <ns1:latin typeface="Pretendard"/>
                <ns1:ea typeface="Pretendard"/>
                <ns1:cs typeface="Pretendard"/>
              </ns1:defRPr>
            </ns1:lvl4pPr>
            <ns1:lvl5pPr algn="ctr">
              <ns1:defRPr sz="3150" b="1">
                <ns1:solidFill>
                  <ns1:srgbClr val="FFFFFF"/>
                </ns1:solidFill>
                <ns1:latin typeface="Pretendard"/>
                <ns1:ea typeface="Pretendard"/>
                <ns1:cs typeface="Pretendard"/>
              </ns1:defRPr>
            </ns1:lvl5pPr>
            <ns1:lvl6pPr algn="ctr">
              <ns1:defRPr sz="3150" b="1">
                <ns1:solidFill>
                  <ns1:srgbClr val="FFFFFF"/>
                </ns1:solidFill>
                <ns1:latin typeface="Pretendard"/>
                <ns1:ea typeface="Pretendard"/>
                <ns1:cs typeface="Pretendard"/>
              </ns1:defRPr>
            </ns1:lvl6pPr>
            <ns1:lvl7pPr algn="ctr">
              <ns1:defRPr sz="3150" b="1">
                <ns1:solidFill>
                  <ns1:srgbClr val="FFFFFF"/>
                </ns1:solidFill>
                <ns1:latin typeface="Pretendard"/>
                <ns1:ea typeface="Pretendard"/>
                <ns1:cs typeface="Pretendard"/>
              </ns1:defRPr>
            </ns1:lvl7pPr>
            <ns1:lvl8pPr algn="ctr">
              <ns1:defRPr sz="3150" b="1">
                <ns1:solidFill>
                  <ns1:srgbClr val="FFFFFF"/>
                </ns1:solidFill>
                <ns1:latin typeface="Pretendard"/>
                <ns1:ea typeface="Pretendard"/>
                <ns1:cs typeface="Pretendard"/>
              </ns1:defRPr>
            </ns1:lvl8pPr>
            <ns1:lvl9pPr algn="ctr">
              <ns1:defRPr sz="3150" b="1">
                <ns1:solidFill>
                  <ns1:srgbClr val="FFFFFF"/>
                </ns1:solidFill>
                <ns1:latin typeface="Pretendard"/>
                <ns1:ea typeface="Pretendard"/>
                <ns1:cs typeface="Pretendard"/>
              </ns1:defRPr>
            </ns1:lvl9pPr>
          </ns1:lstStyle>
          <ns1:p>
            <ns1:pPr algn="ctr">
              <ns1:defRPr sz="3150" b="1">
                <ns1:solidFill>
                  <ns1:srgbClr val="FFFFFF"/>
                </ns1:solidFill>
                <ns1:latin typeface="Pretendard"/>
                <ns1:ea typeface="Pretendard"/>
                <ns1:cs typeface="Pretendard"/>
              </ns1:defRPr>
            </ns1:pPr>
            <ns1:r>
              <ns1:rPr sz="3150" b="1">
                <ns1:solidFill>
                  <ns1:srgbClr val="FFFFFF"/>
                </ns1:solidFill>
                <ns1:latin typeface="Pretendard"/>
                <ns1:ea typeface="Pretendard"/>
                <ns1:cs typeface="Pretendard"/>
              </ns1:rPr>
              <ns1:t>2</ns1:t>
            </ns1:r>
          </ns1:p>
        </ns0:txBody>
      </ns0:sp>
      <ns0:sp>
        <ns0:nvSpPr>
          <ns0:cNvPr id="18" name="step-label-1">
            <ns1:extLst>
              <ns1:ext uri="{FF2B5EF4-FFF2-40B4-BE49-F238E27FC236}">
                <ns2:creationId id="{71A34529-E8A6-4F16-AC71-5AFCA06EFF01}"/>
              </ns1:ext>
            </ns1:extLst>
          </ns0:cNvPr>
          <ns0:cNvSpPr>
            <ns1:spLocks noGrp="1"/>
          </ns0:cNvSpPr>
          <ns0:nvPr/>
        </ns0:nvSpPr>
        <ns0:spPr>
          <ns1:xfrm>
            <ns1:off x="3524250" y="7162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만드는 결합</ns1:t>
            </ns1:r>
          </ns1:p>
        </ns0:txBody>
      </ns0:sp>
      <ns0:sp>
        <ns0:nvSpPr>
          <ns0:cNvPr id="19" name="step-equation-1">
            <ns1:extLst>
              <ns1:ext uri="{FF2B5EF4-FFF2-40B4-BE49-F238E27FC236}">
                <ns2:creationId id="{321518A4-A311-437A-8CAF-A3ABBB03FE97}"/>
              </ns1:ext>
            </ns1:extLst>
          </ns0:cNvPr>
          <ns0:cNvSpPr>
            <ns1:spLocks noGrp="1"/>
          </ns0:cNvSpPr>
          <ns0:nvPr/>
        </ns0:nvSpPr>
        <ns0:spPr>
          <ns1:xfrm>
            <ns1:off x="6905625" y="7105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4 × 460 = 1840 kJ</ns1:t>
            </ns1:r>
          </ns1:p>
        </ns0:txBody>
      </ns0:sp>
      <ns0:sp>
        <ns0:nvSpPr>
          <ns0:cNvPr id="20" name="step-strip-2">
            <ns1:extLst>
              <ns1:ext uri="{FF2B5EF4-FFF2-40B4-BE49-F238E27FC236}">
                <ns2:creationId id="{E0EBB126-E781-455E-BD89-DEFAD69103D7}"/>
              </ns1:ext>
            </ns1:extLst>
          </ns0:cNvPr>
          <ns0:cNvSpPr>
            <ns1:spLocks noGrp="1"/>
          </ns0:cNvSpPr>
          <ns0:nvPr/>
        </ns0:nvSpPr>
        <ns0:spPr>
          <ns1:xfrm>
            <ns1:off x="2333625" y="8058150"/>
            <ns1:ext cx="13620750" cy="952500"/>
          </ns1:xfrm>
          <ns1:prstGeom prst="roundRect">
            <ns1:avLst>
              <ns1:gd name="adj" fmla="val 16000"/>
            </ns1:avLst>
          </ns1:prstGeom>
          <ns1:solidFill>
            <ns1:srgbClr val="F0F0F0"/>
          </ns1:solidFill>
          <ns1:ln w="0">
            <ns1:noFill/>
          </ns1:ln>
        </ns0:spPr>
      </ns0:sp>
      <ns0:sp>
        <ns0:nvSpPr>
          <ns0:cNvPr id="21" name="step-circle-2">
            <ns1:extLst>
              <ns1:ext uri="{FF2B5EF4-FFF2-40B4-BE49-F238E27FC236}">
                <ns2:creationId id="{5FF23308-7E7E-4B87-881D-2100E3CE30C7}"/>
              </ns1:ext>
            </ns1:extLst>
          </ns0:cNvPr>
          <ns0:cNvSpPr>
            <ns1:spLocks noGrp="1"/>
          </ns0:cNvSpPr>
          <ns0:nvPr/>
        </ns0:nvSpPr>
        <ns0:spPr>
          <ns1:xfrm>
            <ns1:off x="2590800" y="8248650"/>
            <ns1:ext cx="571500" cy="571500"/>
          </ns1:xfrm>
          <ns1:prstGeom prst="roundRect">
            <ns1:avLst>
              <ns1:gd name="adj" fmla="val 50000"/>
            </ns1:avLst>
          </ns1:prstGeom>
          <ns1:solidFill>
            <ns1:srgbClr val="252525"/>
          </ns1:solidFill>
          <ns1:ln w="0">
            <ns1:noFill/>
          </ns1:ln>
        </ns0:spPr>
      </ns0:sp>
      <ns0:sp>
        <ns0:nvSpPr>
          <ns0:cNvPr id="22" name="step-number-2">
            <ns1:extLst>
              <ns1:ext uri="{FF2B5EF4-FFF2-40B4-BE49-F238E27FC236}">
                <ns2:creationId id="{FDA22B6F-CD66-4B83-9276-EA410F5885A1}"/>
              </ns1:ext>
            </ns1:extLst>
          </ns0:cNvPr>
          <ns0:cNvSpPr>
            <ns1:spLocks noGrp="1"/>
          </ns0:cNvSpPr>
          <ns0:nvPr/>
        </ns0:nvSpPr>
        <ns0:spPr>
          <ns1:xfrm>
            <ns1:off x="2590800" y="8267700"/>
            <ns1:ext cx="571500" cy="571500"/>
          </ns1:xfrm>
          <ns1:prstGeom prst="rect">
            <ns1:avLst/>
          </ns1:prstGeom>
          <ns1:noFill/>
          <ns1:ln w="0">
            <ns1:noFill/>
          </ns1:ln>
        </ns0:spPr>
        <ns0:txBody>
          <ns1:bodyPr wrap="none" lIns="0" tIns="0" rIns="0" bIns="0" anchor="t">
            <ns1:noAutofit/>
          </ns1:bodyPr>
          <ns1:lstStyle>
            <ns1:defPPr algn="ctr">
              <ns1:defRPr sz="3150" b="1">
                <ns1:solidFill>
                  <ns1:srgbClr val="FFFFFF"/>
                </ns1:solidFill>
                <ns1:latin typeface="Pretendard"/>
                <ns1:ea typeface="Pretendard"/>
                <ns1:cs typeface="Pretendard"/>
              </ns1:defRPr>
            </ns1:defPPr>
            <ns1:lvl1pPr algn="ctr">
              <ns1:defRPr sz="3150" b="1">
                <ns1:solidFill>
                  <ns1:srgbClr val="FFFFFF"/>
                </ns1:solidFill>
                <ns1:latin typeface="Pretendard"/>
                <ns1:ea typeface="Pretendard"/>
                <ns1:cs typeface="Pretendard"/>
              </ns1:defRPr>
            </ns1:lvl1pPr>
            <ns1:lvl2pPr algn="ctr">
              <ns1:defRPr sz="3150" b="1">
                <ns1:solidFill>
                  <ns1:srgbClr val="FFFFFF"/>
                </ns1:solidFill>
                <ns1:latin typeface="Pretendard"/>
                <ns1:ea typeface="Pretendard"/>
                <ns1:cs typeface="Pretendard"/>
              </ns1:defRPr>
            </ns1:lvl2pPr>
            <ns1:lvl3pPr algn="ctr">
              <ns1:defRPr sz="3150" b="1">
                <ns1:solidFill>
                  <ns1:srgbClr val="FFFFFF"/>
                </ns1:solidFill>
                <ns1:latin typeface="Pretendard"/>
                <ns1:ea typeface="Pretendard"/>
                <ns1:cs typeface="Pretendard"/>
              </ns1:defRPr>
            </ns1:lvl3pPr>
            <ns1:lvl4pPr algn="ctr">
              <ns1:defRPr sz="3150" b="1">
                <ns1:solidFill>
                  <ns1:srgbClr val="FFFFFF"/>
                </ns1:solidFill>
                <ns1:latin typeface="Pretendard"/>
                <ns1:ea typeface="Pretendard"/>
                <ns1:cs typeface="Pretendard"/>
              </ns1:defRPr>
            </ns1:lvl4pPr>
            <ns1:lvl5pPr algn="ctr">
              <ns1:defRPr sz="3150" b="1">
                <ns1:solidFill>
                  <ns1:srgbClr val="FFFFFF"/>
                </ns1:solidFill>
                <ns1:latin typeface="Pretendard"/>
                <ns1:ea typeface="Pretendard"/>
                <ns1:cs typeface="Pretendard"/>
              </ns1:defRPr>
            </ns1:lvl5pPr>
            <ns1:lvl6pPr algn="ctr">
              <ns1:defRPr sz="3150" b="1">
                <ns1:solidFill>
                  <ns1:srgbClr val="FFFFFF"/>
                </ns1:solidFill>
                <ns1:latin typeface="Pretendard"/>
                <ns1:ea typeface="Pretendard"/>
                <ns1:cs typeface="Pretendard"/>
              </ns1:defRPr>
            </ns1:lvl6pPr>
            <ns1:lvl7pPr algn="ctr">
              <ns1:defRPr sz="3150" b="1">
                <ns1:solidFill>
                  <ns1:srgbClr val="FFFFFF"/>
                </ns1:solidFill>
                <ns1:latin typeface="Pretendard"/>
                <ns1:ea typeface="Pretendard"/>
                <ns1:cs typeface="Pretendard"/>
              </ns1:defRPr>
            </ns1:lvl7pPr>
            <ns1:lvl8pPr algn="ctr">
              <ns1:defRPr sz="3150" b="1">
                <ns1:solidFill>
                  <ns1:srgbClr val="FFFFFF"/>
                </ns1:solidFill>
                <ns1:latin typeface="Pretendard"/>
                <ns1:ea typeface="Pretendard"/>
                <ns1:cs typeface="Pretendard"/>
              </ns1:defRPr>
            </ns1:lvl8pPr>
            <ns1:lvl9pPr algn="ctr">
              <ns1:defRPr sz="3150" b="1">
                <ns1:solidFill>
                  <ns1:srgbClr val="FFFFFF"/>
                </ns1:solidFill>
                <ns1:latin typeface="Pretendard"/>
                <ns1:ea typeface="Pretendard"/>
                <ns1:cs typeface="Pretendard"/>
              </ns1:defRPr>
            </ns1:lvl9pPr>
          </ns1:lstStyle>
          <ns1:p>
            <ns1:pPr algn="ctr">
              <ns1:defRPr sz="3150" b="1">
                <ns1:solidFill>
                  <ns1:srgbClr val="FFFFFF"/>
                </ns1:solidFill>
                <ns1:latin typeface="Pretendard"/>
                <ns1:ea typeface="Pretendard"/>
                <ns1:cs typeface="Pretendard"/>
              </ns1:defRPr>
            </ns1:pPr>
            <ns1:r>
              <ns1:rPr sz="3150" b="1">
                <ns1:solidFill>
                  <ns1:srgbClr val="FFFFFF"/>
                </ns1:solidFill>
                <ns1:latin typeface="Pretendard"/>
                <ns1:ea typeface="Pretendard"/>
                <ns1:cs typeface="Pretendard"/>
              </ns1:rPr>
              <ns1:t>3</ns1:t>
            </ns1:r>
          </ns1:p>
        </ns0:txBody>
      </ns0:sp>
      <ns0:sp>
        <ns0:nvSpPr>
          <ns0:cNvPr id="23" name="step-label-2">
            <ns1:extLst>
              <ns1:ext uri="{FF2B5EF4-FFF2-40B4-BE49-F238E27FC236}">
                <ns2:creationId id="{17C6CB4B-02F3-46E4-8928-537297F778A7}"/>
              </ns1:ext>
            </ns1:extLst>
          </ns0:cNvPr>
          <ns0:cNvSpPr>
            <ns1:spLocks noGrp="1"/>
          </ns0:cNvSpPr>
          <ns0:nvPr/>
        </ns0:nvSpPr>
        <ns0:spPr>
          <ns1:xfrm>
            <ns1:off x="3524250" y="8305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반응 엔탈피</ns1:t>
            </ns1:r>
          </ns1:p>
        </ns0:txBody>
      </ns0:sp>
      <ns0:sp>
        <ns0:nvSpPr>
          <ns0:cNvPr id="24" name="step-equation-2">
            <ns1:extLst>
              <ns1:ext uri="{FF2B5EF4-FFF2-40B4-BE49-F238E27FC236}">
                <ns2:creationId id="{B1C5E18D-1DA2-498E-BBDD-9E7872440D1E}"/>
              </ns1:ext>
            </ns1:extLst>
          </ns0:cNvPr>
          <ns0:cNvSpPr>
            <ns1:spLocks noGrp="1"/>
          </ns0:cNvSpPr>
          <ns0:nvPr/>
        </ns0:nvSpPr>
        <ns0:spPr>
          <ns1:xfrm>
            <ns1:off x="6905625" y="8248650"/>
            <ns1:ext cx="8572500" cy="666750"/>
          </ns1:xfrm>
          <ns1:prstGeom prst="rect">
            <ns1:avLst/>
          </ns1:prstGeom>
          <ns1:noFill/>
          <ns1:ln w="0">
            <ns1:noFill/>
          </ns1:ln>
        </ns0:spPr>
        <ns0:txBody>
          <ns1:bodyPr wrap="none" lIns="0" tIns="0" rIns="0" bIns="0" anchor="t">
            <ns1:noAutofit/>
          </ns1:bodyPr>
          <ns1:lstStyle>
            <ns1:defPPr algn="l">
              <ns1:defRPr sz="3450" b="1">
                <ns1:solidFill>
                  <ns1:srgbClr val="245D12"/>
                </ns1:solidFill>
                <ns1:latin typeface="Pretendard"/>
                <ns1:ea typeface="Pretendard"/>
                <ns1:cs typeface="Pretendard"/>
              </ns1:defRPr>
            </ns1:defPPr>
            <ns1:lvl1pPr algn="l">
              <ns1:defRPr sz="3450" b="1">
                <ns1:solidFill>
                  <ns1:srgbClr val="245D12"/>
                </ns1:solidFill>
                <ns1:latin typeface="Pretendard"/>
                <ns1:ea typeface="Pretendard"/>
                <ns1:cs typeface="Pretendard"/>
              </ns1:defRPr>
            </ns1:lvl1pPr>
            <ns1:lvl2pPr algn="l">
              <ns1:defRPr sz="3450" b="1">
                <ns1:solidFill>
                  <ns1:srgbClr val="245D12"/>
                </ns1:solidFill>
                <ns1:latin typeface="Pretendard"/>
                <ns1:ea typeface="Pretendard"/>
                <ns1:cs typeface="Pretendard"/>
              </ns1:defRPr>
            </ns1:lvl2pPr>
            <ns1:lvl3pPr algn="l">
              <ns1:defRPr sz="3450" b="1">
                <ns1:solidFill>
                  <ns1:srgbClr val="245D12"/>
                </ns1:solidFill>
                <ns1:latin typeface="Pretendard"/>
                <ns1:ea typeface="Pretendard"/>
                <ns1:cs typeface="Pretendard"/>
              </ns1:defRPr>
            </ns1:lvl3pPr>
            <ns1:lvl4pPr algn="l">
              <ns1:defRPr sz="3450" b="1">
                <ns1:solidFill>
                  <ns1:srgbClr val="245D12"/>
                </ns1:solidFill>
                <ns1:latin typeface="Pretendard"/>
                <ns1:ea typeface="Pretendard"/>
                <ns1:cs typeface="Pretendard"/>
              </ns1:defRPr>
            </ns1:lvl4pPr>
            <ns1:lvl5pPr algn="l">
              <ns1:defRPr sz="3450" b="1">
                <ns1:solidFill>
                  <ns1:srgbClr val="245D12"/>
                </ns1:solidFill>
                <ns1:latin typeface="Pretendard"/>
                <ns1:ea typeface="Pretendard"/>
                <ns1:cs typeface="Pretendard"/>
              </ns1:defRPr>
            </ns1:lvl5pPr>
            <ns1:lvl6pPr algn="l">
              <ns1:defRPr sz="3450" b="1">
                <ns1:solidFill>
                  <ns1:srgbClr val="245D12"/>
                </ns1:solidFill>
                <ns1:latin typeface="Pretendard"/>
                <ns1:ea typeface="Pretendard"/>
                <ns1:cs typeface="Pretendard"/>
              </ns1:defRPr>
            </ns1:lvl6pPr>
            <ns1:lvl7pPr algn="l">
              <ns1:defRPr sz="3450" b="1">
                <ns1:solidFill>
                  <ns1:srgbClr val="245D12"/>
                </ns1:solidFill>
                <ns1:latin typeface="Pretendard"/>
                <ns1:ea typeface="Pretendard"/>
                <ns1:cs typeface="Pretendard"/>
              </ns1:defRPr>
            </ns1:lvl7pPr>
            <ns1:lvl8pPr algn="l">
              <ns1:defRPr sz="3450" b="1">
                <ns1:solidFill>
                  <ns1:srgbClr val="245D12"/>
                </ns1:solidFill>
                <ns1:latin typeface="Pretendard"/>
                <ns1:ea typeface="Pretendard"/>
                <ns1:cs typeface="Pretendard"/>
              </ns1:defRPr>
            </ns1:lvl8pPr>
            <ns1:lvl9pPr algn="l">
              <ns1:defRPr sz="3450" b="1">
                <ns1:solidFill>
                  <ns1:srgbClr val="245D12"/>
                </ns1:solidFill>
                <ns1:latin typeface="Pretendard"/>
                <ns1:ea typeface="Pretendard"/>
                <ns1:cs typeface="Pretendard"/>
              </ns1:defRPr>
            </ns1:lvl9pPr>
          </ns1:lstStyle>
          <ns1:p>
            <ns1:pPr algn="l">
              <ns1:defRPr sz="3450" b="1">
                <ns1:solidFill>
                  <ns1:srgbClr val="245D12"/>
                </ns1:solidFill>
                <ns1:latin typeface="Pretendard"/>
                <ns1:ea typeface="Pretendard"/>
                <ns1:cs typeface="Pretendard"/>
              </ns1:defRPr>
            </ns1:pPr>
            <ns1:r>
              <ns1:rPr sz="3450" b="1">
                <ns1:solidFill>
                  <ns1:srgbClr val="245D12"/>
                </ns1:solidFill>
                <ns1:latin typeface="Pretendard"/>
                <ns1:ea typeface="Pretendard"/>
                <ns1:cs typeface="Pretendard"/>
              </ns1:rPr>
              <ns1:t>ΔH ≈ 1370 − 1840 = −470 kJ</ns1:t>
            </ns1:r>
          </ns1:p>
        </ns0:txBody>
      </ns0:sp>
      <ns0:sp>
        <ns0:nvSpPr>
          <ns0:cNvPr id="25" name="condition">
            <ns1:extLst>
              <ns1:ext uri="{FF2B5EF4-FFF2-40B4-BE49-F238E27FC236}">
                <ns2:creationId id="{5AD21FB3-E55C-43B9-85B5-4B93A2413A9D}"/>
              </ns1:ext>
            </ns1:extLst>
          </ns0:cNvPr>
          <ns0:cNvSpPr>
            <ns1:spLocks noGrp="1"/>
          </ns0:cNvSpPr>
          <ns0:nvPr/>
        </ns0:nvSpPr>
        <ns0:spPr>
          <ns1:xfrm>
            <ns1:off x="2381250" y="9448800"/>
            <ns1:ext cx="13525500" cy="333375"/>
          </ns1:xfrm>
          <ns1:prstGeom prst="rect">
            <ns1:avLst/>
          </ns1:prstGeom>
          <ns1:noFill/>
          <ns1:ln w="0">
            <ns1:noFill/>
          </ns1:ln>
        </ns0:spPr>
        <ns0:txBody>
          <ns1:bodyPr wrap="none" lIns="0" tIns="0" rIns="0" bIns="0" anchor="t">
            <ns1:noAutofit/>
          </ns1:bodyPr>
          <ns1:lstStyle>
            <ns1:defPPr algn="ctr">
              <ns1:defRPr sz="2100" b="0">
                <ns1:solidFill>
                  <ns1:srgbClr val="777777"/>
                </ns1:solidFill>
                <ns1:latin typeface="Pretendard"/>
                <ns1:ea typeface="Pretendard"/>
                <ns1:cs typeface="Pretendard"/>
              </ns1:defRPr>
            </ns1:defPPr>
            <ns1:lvl1pPr algn="ctr">
              <ns1:defRPr sz="2100" b="0">
                <ns1:solidFill>
                  <ns1:srgbClr val="777777"/>
                </ns1:solidFill>
                <ns1:latin typeface="Pretendard"/>
                <ns1:ea typeface="Pretendard"/>
                <ns1:cs typeface="Pretendard"/>
              </ns1:defRPr>
            </ns1:lvl1pPr>
            <ns1:lvl2pPr algn="ctr">
              <ns1:defRPr sz="2100" b="0">
                <ns1:solidFill>
                  <ns1:srgbClr val="777777"/>
                </ns1:solidFill>
                <ns1:latin typeface="Pretendard"/>
                <ns1:ea typeface="Pretendard"/>
                <ns1:cs typeface="Pretendard"/>
              </ns1:defRPr>
            </ns1:lvl2pPr>
            <ns1:lvl3pPr algn="ctr">
              <ns1:defRPr sz="2100" b="0">
                <ns1:solidFill>
                  <ns1:srgbClr val="777777"/>
                </ns1:solidFill>
                <ns1:latin typeface="Pretendard"/>
                <ns1:ea typeface="Pretendard"/>
                <ns1:cs typeface="Pretendard"/>
              </ns1:defRPr>
            </ns1:lvl3pPr>
            <ns1:lvl4pPr algn="ctr">
              <ns1:defRPr sz="2100" b="0">
                <ns1:solidFill>
                  <ns1:srgbClr val="777777"/>
                </ns1:solidFill>
                <ns1:latin typeface="Pretendard"/>
                <ns1:ea typeface="Pretendard"/>
                <ns1:cs typeface="Pretendard"/>
              </ns1:defRPr>
            </ns1:lvl4pPr>
            <ns1:lvl5pPr algn="ctr">
              <ns1:defRPr sz="2100" b="0">
                <ns1:solidFill>
                  <ns1:srgbClr val="777777"/>
                </ns1:solidFill>
                <ns1:latin typeface="Pretendard"/>
                <ns1:ea typeface="Pretendard"/>
                <ns1:cs typeface="Pretendard"/>
              </ns1:defRPr>
            </ns1:lvl5pPr>
            <ns1:lvl6pPr algn="ctr">
              <ns1:defRPr sz="2100" b="0">
                <ns1:solidFill>
                  <ns1:srgbClr val="777777"/>
                </ns1:solidFill>
                <ns1:latin typeface="Pretendard"/>
                <ns1:ea typeface="Pretendard"/>
                <ns1:cs typeface="Pretendard"/>
              </ns1:defRPr>
            </ns1:lvl6pPr>
            <ns1:lvl7pPr algn="ctr">
              <ns1:defRPr sz="2100" b="0">
                <ns1:solidFill>
                  <ns1:srgbClr val="777777"/>
                </ns1:solidFill>
                <ns1:latin typeface="Pretendard"/>
                <ns1:ea typeface="Pretendard"/>
                <ns1:cs typeface="Pretendard"/>
              </ns1:defRPr>
            </ns1:lvl7pPr>
            <ns1:lvl8pPr algn="ctr">
              <ns1:defRPr sz="2100" b="0">
                <ns1:solidFill>
                  <ns1:srgbClr val="777777"/>
                </ns1:solidFill>
                <ns1:latin typeface="Pretendard"/>
                <ns1:ea typeface="Pretendard"/>
                <ns1:cs typeface="Pretendard"/>
              </ns1:defRPr>
            </ns1:lvl8pPr>
            <ns1:lvl9pPr algn="ctr">
              <ns1:defRPr sz="2100" b="0">
                <ns1:solidFill>
                  <ns1:srgbClr val="777777"/>
                </ns1:solidFill>
                <ns1:latin typeface="Pretendard"/>
                <ns1:ea typeface="Pretendard"/>
                <ns1:cs typeface="Pretendard"/>
              </ns1:defRPr>
            </ns1:lvl9pPr>
          </ns1:lstStyle>
          <ns1:p>
            <ns1:pPr algn="ctr">
              <ns1:defRPr sz="2100" b="0">
                <ns1:solidFill>
                  <ns1:srgbClr val="777777"/>
                </ns1:solidFill>
                <ns1:latin typeface="Pretendard"/>
                <ns1:ea typeface="Pretendard"/>
                <ns1:cs typeface="Pretendard"/>
              </ns1:defRPr>
            </ns1:pPr>
            <ns1:r>
              <ns1:rPr sz="2100" b="0">
                <ns1:solidFill>
                  <ns1:srgbClr val="777777"/>
                </ns1:solidFill>
                <ns1:latin typeface="Pretendard"/>
                <ns1:ea typeface="Pretendard"/>
                <ns1:cs typeface="Pretendard"/>
              </ns1:rPr>
              <ns1:t>평균 결합 에너지를 사용한 수증기 생성 반응의 근삿값</ns1:t>
            </ns1:r>
          </ns1:p>
        </ns0:txBody>
      </ns0:sp>
    </ns0:spTree>
    <ns0:extLst>
      <ns0:ext uri="{BB962C8B-B14F-4D97-AF65-F5344CB8AC3E}">
        <ns4:creationId val="1113947654"/>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2026-10-19T15:14:37.0650000Z</dcterms:created>
  <dcterms:modified xsi:type="dcterms:W3CDTF">2026-10-19T15:14:37.0650000Z</dcterms:modified>
</coreProperties>
</file>