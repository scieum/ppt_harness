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c79ca62a784db1" /><Relationship Type="http://schemas.openxmlformats.org/officeDocument/2006/relationships/extended-properties" Target="/docProps/app.xml" Id="Reee18eaad55f4c9c" /><Relationship Type="http://schemas.openxmlformats.org/officeDocument/2006/relationships/officeDocument" Target="/ppt/presentation.xml" Id="R5b51b223022c4887" /></Relationships>
</file>

<file path=ppt/presentation.xml><?xml version="1.0" encoding="utf-8"?>
<p:presentation xmlns:p="http://schemas.openxmlformats.org/presentationml/2006/main">
  <p:sldMasterIdLst>
    <p:sldMasterId xmlns:r="http://schemas.openxmlformats.org/officeDocument/2006/relationships" id="2147483648" r:id="Ra3bb4f52106440a6"/>
  </p:sldMasterIdLst>
  <p:notesMasterIdLst>
    <p:notesMasterId xmlns:r="http://schemas.openxmlformats.org/officeDocument/2006/relationships" r:id="R12d5e71cd33c44ee"/>
  </p:notesMasterIdLst>
  <p:sldIdLst>
    <p:sldId xmlns:r="http://schemas.openxmlformats.org/officeDocument/2006/relationships" id="256" r:id="R4ab5922464634853"/>
    <p:sldId xmlns:r="http://schemas.openxmlformats.org/officeDocument/2006/relationships" id="257" r:id="R2d2be9ea651942bf"/>
    <p:sldId xmlns:r="http://schemas.openxmlformats.org/officeDocument/2006/relationships" id="258" r:id="R9b919ff807a5438b"/>
    <p:sldId xmlns:r="http://schemas.openxmlformats.org/officeDocument/2006/relationships" id="259" r:id="Rd41722ea24a342fd"/>
    <p:sldId xmlns:r="http://schemas.openxmlformats.org/officeDocument/2006/relationships" id="260" r:id="Rdfe1d4299c9d4c02"/>
    <p:sldId xmlns:r="http://schemas.openxmlformats.org/officeDocument/2006/relationships" id="261" r:id="Rd5a17bd8f62f42ac"/>
    <p:sldId xmlns:r="http://schemas.openxmlformats.org/officeDocument/2006/relationships" id="262" r:id="Rd6c60e8de6ec4b67"/>
    <p:sldId xmlns:r="http://schemas.openxmlformats.org/officeDocument/2006/relationships" id="263" r:id="R5f8ebb2797314b60"/>
    <p:sldId xmlns:r="http://schemas.openxmlformats.org/officeDocument/2006/relationships" id="264" r:id="R88910b7b0c0e47d8"/>
    <p:sldId xmlns:r="http://schemas.openxmlformats.org/officeDocument/2006/relationships" id="265" r:id="Rf6293c8feaca4ea0"/>
    <p:sldId xmlns:r="http://schemas.openxmlformats.org/officeDocument/2006/relationships" id="266" r:id="R8a4d898821304a0d"/>
    <p:sldId xmlns:r="http://schemas.openxmlformats.org/officeDocument/2006/relationships" id="267" r:id="R679a58212d0242fb"/>
    <p:sldId xmlns:r="http://schemas.openxmlformats.org/officeDocument/2006/relationships" id="268" r:id="Rcbfe28464da544a2"/>
    <p:sldId xmlns:r="http://schemas.openxmlformats.org/officeDocument/2006/relationships" id="269" r:id="R2dea283c47fb46b7"/>
    <p:sldId xmlns:r="http://schemas.openxmlformats.org/officeDocument/2006/relationships" id="270" r:id="R4d49164e6ac24a34"/>
    <p:sldId xmlns:r="http://schemas.openxmlformats.org/officeDocument/2006/relationships" id="271" r:id="R471deb681f444eec"/>
    <p:sldId xmlns:r="http://schemas.openxmlformats.org/officeDocument/2006/relationships" id="272" r:id="R4f2bcf809a354c17"/>
    <p:sldId xmlns:r="http://schemas.openxmlformats.org/officeDocument/2006/relationships" id="273" r:id="R6e923b0d8be8424d"/>
    <p:sldId xmlns:r="http://schemas.openxmlformats.org/officeDocument/2006/relationships" id="274" r:id="R3f013549f2c34618"/>
    <p:sldId xmlns:r="http://schemas.openxmlformats.org/officeDocument/2006/relationships" id="275" r:id="Rd036ea11f0fa4f69"/>
    <p:sldId xmlns:r="http://schemas.openxmlformats.org/officeDocument/2006/relationships" id="276" r:id="Rcdfe0eaeaebf45f5"/>
    <p:sldId xmlns:r="http://schemas.openxmlformats.org/officeDocument/2006/relationships" id="277" r:id="R3a48b7bbbea04189"/>
    <p:sldId xmlns:r="http://schemas.openxmlformats.org/officeDocument/2006/relationships" id="278" r:id="R2606721bbff54684"/>
    <p:sldId xmlns:r="http://schemas.openxmlformats.org/officeDocument/2006/relationships" id="279" r:id="R5390a34023e64c34"/>
    <p:sldId xmlns:r="http://schemas.openxmlformats.org/officeDocument/2006/relationships" id="280" r:id="R64094b5b45fa4b7d"/>
    <p:sldId xmlns:r="http://schemas.openxmlformats.org/officeDocument/2006/relationships" id="281" r:id="R3577d9c4ec514fa1"/>
    <p:sldId xmlns:r="http://schemas.openxmlformats.org/officeDocument/2006/relationships" id="282" r:id="R93b0ce10ccc848d0"/>
    <p:sldId xmlns:r="http://schemas.openxmlformats.org/officeDocument/2006/relationships" id="283" r:id="R061fd3a42ee54ca8"/>
    <p:sldId xmlns:r="http://schemas.openxmlformats.org/officeDocument/2006/relationships" id="284" r:id="Rd694ee3c7c444e99"/>
    <p:sldId xmlns:r="http://schemas.openxmlformats.org/officeDocument/2006/relationships" id="285" r:id="R948ab9ef93fc4771"/>
    <p:sldId xmlns:r="http://schemas.openxmlformats.org/officeDocument/2006/relationships" id="286" r:id="Rebf269047034429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8f205409b84a6d" /><Relationship Type="http://schemas.openxmlformats.org/officeDocument/2006/relationships/slideMaster" Target="/ppt/slideMasters/slideMaster1.xml" Id="Ra3bb4f52106440a6" /><Relationship Type="http://schemas.openxmlformats.org/officeDocument/2006/relationships/notesMaster" Target="/ppt/notesMasters/notesMaster1.xml" Id="R12d5e71cd33c44ee" /><Relationship Type="http://schemas.openxmlformats.org/officeDocument/2006/relationships/presProps" Target="/ppt/presProps.xml" Id="Rd66ef5b5bc41450d" /><Relationship Type="http://schemas.openxmlformats.org/officeDocument/2006/relationships/tableStyles" Target="/ppt/tableStyles.xml" Id="Rb88533bdff454f74" /><Relationship Type="http://schemas.openxmlformats.org/officeDocument/2006/relationships/slide" Target="/ppt/slides/slide1.xml" Id="R4ab5922464634853" /><Relationship Type="http://schemas.openxmlformats.org/officeDocument/2006/relationships/slide" Target="/ppt/slides/slide2.xml" Id="R2d2be9ea651942bf" /><Relationship Type="http://schemas.openxmlformats.org/officeDocument/2006/relationships/slide" Target="/ppt/slides/slide3.xml" Id="R9b919ff807a5438b" /><Relationship Type="http://schemas.openxmlformats.org/officeDocument/2006/relationships/slide" Target="/ppt/slides/slide4.xml" Id="Rd41722ea24a342fd" /><Relationship Type="http://schemas.openxmlformats.org/officeDocument/2006/relationships/slide" Target="/ppt/slides/slide5.xml" Id="Rdfe1d4299c9d4c02" /><Relationship Type="http://schemas.openxmlformats.org/officeDocument/2006/relationships/slide" Target="/ppt/slides/slide6.xml" Id="Rd5a17bd8f62f42ac" /><Relationship Type="http://schemas.openxmlformats.org/officeDocument/2006/relationships/slide" Target="/ppt/slides/slide7.xml" Id="Rd6c60e8de6ec4b67" /><Relationship Type="http://schemas.openxmlformats.org/officeDocument/2006/relationships/slide" Target="/ppt/slides/slide8.xml" Id="R5f8ebb2797314b60" /><Relationship Type="http://schemas.openxmlformats.org/officeDocument/2006/relationships/slide" Target="/ppt/slides/slide9.xml" Id="R88910b7b0c0e47d8" /><Relationship Type="http://schemas.openxmlformats.org/officeDocument/2006/relationships/slide" Target="/ppt/slides/slide10.xml" Id="Rf6293c8feaca4ea0" /><Relationship Type="http://schemas.openxmlformats.org/officeDocument/2006/relationships/slide" Target="/ppt/slides/slide11.xml" Id="R8a4d898821304a0d" /><Relationship Type="http://schemas.openxmlformats.org/officeDocument/2006/relationships/slide" Target="/ppt/slides/slide12.xml" Id="R679a58212d0242fb" /><Relationship Type="http://schemas.openxmlformats.org/officeDocument/2006/relationships/slide" Target="/ppt/slides/slide13.xml" Id="Rcbfe28464da544a2" /><Relationship Type="http://schemas.openxmlformats.org/officeDocument/2006/relationships/slide" Target="/ppt/slides/slide14.xml" Id="R2dea283c47fb46b7" /><Relationship Type="http://schemas.openxmlformats.org/officeDocument/2006/relationships/slide" Target="/ppt/slides/slide15.xml" Id="R4d49164e6ac24a34" /><Relationship Type="http://schemas.openxmlformats.org/officeDocument/2006/relationships/slide" Target="/ppt/slides/slide16.xml" Id="R471deb681f444eec" /><Relationship Type="http://schemas.openxmlformats.org/officeDocument/2006/relationships/slide" Target="/ppt/slides/slide17.xml" Id="R4f2bcf809a354c17" /><Relationship Type="http://schemas.openxmlformats.org/officeDocument/2006/relationships/slide" Target="/ppt/slides/slide18.xml" Id="R6e923b0d8be8424d" /><Relationship Type="http://schemas.openxmlformats.org/officeDocument/2006/relationships/slide" Target="/ppt/slides/slide19.xml" Id="R3f013549f2c34618" /><Relationship Type="http://schemas.openxmlformats.org/officeDocument/2006/relationships/slide" Target="/ppt/slides/slide20.xml" Id="Rd036ea11f0fa4f69" /><Relationship Type="http://schemas.openxmlformats.org/officeDocument/2006/relationships/slide" Target="/ppt/slides/slide21.xml" Id="Rcdfe0eaeaebf45f5" /><Relationship Type="http://schemas.openxmlformats.org/officeDocument/2006/relationships/slide" Target="/ppt/slides/slide22.xml" Id="R3a48b7bbbea04189" /><Relationship Type="http://schemas.openxmlformats.org/officeDocument/2006/relationships/slide" Target="/ppt/slides/slide23.xml" Id="R2606721bbff54684" /><Relationship Type="http://schemas.openxmlformats.org/officeDocument/2006/relationships/slide" Target="/ppt/slides/slide24.xml" Id="R5390a34023e64c34" /><Relationship Type="http://schemas.openxmlformats.org/officeDocument/2006/relationships/slide" Target="/ppt/slides/slide25.xml" Id="R64094b5b45fa4b7d" /><Relationship Type="http://schemas.openxmlformats.org/officeDocument/2006/relationships/slide" Target="/ppt/slides/slide26.xml" Id="R3577d9c4ec514fa1" /><Relationship Type="http://schemas.openxmlformats.org/officeDocument/2006/relationships/slide" Target="/ppt/slides/slide27.xml" Id="R93b0ce10ccc848d0" /><Relationship Type="http://schemas.openxmlformats.org/officeDocument/2006/relationships/slide" Target="/ppt/slides/slide28.xml" Id="R061fd3a42ee54ca8" /><Relationship Type="http://schemas.openxmlformats.org/officeDocument/2006/relationships/slide" Target="/ppt/slides/slide29.xml" Id="Rd694ee3c7c444e99" /><Relationship Type="http://schemas.openxmlformats.org/officeDocument/2006/relationships/slide" Target="/ppt/slides/slide30.xml" Id="R948ab9ef93fc4771" /><Relationship Type="http://schemas.openxmlformats.org/officeDocument/2006/relationships/slide" Target="/ppt/slides/slide31.xml" Id="Rebf26904703442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2fbdbc0e204c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f4e4bcd51c40d9" /><Relationship Type="http://schemas.openxmlformats.org/officeDocument/2006/relationships/notesMaster" Target="/ppt/notesMasters/notesMaster1.xml" Id="Rfd219bb37f244c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1c03e73fc34349" /><Relationship Type="http://schemas.openxmlformats.org/officeDocument/2006/relationships/notesMaster" Target="/ppt/notesMasters/notesMaster1.xml" Id="R7f52fa739aeb4e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f6517165974bac" /><Relationship Type="http://schemas.openxmlformats.org/officeDocument/2006/relationships/notesMaster" Target="/ppt/notesMasters/notesMaster1.xml" Id="R33940c93741f45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ec64c7634e4020" /><Relationship Type="http://schemas.openxmlformats.org/officeDocument/2006/relationships/notesMaster" Target="/ppt/notesMasters/notesMaster1.xml" Id="R70c284f5f5d949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9d9b018bed4282" /><Relationship Type="http://schemas.openxmlformats.org/officeDocument/2006/relationships/notesMaster" Target="/ppt/notesMasters/notesMaster1.xml" Id="Rf79f39121aa841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8caedc838d94c2c" /><Relationship Type="http://schemas.openxmlformats.org/officeDocument/2006/relationships/notesMaster" Target="/ppt/notesMasters/notesMaster1.xml" Id="Rbfa9c1e7ff274d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4c401f141d433d" /><Relationship Type="http://schemas.openxmlformats.org/officeDocument/2006/relationships/notesMaster" Target="/ppt/notesMasters/notesMaster1.xml" Id="R4cfd1f53bf704e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99ca3d4fb648a0" /><Relationship Type="http://schemas.openxmlformats.org/officeDocument/2006/relationships/notesMaster" Target="/ppt/notesMasters/notesMaster1.xml" Id="R859512c41e6745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20eaefb8d34296" /><Relationship Type="http://schemas.openxmlformats.org/officeDocument/2006/relationships/notesMaster" Target="/ppt/notesMasters/notesMaster1.xml" Id="R687d98fdb77c4d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c0c8c9293a4b26" /><Relationship Type="http://schemas.openxmlformats.org/officeDocument/2006/relationships/notesMaster" Target="/ppt/notesMasters/notesMaster1.xml" Id="Rf1fe4e5ab76744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1503bd2d72a492e" /><Relationship Type="http://schemas.openxmlformats.org/officeDocument/2006/relationships/notesMaster" Target="/ppt/notesMasters/notesMaster1.xml" Id="R442e3c96ea9d48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38235194d74402" /><Relationship Type="http://schemas.openxmlformats.org/officeDocument/2006/relationships/notesMaster" Target="/ppt/notesMasters/notesMaster1.xml" Id="R93f5fdcd71b241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2f2b75fc6e4730" /><Relationship Type="http://schemas.openxmlformats.org/officeDocument/2006/relationships/notesMaster" Target="/ppt/notesMasters/notesMaster1.xml" Id="R7d18423141184d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0ae539d4afb460f" /><Relationship Type="http://schemas.openxmlformats.org/officeDocument/2006/relationships/notesMaster" Target="/ppt/notesMasters/notesMaster1.xml" Id="R075b4ab2a0d04b3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60a88adf1d457f" /><Relationship Type="http://schemas.openxmlformats.org/officeDocument/2006/relationships/notesMaster" Target="/ppt/notesMasters/notesMaster1.xml" Id="Rb5a8bd03daa249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24371a0a9944912" /><Relationship Type="http://schemas.openxmlformats.org/officeDocument/2006/relationships/notesMaster" Target="/ppt/notesMasters/notesMaster1.xml" Id="Rf239711458a046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f97135293b0485c" /><Relationship Type="http://schemas.openxmlformats.org/officeDocument/2006/relationships/notesMaster" Target="/ppt/notesMasters/notesMaster1.xml" Id="Ra5b86185f5bb4d8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6b049181cb3463f" /><Relationship Type="http://schemas.openxmlformats.org/officeDocument/2006/relationships/notesMaster" Target="/ppt/notesMasters/notesMaster1.xml" Id="R50a5ba2ae4b446e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b3e6e87ad524853" /><Relationship Type="http://schemas.openxmlformats.org/officeDocument/2006/relationships/notesMaster" Target="/ppt/notesMasters/notesMaster1.xml" Id="Re40e83bb01024aa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09d9daa67c4656" /><Relationship Type="http://schemas.openxmlformats.org/officeDocument/2006/relationships/notesMaster" Target="/ppt/notesMasters/notesMaster1.xml" Id="R57f1bfba8a294c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f60a70eeb1c4522" /><Relationship Type="http://schemas.openxmlformats.org/officeDocument/2006/relationships/notesMaster" Target="/ppt/notesMasters/notesMaster1.xml" Id="R4aeefe800401493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69a24bd20a340ab" /><Relationship Type="http://schemas.openxmlformats.org/officeDocument/2006/relationships/notesMaster" Target="/ppt/notesMasters/notesMaster1.xml" Id="R627d054964db4f4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4f2f527643a463e" /><Relationship Type="http://schemas.openxmlformats.org/officeDocument/2006/relationships/notesMaster" Target="/ppt/notesMasters/notesMaster1.xml" Id="R032d48912ce74c8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95e5d845f744ece" /><Relationship Type="http://schemas.openxmlformats.org/officeDocument/2006/relationships/notesMaster" Target="/ppt/notesMasters/notesMaster1.xml" Id="R8cfe0f5d0cc34dd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dddf38144ef4a79" /><Relationship Type="http://schemas.openxmlformats.org/officeDocument/2006/relationships/notesMaster" Target="/ppt/notesMasters/notesMaster1.xml" Id="R414a650710a044c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660e12fe58b454a" /><Relationship Type="http://schemas.openxmlformats.org/officeDocument/2006/relationships/notesMaster" Target="/ppt/notesMasters/notesMaster1.xml" Id="R3323ac60eaf64f1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d287bef18054bc3" /><Relationship Type="http://schemas.openxmlformats.org/officeDocument/2006/relationships/notesMaster" Target="/ppt/notesMasters/notesMaster1.xml" Id="R08064465f4a84de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9785ecb33434926" /><Relationship Type="http://schemas.openxmlformats.org/officeDocument/2006/relationships/notesMaster" Target="/ppt/notesMasters/notesMaster1.xml" Id="Rb7c0327e64f94c9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0d9c6f5b1654fe6" /><Relationship Type="http://schemas.openxmlformats.org/officeDocument/2006/relationships/notesMaster" Target="/ppt/notesMasters/notesMaster1.xml" Id="Rd5262c3f4d4a4d2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5c2bc248bed438b" /><Relationship Type="http://schemas.openxmlformats.org/officeDocument/2006/relationships/notesMaster" Target="/ppt/notesMasters/notesMaster1.xml" Id="R4b33d29722c54db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8591179c18e4f60" /><Relationship Type="http://schemas.openxmlformats.org/officeDocument/2006/relationships/notesMaster" Target="/ppt/notesMasters/notesMaster1.xml" Id="Rd9e288b37abe4a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파트에서는 반응계와 주위 사이의 열 이동을 엔탈피 변화로 표현합니다. 두 번째 파트에서는 배운 반응식을 이용해 연료를 비교합니다. 이때 같은 몰수인지 같은 질량인지 기준이 중요합니다. 세 번째 파트에서는 결합을 끊고 만드는 데 출입하는 에너지를 살펴보겠습니다. 뒤의 계산은 앞의 상태와 계수를 읽는 방법에 기초합니다.</a:t>
            </a:r>
          </a:p>
          <a:p xmlns:a="http://schemas.openxmlformats.org/drawingml/2006/main">
            <a:r>
              <a:t>화면에서 가리킬 순서: 왼쪽부터 Part 1, 2, 3</a:t>
            </a:r>
          </a:p>
          <a:p xmlns:a="http://schemas.openxmlformats.org/drawingml/2006/main">
            <a:r>
              <a:t>오개념 점검: 세 파트를 독립적인 암기 목록처럼 설명하지 않는다.</a:t>
            </a:r>
          </a:p>
          <a:p xmlns:a="http://schemas.openxmlformats.org/drawingml/2006/main">
            <a:r>
              <a:t>다음 연결: 수업이 끝나면 무엇을 할 수 있어야 하는지 읽어 봅시다.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종류의 반응이라도 반응하는 양을 두 배로 하면 출입하는 열은 어떻게 될까요? 또 생성물이 액체 물인지 수증기인지에 따라 열의 양이 달라질까요? 이 두 질문을 기억하고 첫 번째 파트를 시작하겠습니다. 먼저 열이 나가는 반응과 들어오는 반응을 구별하고, 그다음 반응식의 계수와 상태를 읽겠습니다.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에탄올과 수소도 반응식에 나타난 연료의 질량을 기준으로 계산합니다. 위쪽 에탄올 반응식은 에탄올 1 mol이 연소할 때 1367 kJ을 방출한다는 뜻입니다. 에탄올의 몰질량은 46 g/mol이므로 46 g이 연소한 것입니다. 따라서 1 g당 방출열은 1367을 46으로 나눈 약 29.7 kJ/g입니다. 아래쪽 수소 반응식은 수소 2 mol이 연소할 때 571.6 kJ을 방출한다는 뜻입니다. 수소의 몰질량은 2 g/mol이므로 이 반응식에 나타난 수소의 질량은 4 g입니다. 571.6을 4로 나누면 142.9 kJ/g입니다. 반응 엔탈피는 음수이지만, 여기서 비교하는 방출열의 크기는 양수로 나타냅니다. 두 반응식 모두 생성물이 액체 물인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왼쪽 교과서 그래프의 반응물·생성물 높이 → 오른쪽 결합의 변화 → 열 출입과 ΔH 부호 → 아래 반응식</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표를 위에서 아래로 읽으며 오늘의 관계를 정리합니다. 첫째, 반응계가 열을 내놓으면 ΔH는 음수이고 흡수하면 양수입니다. 둘째, 반응식 전체의 계수를n배 하면 ΔH도n배가 됩니다. 셋째, 물질의 상태가 달라지면 반응 엔탈피도 달라집니다. 넷째, 기체 반응의 결합 에너지 계산은 끊는 데 흡수한 에너지에서 형성하며 방출한 에너지의 크기를 뺍니다. 학생에게 가장 헷갈렸던 행 하나를 고르고 짝에게 예를 들어 설명하게 합니다.</a:t>
            </a:r>
          </a:p>
          <a:p xmlns:a="http://schemas.openxmlformats.org/drawingml/2006/main">
            <a:r>
              <a:t>화면에서 가리킬 순서: 각 행의 왼쪽 개념→오른쪽 관계</a:t>
            </a:r>
          </a:p>
          <a:p xmlns:a="http://schemas.openxmlformats.org/drawingml/2006/main">
            <a:r>
              <a:t>오개념 점검: 네 관계를 외우기만 하지 않고 앞의 반응식 한 개를 근거로 들게 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49ea2f51c64e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b4b2029fea4d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b22396bd18c40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dfe6722bca44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95d9c12ec241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990798d4fb45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BAE0D0-AF75-40F7-87D3-35A54887141F}"/>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890211C-99F7-4D87-990D-4906E821448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895F06D-3341-4D0B-9195-39EE3D12F313}"/>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5EC12C-95F5-46F2-829C-1EF528F7AD1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759F1EF-DE54-4F97-B27D-58A643C41F8E}"/>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AD41BA-68AC-4A0B-B928-6F98C6926ED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956EF6-D896-4912-AC49-D0C06073153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7F78862-7FAE-4CE5-8A32-74BF9A3DF1CE}"/>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BA4122-7AC5-4237-B4C7-3E4006F4136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DDA7CF-56F4-4BCC-BDE9-6BF11962D0A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c2e6c1aedd49d0" /><Relationship Type="http://schemas.openxmlformats.org/officeDocument/2006/relationships/slideLayout" Target="/ppt/slideLayouts/slideLayout1.xml" Id="R1ce6f13dcb0140e5" /><Relationship Type="http://schemas.openxmlformats.org/officeDocument/2006/relationships/slideLayout" Target="/ppt/slideLayouts/slideLayout2.xml" Id="R4bd17f98537f41cc" /><Relationship Type="http://schemas.openxmlformats.org/officeDocument/2006/relationships/slideLayout" Target="/ppt/slideLayouts/slideLayout3.xml" Id="Rffbd2dc6562b4c76" /><Relationship Type="http://schemas.openxmlformats.org/officeDocument/2006/relationships/slideLayout" Target="/ppt/slideLayouts/slideLayout4.xml" Id="R088b446fbb9c4bc5" /><Relationship Type="http://schemas.openxmlformats.org/officeDocument/2006/relationships/slideLayout" Target="/ppt/slideLayouts/slideLayout5.xml" Id="R5ad012622a404028" /><Relationship Type="http://schemas.openxmlformats.org/officeDocument/2006/relationships/slideLayout" Target="/ppt/slideLayouts/slideLayout6.xml" Id="R99e9371537c14d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e6f13dcb0140e5"/>
    <p:sldLayoutId xmlns:r="http://schemas.openxmlformats.org/officeDocument/2006/relationships" id="2147483650" r:id="R4bd17f98537f41cc"/>
    <p:sldLayoutId xmlns:r="http://schemas.openxmlformats.org/officeDocument/2006/relationships" id="2147483651" r:id="Rffbd2dc6562b4c76"/>
    <p:sldLayoutId xmlns:r="http://schemas.openxmlformats.org/officeDocument/2006/relationships" id="2147483652" r:id="R088b446fbb9c4bc5"/>
    <p:sldLayoutId xmlns:r="http://schemas.openxmlformats.org/officeDocument/2006/relationships" id="2147483653" r:id="R5ad012622a404028"/>
    <p:sldLayoutId xmlns:r="http://schemas.openxmlformats.org/officeDocument/2006/relationships" id="2147483654" r:id="R99e9371537c14d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66115004b404a01" /><Relationship Type="http://schemas.openxmlformats.org/officeDocument/2006/relationships/image" Target="/ppt/media/image.png" Id="R09e6a7f11061491e" /><Relationship Type="http://schemas.openxmlformats.org/officeDocument/2006/relationships/image" Target="/ppt/media/image2.png" Id="R286eab8bbc094937" /><Relationship Type="http://schemas.openxmlformats.org/officeDocument/2006/relationships/image" Target="/ppt/media/image3.png" Id="R7aa9c7c4c84446c8" /><Relationship Type="http://schemas.openxmlformats.org/officeDocument/2006/relationships/image" Target="/ppt/media/image4.png" Id="R329d7d69e900485b" /><Relationship Type="http://schemas.openxmlformats.org/officeDocument/2006/relationships/notesSlide" Target="/ppt/notesSlides/notesSlide1.xml" Id="Reb7d2bb53ceb45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efcfd809b54b64" /><Relationship Type="http://schemas.openxmlformats.org/officeDocument/2006/relationships/image" Target="/ppt/media/image5.png" Id="R683de3462959415b" /><Relationship Type="http://schemas.openxmlformats.org/officeDocument/2006/relationships/image" Target="/ppt/media/image6.png" Id="R3c5317b1853e4b23" /><Relationship Type="http://schemas.openxmlformats.org/officeDocument/2006/relationships/image" Target="/ppt/media/image7.png" Id="R9ab49c743ac2467d" /><Relationship Type="http://schemas.openxmlformats.org/officeDocument/2006/relationships/image" Target="/ppt/media/image8.png" Id="R7d5588c6da794053" /><Relationship Type="http://schemas.openxmlformats.org/officeDocument/2006/relationships/image" Target="/ppt/media/image9.png" Id="R4911405a4fa445ac" /><Relationship Type="http://schemas.openxmlformats.org/officeDocument/2006/relationships/image" Target="/ppt/media/image10.png" Id="Racbc04a8773d4417" /><Relationship Type="http://schemas.openxmlformats.org/officeDocument/2006/relationships/image" Target="/ppt/media/image11.png" Id="Rb03fc0d751fe4982" /><Relationship Type="http://schemas.openxmlformats.org/officeDocument/2006/relationships/image" Target="/ppt/media/image12.png" Id="R6f45542698d343ef" /><Relationship Type="http://schemas.openxmlformats.org/officeDocument/2006/relationships/image" Target="/ppt/media/image13.png" Id="Rd110e03f9ee94dcf" /><Relationship Type="http://schemas.openxmlformats.org/officeDocument/2006/relationships/notesSlide" Target="/ppt/notesSlides/notesSlide2.xml" Id="R0fc161336be348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8d969cdee284670" /><Relationship Type="http://schemas.openxmlformats.org/officeDocument/2006/relationships/image" Target="/ppt/media/image14.png" Id="R94b8304f51014e04" /><Relationship Type="http://schemas.openxmlformats.org/officeDocument/2006/relationships/image" Target="/ppt/media/image15.png" Id="R95119e8685ff401a" /><Relationship Type="http://schemas.openxmlformats.org/officeDocument/2006/relationships/image" Target="/ppt/media/image16.png" Id="R01f4573a59634826" /><Relationship Type="http://schemas.openxmlformats.org/officeDocument/2006/relationships/notesSlide" Target="/ppt/notesSlides/notesSlide3.xml" Id="R865876a8a33d47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531619b44714f9f" /><Relationship Type="http://schemas.openxmlformats.org/officeDocument/2006/relationships/image" Target="/ppt/media/image17.png" Id="R237f1a1742654165" /><Relationship Type="http://schemas.openxmlformats.org/officeDocument/2006/relationships/image" Target="/ppt/media/image18.png" Id="R2f5ee0c0feec4011" /><Relationship Type="http://schemas.openxmlformats.org/officeDocument/2006/relationships/notesSlide" Target="/ppt/notesSlides/notesSlide4.xml" Id="Rd2698f2c14f245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49b52e3fb6481e" /><Relationship Type="http://schemas.openxmlformats.org/officeDocument/2006/relationships/image" Target="/ppt/media/image19.png" Id="Ra06aa64b9bbb4556" /><Relationship Type="http://schemas.openxmlformats.org/officeDocument/2006/relationships/image" Target="/ppt/media/image20.png" Id="R55d7678bf59d44a5" /><Relationship Type="http://schemas.openxmlformats.org/officeDocument/2006/relationships/notesSlide" Target="/ppt/notesSlides/notesSlide5.xml" Id="Rdef198c2bf1f46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9578530d584d63" /><Relationship Type="http://schemas.openxmlformats.org/officeDocument/2006/relationships/image" Target="/ppt/media/image21.png" Id="R9239fa59c33244ce" /><Relationship Type="http://schemas.openxmlformats.org/officeDocument/2006/relationships/image" Target="/ppt/media/image22.png" Id="R851a5ebd168d4353" /><Relationship Type="http://schemas.openxmlformats.org/officeDocument/2006/relationships/image" Target="/ppt/media/image23.png" Id="R9558073018c04c63" /><Relationship Type="http://schemas.openxmlformats.org/officeDocument/2006/relationships/notesSlide" Target="/ppt/notesSlides/notesSlide6.xml" Id="R5c81e12f4f294f3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68e25213704c46" /><Relationship Type="http://schemas.openxmlformats.org/officeDocument/2006/relationships/image" Target="/ppt/media/image24.png" Id="R57650496f04040d5" /><Relationship Type="http://schemas.openxmlformats.org/officeDocument/2006/relationships/image" Target="/ppt/media/image25.png" Id="R0255aaca0b1a449b" /><Relationship Type="http://schemas.openxmlformats.org/officeDocument/2006/relationships/image" Target="/ppt/media/image26.png" Id="R1e6007bc55244e59" /><Relationship Type="http://schemas.openxmlformats.org/officeDocument/2006/relationships/notesSlide" Target="/ppt/notesSlides/notesSlide7.xml" Id="R928961dd889440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3bfcaafe5c4421d" /><Relationship Type="http://schemas.openxmlformats.org/officeDocument/2006/relationships/image" Target="/ppt/media/image27.png" Id="Rb1922a22e4df4d92" /><Relationship Type="http://schemas.openxmlformats.org/officeDocument/2006/relationships/image" Target="/ppt/media/image28.png" Id="R760e6d2cde564987" /><Relationship Type="http://schemas.openxmlformats.org/officeDocument/2006/relationships/notesSlide" Target="/ppt/notesSlides/notesSlide8.xml" Id="R9b520186980449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8ccadb32aff4d09" /><Relationship Type="http://schemas.openxmlformats.org/officeDocument/2006/relationships/image" Target="/ppt/media/image29.png" Id="R4667022db21648fc" /><Relationship Type="http://schemas.openxmlformats.org/officeDocument/2006/relationships/image" Target="/ppt/media/image30.png" Id="Ra83dc76aec4b47a1" /><Relationship Type="http://schemas.openxmlformats.org/officeDocument/2006/relationships/notesSlide" Target="/ppt/notesSlides/notesSlide9.xml" Id="R9d57b99dd6134a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c0c43328bf4aa4" /><Relationship Type="http://schemas.openxmlformats.org/officeDocument/2006/relationships/image" Target="/ppt/media/image31.png" Id="R88cb885a967c4623" /><Relationship Type="http://schemas.openxmlformats.org/officeDocument/2006/relationships/image" Target="/ppt/media/image32.png" Id="R34e6afd892064090" /><Relationship Type="http://schemas.openxmlformats.org/officeDocument/2006/relationships/image" Target="/ppt/media/image33.png" Id="R24272c6e5db0433c" /><Relationship Type="http://schemas.openxmlformats.org/officeDocument/2006/relationships/notesSlide" Target="/ppt/notesSlides/notesSlide10.xml" Id="Rf32bfc5b53e04fe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f618b521888409b" /><Relationship Type="http://schemas.openxmlformats.org/officeDocument/2006/relationships/image" Target="/ppt/media/image34.png" Id="R98fa276345d04e6d" /><Relationship Type="http://schemas.openxmlformats.org/officeDocument/2006/relationships/image" Target="/ppt/media/image35.png" Id="Rdd537448bede4c24" /><Relationship Type="http://schemas.openxmlformats.org/officeDocument/2006/relationships/notesSlide" Target="/ppt/notesSlides/notesSlide11.xml" Id="Rdd27c779a18e4d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08de72ccdb34704" /><Relationship Type="http://schemas.openxmlformats.org/officeDocument/2006/relationships/image" Target="/ppt/media/image36.png" Id="Rbf687179cb6b4708" /><Relationship Type="http://schemas.openxmlformats.org/officeDocument/2006/relationships/image" Target="/ppt/media/image37.png" Id="R23da97cc4c234a07" /><Relationship Type="http://schemas.openxmlformats.org/officeDocument/2006/relationships/image" Target="/ppt/media/image38.png" Id="R975e2327ee014f75" /><Relationship Type="http://schemas.openxmlformats.org/officeDocument/2006/relationships/notesSlide" Target="/ppt/notesSlides/notesSlide12.xml" Id="R2c7ff06b7f4940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bb524ca254e4db8" /><Relationship Type="http://schemas.openxmlformats.org/officeDocument/2006/relationships/image" Target="/ppt/media/image39.png" Id="Rbb406c2fd4024151" /><Relationship Type="http://schemas.openxmlformats.org/officeDocument/2006/relationships/image" Target="/ppt/media/image40.png" Id="R7ec83f9820c24cbd" /><Relationship Type="http://schemas.openxmlformats.org/officeDocument/2006/relationships/notesSlide" Target="/ppt/notesSlides/notesSlide13.xml" Id="Re8b1765015ad49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09ac24c9c004a23" /><Relationship Type="http://schemas.openxmlformats.org/officeDocument/2006/relationships/image" Target="/ppt/media/image41.png" Id="R18eb8c25dd1d4102" /><Relationship Type="http://schemas.openxmlformats.org/officeDocument/2006/relationships/image" Target="/ppt/media/image42.png" Id="R2c80af30da6f4993" /><Relationship Type="http://schemas.openxmlformats.org/officeDocument/2006/relationships/notesSlide" Target="/ppt/notesSlides/notesSlide14.xml" Id="Rfbbe42387f2c4e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34ef984bafa4bf9" /><Relationship Type="http://schemas.openxmlformats.org/officeDocument/2006/relationships/image" Target="/ppt/media/image43.png" Id="R2b9985050f2d4a27" /><Relationship Type="http://schemas.openxmlformats.org/officeDocument/2006/relationships/image" Target="/ppt/media/image44.png" Id="R390472310a1e4902" /><Relationship Type="http://schemas.openxmlformats.org/officeDocument/2006/relationships/image" Target="/ppt/media/image45.png" Id="R4d4930ed11c74b7d" /><Relationship Type="http://schemas.openxmlformats.org/officeDocument/2006/relationships/notesSlide" Target="/ppt/notesSlides/notesSlide15.xml" Id="R46e0abbf72b1423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33a8504a70140c4" /><Relationship Type="http://schemas.openxmlformats.org/officeDocument/2006/relationships/image" Target="/ppt/media/image46.png" Id="R30f661b40fe04e4d" /><Relationship Type="http://schemas.openxmlformats.org/officeDocument/2006/relationships/image" Target="/ppt/media/image47.png" Id="R9e8d8da27fab47b8" /><Relationship Type="http://schemas.openxmlformats.org/officeDocument/2006/relationships/image" Target="/ppt/media/image48.png" Id="Rc97d79507a84447a" /><Relationship Type="http://schemas.openxmlformats.org/officeDocument/2006/relationships/notesSlide" Target="/ppt/notesSlides/notesSlide16.xml" Id="R36d4b6f8447142a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5c1949fa87444b8" /><Relationship Type="http://schemas.openxmlformats.org/officeDocument/2006/relationships/image" Target="/ppt/media/image49.png" Id="R09f713a5dd80426a" /><Relationship Type="http://schemas.openxmlformats.org/officeDocument/2006/relationships/notesSlide" Target="/ppt/notesSlides/notesSlide17.xml" Id="R0f26316e51044d6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ac6479aa3294aac" /><Relationship Type="http://schemas.openxmlformats.org/officeDocument/2006/relationships/image" Target="/ppt/media/image50.png" Id="Re01aec13330641e5" /><Relationship Type="http://schemas.openxmlformats.org/officeDocument/2006/relationships/image" Target="/ppt/media/image51.png" Id="Rbb74d43f59084fe1" /><Relationship Type="http://schemas.openxmlformats.org/officeDocument/2006/relationships/image" Target="/ppt/media/image52.png" Id="Re7bb3945ef054ba5" /><Relationship Type="http://schemas.openxmlformats.org/officeDocument/2006/relationships/notesSlide" Target="/ppt/notesSlides/notesSlide18.xml" Id="R0c0576ed0d044ec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f7e1d17e80341fe" /><Relationship Type="http://schemas.openxmlformats.org/officeDocument/2006/relationships/image" Target="/ppt/media/image53.png" Id="R0e328dfe0e6c4204" /><Relationship Type="http://schemas.openxmlformats.org/officeDocument/2006/relationships/image" Target="/ppt/media/image54.png" Id="R71b8b976e6494aa8" /><Relationship Type="http://schemas.openxmlformats.org/officeDocument/2006/relationships/notesSlide" Target="/ppt/notesSlides/notesSlide19.xml" Id="Rab2d0d8ec26d4c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3ef6c35beee4acb" /><Relationship Type="http://schemas.openxmlformats.org/officeDocument/2006/relationships/image" Target="/ppt/media/image55.png" Id="Rcac34713b4954ee3" /><Relationship Type="http://schemas.openxmlformats.org/officeDocument/2006/relationships/image" Target="/ppt/media/image56.png" Id="Ra0d10941d9a44f9b" /><Relationship Type="http://schemas.openxmlformats.org/officeDocument/2006/relationships/notesSlide" Target="/ppt/notesSlides/notesSlide20.xml" Id="Rc78d6c3deb46476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cbc57fb28f64d6d" /><Relationship Type="http://schemas.openxmlformats.org/officeDocument/2006/relationships/image" Target="/ppt/media/image57.png" Id="Rc4b2d57e5b954d3f" /><Relationship Type="http://schemas.openxmlformats.org/officeDocument/2006/relationships/notesSlide" Target="/ppt/notesSlides/notesSlide21.xml" Id="R2280d4ca5777465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b000449a72f4c93" /><Relationship Type="http://schemas.openxmlformats.org/officeDocument/2006/relationships/image" Target="/ppt/media/image58.png" Id="R35a5225f6ec549ad" /><Relationship Type="http://schemas.openxmlformats.org/officeDocument/2006/relationships/image" Target="/ppt/media/image59.png" Id="R008a9744ecf24720" /><Relationship Type="http://schemas.openxmlformats.org/officeDocument/2006/relationships/notesSlide" Target="/ppt/notesSlides/notesSlide22.xml" Id="Rde0811c6caf74e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368c467ed474fc5" /><Relationship Type="http://schemas.openxmlformats.org/officeDocument/2006/relationships/image" Target="/ppt/media/image60.png" Id="R5b0bfd1b6f96436e" /><Relationship Type="http://schemas.openxmlformats.org/officeDocument/2006/relationships/image" Target="/ppt/media/image61.png" Id="Rd85b25fec2364f34" /><Relationship Type="http://schemas.openxmlformats.org/officeDocument/2006/relationships/notesSlide" Target="/ppt/notesSlides/notesSlide23.xml" Id="R5cfe5729262d49f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d55c0150af045e5" /><Relationship Type="http://schemas.openxmlformats.org/officeDocument/2006/relationships/image" Target="/ppt/media/image62.png" Id="Rd13973e33e0742db" /><Relationship Type="http://schemas.openxmlformats.org/officeDocument/2006/relationships/image" Target="/ppt/media/image63.png" Id="Rb1fefd1b447c4cbd" /><Relationship Type="http://schemas.openxmlformats.org/officeDocument/2006/relationships/notesSlide" Target="/ppt/notesSlides/notesSlide24.xml" Id="R2c2663bf51ae4ce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d9ac7b2a20e4969" /><Relationship Type="http://schemas.openxmlformats.org/officeDocument/2006/relationships/image" Target="/ppt/media/image64.png" Id="Rb10cfe21d9014790" /><Relationship Type="http://schemas.openxmlformats.org/officeDocument/2006/relationships/image" Target="/ppt/media/image65.png" Id="Rb3f94918425344a8" /><Relationship Type="http://schemas.openxmlformats.org/officeDocument/2006/relationships/notesSlide" Target="/ppt/notesSlides/notesSlide25.xml" Id="Re554db453834458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608e863f8b94b0d" /><Relationship Type="http://schemas.openxmlformats.org/officeDocument/2006/relationships/image" Target="/ppt/media/image66.png" Id="R20278f7e2646429f" /><Relationship Type="http://schemas.openxmlformats.org/officeDocument/2006/relationships/image" Target="/ppt/media/image67.png" Id="R888e0e2826a84ddd" /><Relationship Type="http://schemas.openxmlformats.org/officeDocument/2006/relationships/image" Target="/ppt/media/image68.png" Id="R2c1646ad415f49ae" /><Relationship Type="http://schemas.openxmlformats.org/officeDocument/2006/relationships/notesSlide" Target="/ppt/notesSlides/notesSlide26.xml" Id="R620f90ac95914e0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9a303c3af49419c" /><Relationship Type="http://schemas.openxmlformats.org/officeDocument/2006/relationships/image" Target="/ppt/media/image69.png" Id="Rdcd8a91b30724a3c" /><Relationship Type="http://schemas.openxmlformats.org/officeDocument/2006/relationships/notesSlide" Target="/ppt/notesSlides/notesSlide27.xml" Id="Rbc4b36811550492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682154375374231" /><Relationship Type="http://schemas.openxmlformats.org/officeDocument/2006/relationships/image" Target="/ppt/media/image70.png" Id="R0d4cf71bb9444a42" /><Relationship Type="http://schemas.openxmlformats.org/officeDocument/2006/relationships/image" Target="/ppt/media/image71.png" Id="R76160e812efa4310" /><Relationship Type="http://schemas.openxmlformats.org/officeDocument/2006/relationships/notesSlide" Target="/ppt/notesSlides/notesSlide28.xml" Id="Rcc4a53df1d5a462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73914e8fee941b1" /><Relationship Type="http://schemas.openxmlformats.org/officeDocument/2006/relationships/image" Target="/ppt/media/image72.png" Id="R80974691d6504455" /><Relationship Type="http://schemas.openxmlformats.org/officeDocument/2006/relationships/image" Target="/ppt/media/image73.png" Id="Re4a8b2e0268b400d" /><Relationship Type="http://schemas.openxmlformats.org/officeDocument/2006/relationships/notesSlide" Target="/ppt/notesSlides/notesSlide29.xml" Id="R1e4821fa3f234a1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84526f8696645f9" /><Relationship Type="http://schemas.openxmlformats.org/officeDocument/2006/relationships/image" Target="/ppt/media/image74.png" Id="Rd4beac07b1e64f0f" /><Relationship Type="http://schemas.openxmlformats.org/officeDocument/2006/relationships/notesSlide" Target="/ppt/notesSlides/notesSlide30.xml" Id="Rec932d3063594db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634cc77b220443a9" /><Relationship Type="http://schemas.openxmlformats.org/officeDocument/2006/relationships/image" Target="/ppt/media/image75.png" Id="Redaaab0c355b40d2" /><Relationship Type="http://schemas.openxmlformats.org/officeDocument/2006/relationships/image" Target="/ppt/media/image76.png" Id="R1576e515128b4ea6" /><Relationship Type="http://schemas.openxmlformats.org/officeDocument/2006/relationships/notesSlide" Target="/ppt/notesSlides/notesSlide31.xml" Id="R5fcff27f2b4d4d17"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A0879512-BD00-49B9-A00E-727478E837B8}"/>
              </a:ext>
            </a:extLst>
          </p:cNvPr>
          <p:cNvPicPr>
            <a:picLocks noChangeAspect="1"/>
          </p:cNvPicPr>
          <p:nvPr/>
        </p:nvPicPr>
        <p:blipFill>
          <a:blip ns3:embed="R09e6a7f11061491e"/>
          <a:stretch/>
        </p:blipFill>
        <p:spPr>
          <a:xfrm>
            <a:off x="4859" y="0"/>
            <a:ext cx="18278283" cy="10287000"/>
          </a:xfrm>
          <a:prstGeom prst="rect">
            <a:avLst/>
          </a:prstGeom>
        </p:spPr>
      </p:pic>
      <p:sp>
        <p:nvSpPr>
          <p:cNvPr id="2" name="reference_green_fade">
            <a:extLst>
              <a:ext uri="{FF2B5EF4-FFF2-40B4-BE49-F238E27FC236}">
                <ns2:creationId id="{845C19A8-B189-49A3-AC4E-556F6F2717EB}"/>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5DA50324-CABE-460D-9DEA-B291F063378A}"/>
              </a:ext>
            </a:extLst>
          </p:cNvPr>
          <p:cNvPicPr>
            <a:picLocks noChangeAspect="1"/>
          </p:cNvPicPr>
          <p:nvPr/>
        </p:nvPicPr>
        <p:blipFill>
          <a:blip ns3:embed="R286eab8bbc094937"/>
          <a:stretch/>
        </p:blipFill>
        <p:spPr>
          <a:xfrm>
            <a:off x="16941800" y="382588"/>
            <a:ext cx="1028700" cy="733425"/>
          </a:xfrm>
          <a:prstGeom prst="rect">
            <a:avLst/>
          </a:prstGeom>
        </p:spPr>
      </p:pic>
      <p:sp>
        <p:nvSpPr>
          <p:cNvPr id="4" name="copyright">
            <a:extLst>
              <a:ext uri="{FF2B5EF4-FFF2-40B4-BE49-F238E27FC236}">
                <ns2:creationId id="{5FEDA0F4-077B-483D-A93F-82953E5AC4AC}"/>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D349794C-81DD-46BB-8EA1-9B4578A65147}"/>
              </a:ext>
            </a:extLst>
          </p:cNvPr>
          <p:cNvPicPr>
            <a:picLocks noChangeAspect="1"/>
          </p:cNvPicPr>
          <p:nvPr/>
        </p:nvPicPr>
        <p:blipFill>
          <a:blip ns3:embed="R7aa9c7c4c84446c8"/>
          <a:stretch/>
        </p:blipFill>
        <p:spPr>
          <a:xfrm>
            <a:off x="1320800" y="5207000"/>
            <a:ext cx="1447800" cy="609600"/>
          </a:xfrm>
          <a:prstGeom prst="rect">
            <a:avLst/>
          </a:prstGeom>
        </p:spPr>
      </p:pic>
      <p:pic>
        <p:nvPicPr>
          <p:cNvPr id="6" name="">
            <a:extLst>
              <a:ext uri="{FF2B5EF4-FFF2-40B4-BE49-F238E27FC236}">
                <ns2:creationId id="{7E365B39-D7E9-4856-9C08-1B791AD52C95}"/>
              </a:ext>
            </a:extLst>
          </p:cNvPr>
          <p:cNvPicPr>
            <a:picLocks noChangeAspect="1"/>
          </p:cNvPicPr>
          <p:nvPr/>
        </p:nvPicPr>
        <p:blipFill>
          <a:blip ns3:embed="R329d7d69e900485b"/>
          <a:stretch/>
        </p:blipFill>
        <p:spPr>
          <a:xfrm>
            <a:off x="15252700" y="410251"/>
            <a:ext cx="1473200" cy="627298"/>
          </a:xfrm>
          <a:prstGeom prst="rect">
            <a:avLst/>
          </a:prstGeom>
        </p:spPr>
      </p:pic>
      <p:sp>
        <p:nvSpPr>
          <p:cNvPr id="7" name="title-line0">
            <a:extLst>
              <a:ext uri="{FF2B5EF4-FFF2-40B4-BE49-F238E27FC236}">
                <ns2:creationId id="{55B85493-C8D0-4FC7-B6E3-1813CE96DF88}"/>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7D1A9D4E-F3B2-4144-9B77-E38585CA538C}"/>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A14653EB-693A-47FA-A2D8-80267879DEB0}"/>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1013110983"/>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21" name="">
            <a:extLst>
              <a:ext uri="{FF2B5EF4-FFF2-40B4-BE49-F238E27FC236}">
                <ns2:creationId id="{443B7151-8698-4D8D-B750-D9453817AE10}"/>
              </a:ext>
            </a:extLst>
          </p:cNvPr>
          <p:cNvPicPr>
            <a:picLocks noChangeAspect="1"/>
          </p:cNvPicPr>
          <p:nvPr/>
        </p:nvPicPr>
        <p:blipFill>
          <a:blip ns3:embed="R683de3462959415b"/>
          <a:stretch/>
        </p:blipFill>
        <p:spPr>
          <a:xfrm>
            <a:off x="1981200" y="4205950"/>
            <a:ext cx="13017500" cy="3792800"/>
          </a:xfrm>
          <a:prstGeom prst="rect">
            <a:avLst/>
          </a:prstGeom>
        </p:spPr>
      </p:pic>
      <p:pic>
        <p:nvPicPr>
          <p:cNvPr id="2" name="">
            <a:extLst>
              <a:ext uri="{FF2B5EF4-FFF2-40B4-BE49-F238E27FC236}">
                <ns2:creationId id="{B8D3F159-81DE-41CB-AD79-F74EFC3B36F8}"/>
              </a:ext>
            </a:extLst>
          </p:cNvPr>
          <p:cNvPicPr>
            <a:picLocks noChangeAspect="1"/>
          </p:cNvPicPr>
          <p:nvPr/>
        </p:nvPicPr>
        <p:blipFill>
          <a:blip ns3:embed="R3c5317b1853e4b23"/>
          <a:stretch/>
        </p:blipFill>
        <p:spPr>
          <a:xfrm>
            <a:off x="4321175" y="4800600"/>
            <a:ext cx="2419350" cy="1981200"/>
          </a:xfrm>
          <a:prstGeom prst="rect">
            <a:avLst/>
          </a:prstGeom>
        </p:spPr>
      </p:pic>
      <p:pic>
        <p:nvPicPr>
          <p:cNvPr id="3" name="">
            <a:extLst>
              <a:ext uri="{FF2B5EF4-FFF2-40B4-BE49-F238E27FC236}">
                <ns2:creationId id="{668CAE2E-0DBB-4B9A-AEBB-52D95E47C37F}"/>
              </a:ext>
            </a:extLst>
          </p:cNvPr>
          <p:cNvPicPr>
            <a:picLocks noChangeAspect="1"/>
          </p:cNvPicPr>
          <p:nvPr/>
        </p:nvPicPr>
        <p:blipFill>
          <a:blip ns3:embed="R9ab49c743ac2467d"/>
          <a:stretch/>
        </p:blipFill>
        <p:spPr>
          <a:xfrm>
            <a:off x="8004175" y="4800600"/>
            <a:ext cx="2419350" cy="1981200"/>
          </a:xfrm>
          <a:prstGeom prst="rect">
            <a:avLst/>
          </a:prstGeom>
        </p:spPr>
      </p:pic>
      <p:pic>
        <p:nvPicPr>
          <p:cNvPr id="4" name="">
            <a:extLst>
              <a:ext uri="{FF2B5EF4-FFF2-40B4-BE49-F238E27FC236}">
                <ns2:creationId id="{79323491-1F69-45A7-B311-9A1FFE35E477}"/>
              </a:ext>
            </a:extLst>
          </p:cNvPr>
          <p:cNvPicPr>
            <a:picLocks noChangeAspect="1"/>
          </p:cNvPicPr>
          <p:nvPr/>
        </p:nvPicPr>
        <p:blipFill>
          <a:blip ns3:embed="R7d5588c6da794053"/>
          <a:stretch/>
        </p:blipFill>
        <p:spPr>
          <a:xfrm>
            <a:off x="11696700" y="4788250"/>
            <a:ext cx="2425700" cy="2158300"/>
          </a:xfrm>
          <a:prstGeom prst="rect">
            <a:avLst/>
          </a:prstGeom>
        </p:spPr>
      </p:pic>
      <p:pic>
        <p:nvPicPr>
          <p:cNvPr id="5" name="">
            <a:extLst>
              <a:ext uri="{FF2B5EF4-FFF2-40B4-BE49-F238E27FC236}">
                <ns2:creationId id="{B7957ED7-330C-4B5B-8748-F66D069C5A72}"/>
              </a:ext>
            </a:extLst>
          </p:cNvPr>
          <p:cNvPicPr>
            <a:picLocks noChangeAspect="1"/>
          </p:cNvPicPr>
          <p:nvPr/>
        </p:nvPicPr>
        <p:blipFill>
          <a:blip ns3:embed="R4911405a4fa445ac"/>
          <a:stretch/>
        </p:blipFill>
        <p:spPr>
          <a:xfrm>
            <a:off x="14834480" y="4203700"/>
            <a:ext cx="353840" cy="1587500"/>
          </a:xfrm>
          <a:prstGeom prst="rect">
            <a:avLst/>
          </a:prstGeom>
        </p:spPr>
      </p:pic>
      <p:pic>
        <p:nvPicPr>
          <p:cNvPr id="6" name="">
            <a:extLst>
              <a:ext uri="{FF2B5EF4-FFF2-40B4-BE49-F238E27FC236}">
                <ns2:creationId id="{5B9D5965-2F77-47D8-B1C6-E370ED61A208}"/>
              </a:ext>
            </a:extLst>
          </p:cNvPr>
          <p:cNvPicPr>
            <a:picLocks noChangeAspect="1"/>
          </p:cNvPicPr>
          <p:nvPr/>
        </p:nvPicPr>
        <p:blipFill>
          <a:blip ns3:embed="Racbc04a8773d4417"/>
          <a:stretch/>
        </p:blipFill>
        <p:spPr>
          <a:xfrm>
            <a:off x="14644856" y="4330700"/>
            <a:ext cx="402887" cy="901700"/>
          </a:xfrm>
          <a:prstGeom prst="rect">
            <a:avLst/>
          </a:prstGeom>
        </p:spPr>
      </p:pic>
      <p:pic>
        <p:nvPicPr>
          <p:cNvPr id="7" name="">
            <a:extLst>
              <a:ext uri="{FF2B5EF4-FFF2-40B4-BE49-F238E27FC236}">
                <ns2:creationId id="{E7D558EE-65F8-4B21-9F25-E5CB78AD17F0}"/>
              </a:ext>
            </a:extLst>
          </p:cNvPr>
          <p:cNvPicPr>
            <a:picLocks noChangeAspect="1"/>
          </p:cNvPicPr>
          <p:nvPr/>
        </p:nvPicPr>
        <p:blipFill>
          <a:blip ns3:embed="Rb03fc0d751fe4982"/>
          <a:stretch/>
        </p:blipFill>
        <p:spPr>
          <a:xfrm>
            <a:off x="14644856" y="7099300"/>
            <a:ext cx="402887" cy="901700"/>
          </a:xfrm>
          <a:prstGeom prst="rect">
            <a:avLst/>
          </a:prstGeom>
        </p:spPr>
      </p:pic>
      <p:pic>
        <p:nvPicPr>
          <p:cNvPr id="8" name="">
            <a:extLst>
              <a:ext uri="{FF2B5EF4-FFF2-40B4-BE49-F238E27FC236}">
                <ns2:creationId id="{85025721-A1FD-4311-AB43-31E9523329AF}"/>
              </a:ext>
            </a:extLst>
          </p:cNvPr>
          <p:cNvPicPr>
            <a:picLocks noChangeAspect="1"/>
          </p:cNvPicPr>
          <p:nvPr/>
        </p:nvPicPr>
        <p:blipFill>
          <a:blip ns3:embed="R6f45542698d343ef"/>
          <a:stretch/>
        </p:blipFill>
        <p:spPr>
          <a:xfrm>
            <a:off x="14784556" y="6667500"/>
            <a:ext cx="402887" cy="901700"/>
          </a:xfrm>
          <a:prstGeom prst="rect">
            <a:avLst/>
          </a:prstGeom>
        </p:spPr>
      </p:pic>
      <p:pic>
        <p:nvPicPr>
          <p:cNvPr id="9" name="">
            <a:extLst>
              <a:ext uri="{FF2B5EF4-FFF2-40B4-BE49-F238E27FC236}">
                <ns2:creationId id="{3AC65F5F-DA83-45AC-B82E-E991D77DF1F7}"/>
              </a:ext>
            </a:extLst>
          </p:cNvPr>
          <p:cNvPicPr>
            <a:picLocks noChangeAspect="1"/>
          </p:cNvPicPr>
          <p:nvPr/>
        </p:nvPicPr>
        <p:blipFill>
          <a:blip ns3:embed="Rd110e03f9ee94dcf"/>
          <a:stretch/>
        </p:blipFill>
        <p:spPr>
          <a:xfrm>
            <a:off x="16941800" y="382588"/>
            <a:ext cx="1028700" cy="733425"/>
          </a:xfrm>
          <a:prstGeom prst="rect">
            <a:avLst/>
          </a:prstGeom>
        </p:spPr>
      </p:pic>
      <p:sp>
        <p:nvSpPr>
          <p:cNvPr id="10" name="copyright">
            <a:extLst>
              <a:ext uri="{FF2B5EF4-FFF2-40B4-BE49-F238E27FC236}">
                <ns2:creationId id="{D4374218-9EE8-4F60-AB10-4BA28E1884B2}"/>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a:ext uri="{FF2B5EF4-FFF2-40B4-BE49-F238E27FC236}">
                <ns2:creationId id="{FDF657F6-2623-4545-A64B-65316865D08F}"/>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a:ext uri="{FF2B5EF4-FFF2-40B4-BE49-F238E27FC236}">
                <ns2:creationId id="{CEE8AC47-19AA-4368-BF3F-F10963A257FC}"/>
              </a:ext>
            </a:extLst>
          </p:cNvPr>
          <p:cNvSpPr>
            <a:spLocks noGrp="1"/>
          </p:cNvSpPr>
          <p:nvPr/>
        </p:nvSpPr>
        <p:spPr>
          <a:xfrm>
            <a:off x="45081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a:ext uri="{FF2B5EF4-FFF2-40B4-BE49-F238E27FC236}">
                <ns2:creationId id="{ABAABEAD-1AFD-417E-A79A-D2378074A87F}"/>
              </a:ext>
            </a:extLst>
          </p:cNvPr>
          <p:cNvSpPr>
            <a:spLocks noGrp="1"/>
          </p:cNvSpPr>
          <p:nvPr/>
        </p:nvSpPr>
        <p:spPr>
          <a:xfrm>
            <a:off x="46101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a:ext uri="{FF2B5EF4-FFF2-40B4-BE49-F238E27FC236}">
                <ns2:creationId id="{55B53779-0D4E-42FA-88D9-72CFAADFF206}"/>
              </a:ext>
            </a:extLst>
          </p:cNvPr>
          <p:cNvSpPr>
            <a:spLocks noGrp="1"/>
          </p:cNvSpPr>
          <p:nvPr/>
        </p:nvSpPr>
        <p:spPr>
          <a:xfrm>
            <a:off x="46101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a:ext uri="{FF2B5EF4-FFF2-40B4-BE49-F238E27FC236}">
                <ns2:creationId id="{CF481AEB-576F-45BC-BC79-5B04EB99E289}"/>
              </a:ext>
            </a:extLst>
          </p:cNvPr>
          <p:cNvSpPr>
            <a:spLocks noGrp="1"/>
          </p:cNvSpPr>
          <p:nvPr/>
        </p:nvSpPr>
        <p:spPr>
          <a:xfrm>
            <a:off x="81657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a:ext uri="{FF2B5EF4-FFF2-40B4-BE49-F238E27FC236}">
                <ns2:creationId id="{87F1EC63-F31B-470D-A566-D08F64AABA17}"/>
              </a:ext>
            </a:extLst>
          </p:cNvPr>
          <p:cNvSpPr>
            <a:spLocks noGrp="1"/>
          </p:cNvSpPr>
          <p:nvPr/>
        </p:nvSpPr>
        <p:spPr>
          <a:xfrm>
            <a:off x="82677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a:ext uri="{FF2B5EF4-FFF2-40B4-BE49-F238E27FC236}">
                <ns2:creationId id="{00DE8FE2-42E0-4DA2-8BE2-054A62B42260}"/>
              </a:ext>
            </a:extLst>
          </p:cNvPr>
          <p:cNvSpPr>
            <a:spLocks noGrp="1"/>
          </p:cNvSpPr>
          <p:nvPr/>
        </p:nvSpPr>
        <p:spPr>
          <a:xfrm>
            <a:off x="82677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a:ext uri="{FF2B5EF4-FFF2-40B4-BE49-F238E27FC236}">
                <ns2:creationId id="{BDD83B9E-45C9-426C-B995-03B412B3D70C}"/>
              </a:ext>
            </a:extLst>
          </p:cNvPr>
          <p:cNvSpPr>
            <a:spLocks noGrp="1"/>
          </p:cNvSpPr>
          <p:nvPr/>
        </p:nvSpPr>
        <p:spPr>
          <a:xfrm>
            <a:off x="11836718"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a:ext uri="{FF2B5EF4-FFF2-40B4-BE49-F238E27FC236}">
                <ns2:creationId id="{F6935105-F494-41F3-A1AE-17DF9BCB6652}"/>
              </a:ext>
            </a:extLst>
          </p:cNvPr>
          <p:cNvSpPr>
            <a:spLocks noGrp="1"/>
          </p:cNvSpPr>
          <p:nvPr/>
        </p:nvSpPr>
        <p:spPr>
          <a:xfrm>
            <a:off x="11938635"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a:ext uri="{FF2B5EF4-FFF2-40B4-BE49-F238E27FC236}">
                <ns2:creationId id="{E5B52E4E-FDDE-424D-B9AA-73C0CB8C788A}"/>
              </a:ext>
            </a:extLst>
          </p:cNvPr>
          <p:cNvSpPr>
            <a:spLocks noGrp="1"/>
          </p:cNvSpPr>
          <p:nvPr/>
        </p:nvSpPr>
        <p:spPr>
          <a:xfrm>
            <a:off x="11938635"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ns4:creationId val="1651366523"/>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AD338F9A-49D2-4298-8109-77BE89EB205F}"/>
              </a:ext>
            </a:extLst>
          </p:cNvPr>
          <p:cNvPicPr>
            <a:picLocks noChangeAspect="1"/>
          </p:cNvPicPr>
          <p:nvPr/>
        </p:nvPicPr>
        <p:blipFill>
          <a:blip ns3:embed="R94b8304f51014e04"/>
          <a:stretch/>
        </p:blipFill>
        <p:spPr>
          <a:xfrm>
            <a:off x="1482979" y="4038600"/>
            <a:ext cx="15322041" cy="3683000"/>
          </a:xfrm>
          <a:prstGeom prst="rect">
            <a:avLst/>
          </a:prstGeom>
        </p:spPr>
      </p:pic>
      <p:pic>
        <p:nvPicPr>
          <p:cNvPr id="2" name="">
            <a:extLst>
              <a:ext uri="{FF2B5EF4-FFF2-40B4-BE49-F238E27FC236}">
                <ns2:creationId id="{ABD91302-36AB-477F-B75F-A127A34E8EF0}"/>
              </a:ext>
            </a:extLst>
          </p:cNvPr>
          <p:cNvPicPr>
            <a:picLocks noChangeAspect="1"/>
          </p:cNvPicPr>
          <p:nvPr/>
        </p:nvPicPr>
        <p:blipFill>
          <a:blip ns3:embed="R95119e8685ff401a"/>
          <a:stretch/>
        </p:blipFill>
        <p:spPr>
          <a:xfrm>
            <a:off x="15914688" y="5372100"/>
            <a:ext cx="2066925" cy="4381500"/>
          </a:xfrm>
          <a:prstGeom prst="rect">
            <a:avLst/>
          </a:prstGeom>
        </p:spPr>
      </p:pic>
      <p:pic>
        <p:nvPicPr>
          <p:cNvPr id="3" name="">
            <a:extLst>
              <a:ext uri="{FF2B5EF4-FFF2-40B4-BE49-F238E27FC236}">
                <ns2:creationId id="{88B5D736-9E44-4B4D-A6D5-4CEBB4421CC0}"/>
              </a:ext>
            </a:extLst>
          </p:cNvPr>
          <p:cNvPicPr>
            <a:picLocks noChangeAspect="1"/>
          </p:cNvPicPr>
          <p:nvPr/>
        </p:nvPicPr>
        <p:blipFill>
          <a:blip ns3:embed="R01f4573a59634826"/>
          <a:stretch/>
        </p:blipFill>
        <p:spPr>
          <a:xfrm>
            <a:off x="16941800" y="382588"/>
            <a:ext cx="1028700" cy="733425"/>
          </a:xfrm>
          <a:prstGeom prst="rect">
            <a:avLst/>
          </a:prstGeom>
        </p:spPr>
      </p:pic>
      <p:sp>
        <p:nvSpPr>
          <p:cNvPr id="4" name="copyright">
            <a:extLst>
              <a:ext uri="{FF2B5EF4-FFF2-40B4-BE49-F238E27FC236}">
                <ns2:creationId id="{A82FE9F1-D9BE-4F49-BB67-69375FA4B984}"/>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E9C5FCF6-669A-49D1-AABC-E24F7D12BB07}"/>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7F51767F-31F9-4FCD-B2C8-FF465BC1DCEB}"/>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AEAB758F-1034-4D86-90D0-94B455CD7744}"/>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2453F1E0-A090-41B4-9027-28738564D57C}"/>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C16B119D-92DF-442E-94FE-C18B17FFE4FC}"/>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650386A6-85DD-4347-84FB-789ECA0B8795}"/>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ACC11306-FD17-4240-9DE6-5A3AAD8C91B2}"/>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B2BDB7C4-9172-498D-AAB7-78EC941A421F}"/>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A69DB590-3F91-499D-8F7E-8DF689613A30}"/>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897487CB-F916-4FD4-AB3A-3761198EFCFA}"/>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1402182682"/>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BC6B4B93-7AB0-4B9A-A09C-4A289563A64B}"/>
              </a:ext>
            </a:extLst>
          </p:cNvPr>
          <p:cNvPicPr>
            <a:picLocks noChangeAspect="1"/>
          </p:cNvPicPr>
          <p:nvPr/>
        </p:nvPicPr>
        <p:blipFill>
          <a:blip ns3:embed="R237f1a1742654165"/>
          <a:stretch/>
        </p:blipFill>
        <p:spPr>
          <a:xfrm>
            <a:off x="16941800" y="382588"/>
            <a:ext cx="1028700" cy="733425"/>
          </a:xfrm>
          <a:prstGeom prst="rect">
            <a:avLst/>
          </a:prstGeom>
        </p:spPr>
      </p:pic>
      <p:sp>
        <p:nvSpPr>
          <p:cNvPr id="2" name="copyright">
            <a:extLst>
              <a:ext uri="{FF2B5EF4-FFF2-40B4-BE49-F238E27FC236}">
                <ns2:creationId id="{B1356E64-FDBC-4044-B5C5-0EC869C7F920}"/>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06339E8D-6C29-4378-A845-A9663A20D54A}"/>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596D843C-2F77-4E30-B03C-F3D4A8578BA6}"/>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B5B58AE3-8D45-4E71-A026-3C71C2AE0A69}"/>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300EB48C-E34B-47EE-91CB-1B4FB17DDF27}"/>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BFEFBD28-75A7-4759-8C55-529CD4EF3F67}"/>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5218C0E1-AA66-4B42-9F89-8C40EB8ABF94}"/>
              </a:ext>
            </a:extLst>
          </p:cNvPr>
          <p:cNvPicPr>
            <a:picLocks noChangeAspect="1"/>
          </p:cNvPicPr>
          <p:nvPr/>
        </p:nvPicPr>
        <p:blipFill>
          <a:blip ns3:embed="R2f5ee0c0feec4011"/>
          <a:stretch/>
        </p:blipFill>
        <p:spPr>
          <a:xfrm>
            <a:off x="5715000" y="4722634"/>
            <a:ext cx="6858000" cy="5151794"/>
          </a:xfrm>
          <a:prstGeom prst="rect">
            <a:avLst/>
          </a:prstGeom>
        </p:spPr>
      </p:pic>
    </p:spTree>
    <p:extLst>
      <p:ext uri="{BB962C8B-B14F-4D97-AF65-F5344CB8AC3E}">
        <ns4:creationId val="336031307"/>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4CE15767-6834-4809-87CC-7B2832CBA07C}"/>
              </a:ext>
            </a:extLst>
          </p:cNvPr>
          <p:cNvPicPr>
            <a:picLocks noChangeAspect="1"/>
          </p:cNvPicPr>
          <p:nvPr/>
        </p:nvPicPr>
        <p:blipFill>
          <a:blip ns3:embed="Ra06aa64b9bbb4556"/>
          <a:stretch/>
        </p:blipFill>
        <p:spPr>
          <a:xfrm>
            <a:off x="4859" y="0"/>
            <a:ext cx="18278283" cy="10287000"/>
          </a:xfrm>
          <a:prstGeom prst="rect">
            <a:avLst/>
          </a:prstGeom>
        </p:spPr>
      </p:pic>
      <p:sp>
        <p:nvSpPr>
          <p:cNvPr id="2" name="reference_green_fade">
            <a:extLst>
              <a:ext uri="{FF2B5EF4-FFF2-40B4-BE49-F238E27FC236}">
                <ns2:creationId id="{F54BBB1E-CE6F-48A9-A8A0-BA0341AE3130}"/>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36855A28-AF92-46B7-B166-E53DF94A3A01}"/>
              </a:ext>
            </a:extLst>
          </p:cNvPr>
          <p:cNvPicPr>
            <a:picLocks noChangeAspect="1"/>
          </p:cNvPicPr>
          <p:nvPr/>
        </p:nvPicPr>
        <p:blipFill>
          <a:blip ns3:embed="R55d7678bf59d44a5"/>
          <a:stretch/>
        </p:blipFill>
        <p:spPr>
          <a:xfrm>
            <a:off x="16916400" y="332392"/>
            <a:ext cx="1079500" cy="668717"/>
          </a:xfrm>
          <a:prstGeom prst="rect">
            <a:avLst/>
          </a:prstGeom>
        </p:spPr>
      </p:pic>
      <p:sp>
        <p:nvSpPr>
          <p:cNvPr id="4" name="copyright">
            <a:extLst>
              <a:ext uri="{FF2B5EF4-FFF2-40B4-BE49-F238E27FC236}">
                <ns2:creationId id="{5B605009-5689-4723-BB36-29EB121C8D70}"/>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21722E53-CAE8-4DFA-8FE4-AD45F84F6BFB}"/>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56F66253-7BCE-48FA-ADFF-5BCE4F80D46E}"/>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a:ext uri="{FF2B5EF4-FFF2-40B4-BE49-F238E27FC236}">
                <ns2:creationId id="{48BBB4DE-A817-4110-BBD0-B43654C6687D}"/>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614308549"/>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29D5749F-9899-4D80-9823-D6C5E82A1C7D}"/>
              </a:ext>
            </a:extLst>
          </p:cNvPr>
          <p:cNvPicPr>
            <a:picLocks noChangeAspect="1"/>
          </p:cNvPicPr>
          <p:nvPr/>
        </p:nvPicPr>
        <p:blipFill>
          <a:blip ns3:embed="R9239fa59c33244ce"/>
          <a:stretch/>
        </p:blipFill>
        <p:spPr>
          <a:xfrm>
            <a:off x="16941800" y="382588"/>
            <a:ext cx="1028700" cy="733425"/>
          </a:xfrm>
          <a:prstGeom prst="rect">
            <a:avLst/>
          </a:prstGeom>
        </p:spPr>
      </p:pic>
      <p:sp>
        <p:nvSpPr>
          <p:cNvPr id="2" name="part_heading">
            <a:extLst>
              <a:ext uri="{FF2B5EF4-FFF2-40B4-BE49-F238E27FC236}">
                <ns2:creationId id="{CC84DF2B-337A-47F7-872C-155DB18CC1A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939B61C4-3CD6-467C-ADB3-8EE1CCCFDA4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321A3611-4054-48BD-AF1B-18F028178C9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5628A4BA-7791-4693-9F18-FF6728C3B2C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의 부호를 읽는다</a:t>
            </a:r>
          </a:p>
        </p:txBody>
      </p:sp>
      <p:sp>
        <p:nvSpPr>
          <p:cNvPr id="6" name="explanation">
            <a:extLst>
              <a:ext uri="{FF2B5EF4-FFF2-40B4-BE49-F238E27FC236}">
                <ns2:creationId id="{E5154F1B-591B-4545-976C-4B962950A15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0A12B546-C98C-4435-9DC2-595498A58F8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61DF8C3-D59C-4E1D-BFEE-3F5BB8E39A2C}"/>
              </a:ext>
            </a:extLst>
          </p:cNvPr>
          <p:cNvPicPr>
            <a:picLocks noChangeAspect="1"/>
          </p:cNvPicPr>
          <p:nvPr/>
        </p:nvPicPr>
        <p:blipFill>
          <a:blip ns3:embed="R851a5ebd168d4353"/>
          <a:stretch/>
        </p:blipFill>
        <p:spPr>
          <a:xfrm>
            <a:off x="2884112" y="4762500"/>
            <a:ext cx="5280776" cy="4857750"/>
          </a:xfrm>
          <a:prstGeom prst="rect">
            <a:avLst/>
          </a:prstGeom>
        </p:spPr>
      </p:pic>
      <p:pic>
        <p:nvPicPr>
          <p:cNvPr id="9" name="">
            <a:extLst>
              <a:ext uri="{FF2B5EF4-FFF2-40B4-BE49-F238E27FC236}">
                <ns2:creationId id="{15E1CEDA-E6FD-40CE-9EDC-2DFAB9434616}"/>
              </a:ext>
            </a:extLst>
          </p:cNvPr>
          <p:cNvPicPr>
            <a:picLocks noChangeAspect="1"/>
          </p:cNvPicPr>
          <p:nvPr/>
        </p:nvPicPr>
        <p:blipFill>
          <a:blip ns3:embed="R9558073018c04c63"/>
          <a:stretch/>
        </p:blipFill>
        <p:spPr>
          <a:xfrm>
            <a:off x="10116062" y="4762500"/>
            <a:ext cx="5294877" cy="4857750"/>
          </a:xfrm>
          <a:prstGeom prst="rect">
            <a:avLst/>
          </a:prstGeom>
        </p:spPr>
      </p:pic>
    </p:spTree>
    <p:extLst>
      <p:ext uri="{BB962C8B-B14F-4D97-AF65-F5344CB8AC3E}">
        <ns4:creationId val="1122809137"/>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CCA4D185-8ACC-4B9F-9028-CF3C75BFB703}"/>
              </a:ext>
            </a:extLst>
          </p:cNvPr>
          <p:cNvPicPr>
            <a:picLocks noChangeAspect="1"/>
          </p:cNvPicPr>
          <p:nvPr/>
        </p:nvPicPr>
        <p:blipFill>
          <a:blip ns3:embed="R57650496f04040d5"/>
          <a:stretch/>
        </p:blipFill>
        <p:spPr>
          <a:xfrm>
            <a:off x="16941800" y="382588"/>
            <a:ext cx="1028700" cy="733425"/>
          </a:xfrm>
          <a:prstGeom prst="rect">
            <a:avLst/>
          </a:prstGeom>
        </p:spPr>
      </p:pic>
      <p:sp>
        <p:nvSpPr>
          <p:cNvPr id="2" name="part_heading">
            <a:extLst>
              <a:ext uri="{FF2B5EF4-FFF2-40B4-BE49-F238E27FC236}">
                <ns2:creationId id="{081B9377-4D54-46D7-969B-37247AF7BB0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4CC152BC-7C19-40D6-A6D7-F00C31F5B178}"/>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B9D9855D-C49E-4513-92FB-A38017D413F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423BB967-EF3F-4332-A5FD-FF899E35F29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7E587D0D-784E-4B81-9922-BA217A38EB4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2500756E-37E8-4976-B529-7481B92FA75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92C096A-99F6-451C-9FFF-36FA53DA3644}"/>
              </a:ext>
            </a:extLst>
          </p:cNvPr>
          <p:cNvPicPr>
            <a:picLocks noChangeAspect="1"/>
          </p:cNvPicPr>
          <p:nvPr/>
        </p:nvPicPr>
        <p:blipFill>
          <a:blip ns3:embed="R0255aaca0b1a449b"/>
          <a:stretch/>
        </p:blipFill>
        <p:spPr>
          <a:xfrm>
            <a:off x="1838727" y="4762500"/>
            <a:ext cx="14610545" cy="723900"/>
          </a:xfrm>
          <a:prstGeom prst="rect">
            <a:avLst/>
          </a:prstGeom>
        </p:spPr>
      </p:pic>
      <p:pic>
        <p:nvPicPr>
          <p:cNvPr id="9" name="">
            <a:extLst>
              <a:ext uri="{FF2B5EF4-FFF2-40B4-BE49-F238E27FC236}">
                <ns2:creationId id="{008F69B6-4255-4A9D-89C7-0D9D8744C2B7}"/>
              </a:ext>
            </a:extLst>
          </p:cNvPr>
          <p:cNvPicPr>
            <a:picLocks noChangeAspect="1"/>
          </p:cNvPicPr>
          <p:nvPr/>
        </p:nvPicPr>
        <p:blipFill>
          <a:blip ns3:embed="R1e6007bc55244e59"/>
          <a:stretch/>
        </p:blipFill>
        <p:spPr>
          <a:xfrm>
            <a:off x="3050349" y="5810250"/>
            <a:ext cx="12187303" cy="723900"/>
          </a:xfrm>
          <a:prstGeom prst="rect">
            <a:avLst/>
          </a:prstGeom>
        </p:spPr>
      </p:pic>
      <p:sp>
        <p:nvSpPr>
          <p:cNvPr id="10" name="interpretation-panel">
            <a:extLst>
              <a:ext uri="{FF2B5EF4-FFF2-40B4-BE49-F238E27FC236}">
                <ns2:creationId id="{1D8DA1D0-F10B-4D9F-903E-BC16C711147B}"/>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24648F52-D4A7-4A87-BA02-54282C9B908B}"/>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AEEA67F0-CFB8-4160-8293-0C5DC00610F0}"/>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39041188"/>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CA915004-03CD-4AAC-8D42-26E901E94413}"/>
              </a:ext>
            </a:extLst>
          </p:cNvPr>
          <p:cNvPicPr>
            <a:picLocks noChangeAspect="1"/>
          </p:cNvPicPr>
          <p:nvPr/>
        </p:nvPicPr>
        <p:blipFill>
          <a:blip ns3:embed="Rb1922a22e4df4d92"/>
          <a:stretch/>
        </p:blipFill>
        <p:spPr>
          <a:xfrm>
            <a:off x="16941800" y="382588"/>
            <a:ext cx="1028700" cy="733425"/>
          </a:xfrm>
          <a:prstGeom prst="rect">
            <a:avLst/>
          </a:prstGeom>
        </p:spPr>
      </p:pic>
      <p:sp>
        <p:nvSpPr>
          <p:cNvPr id="2" name="part_heading">
            <a:extLst>
              <a:ext uri="{FF2B5EF4-FFF2-40B4-BE49-F238E27FC236}">
                <ns2:creationId id="{234A4331-FEFF-4644-90B4-84915253314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D4F308F1-E690-4E06-B90A-3FAAFC82312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505400C-903B-4674-AA84-3AA2ADB17F0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FA975B7C-4080-4854-B57B-55A8459A70B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a:t>
            </a:r>
            <a:r>
              <a:rPr sz="5730" b="1" i="1">
                <a:solidFill>
                  <a:srgbClr val="111111"/>
                </a:solidFill>
                <a:latin typeface="Pretendard"/>
                <a:ea typeface="Pretendard"/>
                <a:cs typeface="Pretendard"/>
              </a:rPr>
              <a:t>H</a:t>
            </a:r>
            <a:r>
              <a:rPr sz="5730" b="1">
                <a:solidFill>
                  <a:srgbClr val="111111"/>
                </a:solidFill>
                <a:latin typeface="Pretendard"/>
                <a:ea typeface="Pretendard"/>
                <a:cs typeface="Pretendard"/>
              </a:rPr>
              <a:t>도 두 배가 된다</a:t>
            </a:r>
          </a:p>
        </p:txBody>
      </p:sp>
      <p:sp>
        <p:nvSpPr>
          <p:cNvPr id="6" name="explanation">
            <a:extLst>
              <a:ext uri="{FF2B5EF4-FFF2-40B4-BE49-F238E27FC236}">
                <ns2:creationId id="{FD295FEC-EF32-49D7-8FC9-A6815D94424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53B4162A-C87E-42A6-A46D-2E44FC592F0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1BA5625-2FC8-4A80-85FA-095ED279FD46}"/>
              </a:ext>
            </a:extLst>
          </p:cNvPr>
          <p:cNvPicPr>
            <a:picLocks noChangeAspect="1"/>
          </p:cNvPicPr>
          <p:nvPr/>
        </p:nvPicPr>
        <p:blipFill>
          <a:blip ns3:embed="R760e6d2cde564987"/>
          <a:stretch/>
        </p:blipFill>
        <p:spPr>
          <a:xfrm>
            <a:off x="5003602" y="4524375"/>
            <a:ext cx="8280797" cy="4762500"/>
          </a:xfrm>
          <a:prstGeom prst="rect">
            <a:avLst/>
          </a:prstGeom>
        </p:spPr>
      </p:pic>
    </p:spTree>
    <p:extLst>
      <p:ext uri="{BB962C8B-B14F-4D97-AF65-F5344CB8AC3E}">
        <ns4:creationId val="1429670954"/>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989872C0-B132-42F5-B0CD-D805FBB76D01}"/>
              </a:ext>
            </a:extLst>
          </p:cNvPr>
          <p:cNvPicPr>
            <a:picLocks noChangeAspect="1"/>
          </p:cNvPicPr>
          <p:nvPr/>
        </p:nvPicPr>
        <p:blipFill>
          <a:blip ns3:embed="R4667022db21648fc"/>
          <a:stretch/>
        </p:blipFill>
        <p:spPr>
          <a:xfrm>
            <a:off x="16941800" y="382588"/>
            <a:ext cx="1028700" cy="733425"/>
          </a:xfrm>
          <a:prstGeom prst="rect">
            <a:avLst/>
          </a:prstGeom>
        </p:spPr>
      </p:pic>
      <p:sp>
        <p:nvSpPr>
          <p:cNvPr id="2" name="part_heading">
            <a:extLst>
              <a:ext uri="{FF2B5EF4-FFF2-40B4-BE49-F238E27FC236}">
                <ns2:creationId id="{13E14345-AAE7-415E-AE4D-F6B456FD959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6FB8EE03-1D16-4619-8BBD-9D54699375C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E664191-5689-475E-9D81-2C722E19F65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6A519EDF-FB67-44C6-8819-C064F692C51C}"/>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C94222AF-1765-4745-BDE1-3533F32653C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0E83352D-D958-49EA-A158-040D35FCAEB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8D71435-D547-47C3-BA2C-26C5FDB326A7}"/>
              </a:ext>
            </a:extLst>
          </p:cNvPr>
          <p:cNvPicPr>
            <a:picLocks noChangeAspect="1"/>
          </p:cNvPicPr>
          <p:nvPr/>
        </p:nvPicPr>
        <p:blipFill>
          <a:blip ns3:embed="Ra83dc76aec4b47a1"/>
          <a:stretch/>
        </p:blipFill>
        <p:spPr>
          <a:xfrm>
            <a:off x="4000500" y="5017064"/>
            <a:ext cx="10287000" cy="2062622"/>
          </a:xfrm>
          <a:prstGeom prst="rect">
            <a:avLst/>
          </a:prstGeom>
        </p:spPr>
      </p:pic>
      <p:sp>
        <p:nvSpPr>
          <p:cNvPr id="9" name="takeaway-box">
            <a:extLst>
              <a:ext uri="{FF2B5EF4-FFF2-40B4-BE49-F238E27FC236}">
                <ns2:creationId id="{250D7011-3777-43F3-91F8-87D471FF1E6D}"/>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EADE428F-2D23-43EA-A88C-7236E151A8F0}"/>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2146093392"/>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4DF69DA5-CFA4-4A49-920D-CFD794063D4D}"/>
              </a:ext>
            </a:extLst>
          </p:cNvPr>
          <p:cNvPicPr>
            <a:picLocks noChangeAspect="1"/>
          </p:cNvPicPr>
          <p:nvPr/>
        </p:nvPicPr>
        <p:blipFill>
          <a:blip ns3:embed="R88cb885a967c4623"/>
          <a:stretch/>
        </p:blipFill>
        <p:spPr>
          <a:xfrm>
            <a:off x="16941800" y="382588"/>
            <a:ext cx="1028700" cy="733425"/>
          </a:xfrm>
          <a:prstGeom prst="rect">
            <a:avLst/>
          </a:prstGeom>
        </p:spPr>
      </p:pic>
      <p:sp>
        <p:nvSpPr>
          <p:cNvPr id="2" name="part_heading">
            <a:extLst>
              <a:ext uri="{FF2B5EF4-FFF2-40B4-BE49-F238E27FC236}">
                <ns2:creationId id="{B00835EC-4C29-4F86-AE1A-B88C200DE21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048B8854-91AE-4942-A89E-6C226165705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ECB95B6-4C1A-4B40-B6AB-82B8D381953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A31E97DB-22D1-4181-BA67-62B1678CFE1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8B158925-8828-45BA-AA68-CA65D51DC9B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217E1F70-99C7-40EA-912B-AD11F4816760}"/>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2ACF757C-21C1-4806-A3EC-4976F75C9E96}"/>
              </a:ext>
            </a:extLst>
          </p:cNvPr>
          <p:cNvPicPr>
            <a:picLocks noChangeAspect="1"/>
          </p:cNvPicPr>
          <p:nvPr/>
        </p:nvPicPr>
        <p:blipFill>
          <a:blip ns3:embed="R34e6afd892064090"/>
          <a:stretch/>
        </p:blipFill>
        <p:spPr>
          <a:xfrm>
            <a:off x="2000250" y="4675188"/>
            <a:ext cx="14287500" cy="793750"/>
          </a:xfrm>
          <a:prstGeom prst="rect">
            <a:avLst/>
          </a:prstGeom>
        </p:spPr>
      </p:pic>
      <p:pic>
        <p:nvPicPr>
          <p:cNvPr id="9" name="">
            <a:extLst>
              <a:ext uri="{FF2B5EF4-FFF2-40B4-BE49-F238E27FC236}">
                <ns2:creationId id="{418C5661-B600-44CA-93EF-0D35CC965A77}"/>
              </a:ext>
            </a:extLst>
          </p:cNvPr>
          <p:cNvPicPr>
            <a:picLocks noChangeAspect="1"/>
          </p:cNvPicPr>
          <p:nvPr/>
        </p:nvPicPr>
        <p:blipFill>
          <a:blip ns3:embed="R24272c6e5db0433c"/>
          <a:stretch/>
        </p:blipFill>
        <p:spPr>
          <a:xfrm>
            <a:off x="7098994" y="5810250"/>
            <a:ext cx="4090013" cy="3762375"/>
          </a:xfrm>
          <a:prstGeom prst="rect">
            <a:avLst/>
          </a:prstGeom>
        </p:spPr>
      </p:pic>
    </p:spTree>
    <p:extLst>
      <p:ext uri="{BB962C8B-B14F-4D97-AF65-F5344CB8AC3E}">
        <ns4:creationId val="338427005"/>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9DDDC8E0-50C1-4D21-8FF0-69B791D74FD2}"/>
              </a:ext>
            </a:extLst>
          </p:cNvPr>
          <p:cNvPicPr>
            <a:picLocks noChangeAspect="1"/>
          </p:cNvPicPr>
          <p:nvPr/>
        </p:nvPicPr>
        <p:blipFill>
          <a:blip ns3:embed="R98fa276345d04e6d"/>
          <a:stretch/>
        </p:blipFill>
        <p:spPr>
          <a:xfrm>
            <a:off x="16941800" y="382588"/>
            <a:ext cx="1028700" cy="733425"/>
          </a:xfrm>
          <a:prstGeom prst="rect">
            <a:avLst/>
          </a:prstGeom>
        </p:spPr>
      </p:pic>
      <p:sp>
        <p:nvSpPr>
          <p:cNvPr id="2" name="part_heading">
            <a:extLst>
              <a:ext uri="{FF2B5EF4-FFF2-40B4-BE49-F238E27FC236}">
                <ns2:creationId id="{E0BF7D85-0578-4D37-9A4A-0A1141B427E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8A17354C-060B-4186-A667-6CCFA972A3C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D1DFEDA-B319-4E8E-B75F-7B924511684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83552C2D-2413-44D5-B01A-37166B80E03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81423AAA-6151-4CB4-BA06-C3724B53FF7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FAED123A-B14A-4DC6-845C-AC5756777B2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7C6ED0AC-4BF8-4870-900F-5ABB39AB4BF7}"/>
              </a:ext>
            </a:extLst>
          </p:cNvPr>
          <p:cNvPicPr>
            <a:picLocks noChangeAspect="1"/>
          </p:cNvPicPr>
          <p:nvPr/>
        </p:nvPicPr>
        <p:blipFill>
          <a:blip ns3:embed="Rdd537448bede4c24"/>
          <a:stretch/>
        </p:blipFill>
        <p:spPr>
          <a:xfrm>
            <a:off x="2000250" y="4622107"/>
            <a:ext cx="14287500" cy="4681336"/>
          </a:xfrm>
          <a:prstGeom prst="rect">
            <a:avLst/>
          </a:prstGeom>
        </p:spPr>
      </p:pic>
    </p:spTree>
    <p:extLst>
      <p:ext uri="{BB962C8B-B14F-4D97-AF65-F5344CB8AC3E}">
        <ns4:creationId val="1617762070"/>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D0A4F977-4DD6-4ABF-AF56-AB4E7E8354D3}"/>
              </a:ext>
            </a:extLst>
          </p:cNvPr>
          <p:cNvPicPr>
            <a:picLocks noChangeAspect="1"/>
          </p:cNvPicPr>
          <p:nvPr/>
        </p:nvPicPr>
        <p:blipFill>
          <a:blip ns3:embed="Rbf687179cb6b4708"/>
          <a:stretch/>
        </p:blipFill>
        <p:spPr>
          <a:xfrm>
            <a:off x="16941800" y="382588"/>
            <a:ext cx="1028700" cy="733425"/>
          </a:xfrm>
          <a:prstGeom prst="rect">
            <a:avLst/>
          </a:prstGeom>
        </p:spPr>
      </p:pic>
      <p:sp>
        <p:nvSpPr>
          <p:cNvPr id="2" name="part_heading">
            <a:extLst>
              <a:ext uri="{FF2B5EF4-FFF2-40B4-BE49-F238E27FC236}">
                <ns2:creationId id="{F2443FD7-693D-4439-9DE3-21DA2BFB0F0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D8EBAC6B-BA78-47F9-8F9E-E3E2B08BFD3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4AE9BC7-14F6-4E03-A7CF-550458F5EE0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63B68469-48F1-47D0-81A9-E52C4D1B977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DAAFABDD-CDA2-472D-AE96-5A3ACD12319C}"/>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12E1E1B6-B2CD-4951-A762-5E4C2BE38C4E}"/>
              </a:ext>
            </a:extLst>
          </p:cNvPr>
          <p:cNvPicPr>
            <a:picLocks noChangeAspect="1"/>
          </p:cNvPicPr>
          <p:nvPr/>
        </p:nvPicPr>
        <p:blipFill>
          <a:blip ns3:embed="R23da97cc4c234a07"/>
          <a:stretch/>
        </p:blipFill>
        <p:spPr>
          <a:xfrm>
            <a:off x="11283641" y="4095750"/>
            <a:ext cx="5340968" cy="5286375"/>
          </a:xfrm>
          <a:prstGeom prst="rect">
            <a:avLst/>
          </a:prstGeom>
        </p:spPr>
      </p:pic>
      <p:pic>
        <p:nvPicPr>
          <p:cNvPr id="8" name="">
            <a:extLst>
              <a:ext uri="{FF2B5EF4-FFF2-40B4-BE49-F238E27FC236}">
                <ns2:creationId id="{6EF70147-E196-45BE-9173-70D09C714C70}"/>
              </a:ext>
            </a:extLst>
          </p:cNvPr>
          <p:cNvPicPr>
            <a:picLocks noChangeAspect="1"/>
          </p:cNvPicPr>
          <p:nvPr/>
        </p:nvPicPr>
        <p:blipFill>
          <a:blip ns3:embed="R975e2327ee014f75"/>
          <a:stretch/>
        </p:blipFill>
        <p:spPr>
          <a:xfrm>
            <a:off x="2778125" y="5619750"/>
            <a:ext cx="5207000" cy="1190625"/>
          </a:xfrm>
          <a:prstGeom prst="rect">
            <a:avLst/>
          </a:prstGeom>
        </p:spPr>
      </p:pic>
      <p:sp>
        <p:nvSpPr>
          <p:cNvPr id="9" name="symbols">
            <a:extLst>
              <a:ext uri="{FF2B5EF4-FFF2-40B4-BE49-F238E27FC236}">
                <ns2:creationId id="{31997B45-1923-44BA-BE92-836EB4BE8127}"/>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1095498857"/>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6E86E424-5E1F-4EE3-A50F-8BB1070641C7}"/>
              </a:ext>
            </a:extLst>
          </p:cNvPr>
          <p:cNvPicPr>
            <a:picLocks noChangeAspect="1"/>
          </p:cNvPicPr>
          <p:nvPr/>
        </p:nvPicPr>
        <p:blipFill>
          <a:blip ns3:embed="Rbb406c2fd4024151"/>
          <a:stretch/>
        </p:blipFill>
        <p:spPr>
          <a:xfrm>
            <a:off x="16941800" y="382588"/>
            <a:ext cx="1028700" cy="733425"/>
          </a:xfrm>
          <a:prstGeom prst="rect">
            <a:avLst/>
          </a:prstGeom>
        </p:spPr>
      </p:pic>
      <p:sp>
        <p:nvSpPr>
          <p:cNvPr id="2" name="part_heading">
            <a:extLst>
              <a:ext uri="{FF2B5EF4-FFF2-40B4-BE49-F238E27FC236}">
                <ns2:creationId id="{E15A412C-CDB4-45EE-8E39-1D75726411C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E9BDC072-61AB-47EB-A820-C39648996C6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61726AB-1FE8-48E0-A2BC-9FAD1069C10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57023C31-FC0C-4A7B-B916-193B821F3E5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4738BEB1-B85F-433D-A844-78B56DF9574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F6EA5A11-77E6-4BDC-91F6-847EB0987F8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17251DE-DACA-42B9-BD3C-AD0940A5020A}"/>
              </a:ext>
            </a:extLst>
          </p:cNvPr>
          <p:cNvPicPr>
            <a:picLocks noChangeAspect="1"/>
          </p:cNvPicPr>
          <p:nvPr/>
        </p:nvPicPr>
        <p:blipFill>
          <a:blip ns3:embed="R7ec83f9820c24cbd"/>
          <a:stretch/>
        </p:blipFill>
        <p:spPr>
          <a:xfrm>
            <a:off x="3587303" y="4667250"/>
            <a:ext cx="11113394" cy="723900"/>
          </a:xfrm>
          <a:prstGeom prst="rect">
            <a:avLst/>
          </a:prstGeom>
        </p:spPr>
      </p:pic>
      <p:sp>
        <p:nvSpPr>
          <p:cNvPr id="9" name="q1">
            <a:extLst>
              <a:ext uri="{FF2B5EF4-FFF2-40B4-BE49-F238E27FC236}">
                <ns2:creationId id="{289D344B-D76C-4500-9D9B-36D19FADB53A}"/>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B8EADD88-7E29-4CC2-85E6-4965ED371EEA}"/>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4BE1857B-D50D-4860-A911-911AA101E29A}"/>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3600" b="0">
                <a:solidFill>
                  <a:srgbClr val="555555"/>
                </a:solidFill>
                <a:latin typeface="Pretendard"/>
                <a:ea typeface="Pretendard"/>
                <a:cs typeface="Pretendard"/>
              </a:defRPr>
            </a:defPPr>
            <a:lvl1pPr algn="ctr">
              <a:defRPr sz="3600" b="0">
                <a:solidFill>
                  <a:srgbClr val="555555"/>
                </a:solidFill>
                <a:latin typeface="Pretendard"/>
                <a:ea typeface="Pretendard"/>
                <a:cs typeface="Pretendard"/>
              </a:defRPr>
            </a:lvl1pPr>
            <a:lvl2pPr algn="ctr">
              <a:defRPr sz="3600" b="0">
                <a:solidFill>
                  <a:srgbClr val="555555"/>
                </a:solidFill>
                <a:latin typeface="Pretendard"/>
                <a:ea typeface="Pretendard"/>
                <a:cs typeface="Pretendard"/>
              </a:defRPr>
            </a:lvl2pPr>
            <a:lvl3pPr algn="ctr">
              <a:defRPr sz="3600" b="0">
                <a:solidFill>
                  <a:srgbClr val="555555"/>
                </a:solidFill>
                <a:latin typeface="Pretendard"/>
                <a:ea typeface="Pretendard"/>
                <a:cs typeface="Pretendard"/>
              </a:defRPr>
            </a:lvl3pPr>
            <a:lvl4pPr algn="ctr">
              <a:defRPr sz="3600" b="0">
                <a:solidFill>
                  <a:srgbClr val="555555"/>
                </a:solidFill>
                <a:latin typeface="Pretendard"/>
                <a:ea typeface="Pretendard"/>
                <a:cs typeface="Pretendard"/>
              </a:defRPr>
            </a:lvl4pPr>
            <a:lvl5pPr algn="ctr">
              <a:defRPr sz="3600" b="0">
                <a:solidFill>
                  <a:srgbClr val="555555"/>
                </a:solidFill>
                <a:latin typeface="Pretendard"/>
                <a:ea typeface="Pretendard"/>
                <a:cs typeface="Pretendard"/>
              </a:defRPr>
            </a:lvl5pPr>
            <a:lvl6pPr algn="ctr">
              <a:defRPr sz="3600" b="0">
                <a:solidFill>
                  <a:srgbClr val="555555"/>
                </a:solidFill>
                <a:latin typeface="Pretendard"/>
                <a:ea typeface="Pretendard"/>
                <a:cs typeface="Pretendard"/>
              </a:defRPr>
            </a:lvl6pPr>
            <a:lvl7pPr algn="ctr">
              <a:defRPr sz="3600" b="0">
                <a:solidFill>
                  <a:srgbClr val="555555"/>
                </a:solidFill>
                <a:latin typeface="Pretendard"/>
                <a:ea typeface="Pretendard"/>
                <a:cs typeface="Pretendard"/>
              </a:defRPr>
            </a:lvl7pPr>
            <a:lvl8pPr algn="ctr">
              <a:defRPr sz="3600" b="0">
                <a:solidFill>
                  <a:srgbClr val="555555"/>
                </a:solidFill>
                <a:latin typeface="Pretendard"/>
                <a:ea typeface="Pretendard"/>
                <a:cs typeface="Pretendard"/>
              </a:defRPr>
            </a:lvl8pPr>
            <a:lvl9pPr algn="ctr">
              <a:defRPr sz="3600" b="0">
                <a:solidFill>
                  <a:srgbClr val="555555"/>
                </a:solidFill>
                <a:latin typeface="Pretendard"/>
                <a:ea typeface="Pretendard"/>
                <a:cs typeface="Pretendard"/>
              </a:defRPr>
            </a:lvl9pPr>
          </a:lstStyle>
          <a:p>
            <a:pPr algn="ctr">
              <a:defRPr sz="3600" b="0">
                <a:solidFill>
                  <a:srgbClr val="555555"/>
                </a:solidFill>
                <a:latin typeface="Pretendard"/>
                <a:ea typeface="Pretendard"/>
                <a:cs typeface="Pretendard"/>
              </a:defRPr>
            </a:pPr>
            <a:r>
              <a:rPr sz="3600" b="0">
                <a:solidFill>
                  <a:srgbClr val="555555"/>
                </a:solidFill>
                <a:latin typeface="Pretendard"/>
                <a:ea typeface="Pretendard"/>
                <a:cs typeface="Pretendard"/>
              </a:rPr>
              <a:t>NH₃(</a:t>
            </a:r>
            <a:r>
              <a:rPr sz="3600" b="0" i="1">
                <a:solidFill>
                  <a:srgbClr val="555555"/>
                </a:solidFill>
                <a:latin typeface="Pretendard"/>
                <a:ea typeface="Pretendard"/>
                <a:cs typeface="Pretendard"/>
              </a:rPr>
              <a:t>g</a:t>
            </a:r>
            <a:r>
              <a:rPr sz="3600" b="0">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3E70C477-70BC-4FAB-8D8A-6A29ECB5A9B4}"/>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N₂(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+ 3H₂(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2NH₃(</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−91.8 kJ</a:t>
            </a:r>
          </a:p>
        </p:txBody>
      </p:sp>
    </p:spTree>
    <p:extLst>
      <p:ext uri="{BB962C8B-B14F-4D97-AF65-F5344CB8AC3E}">
        <ns4:creationId val="99911344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1E85E714-3A81-4A38-BFC2-23FC20817D66}"/>
              </a:ext>
            </a:extLst>
          </p:cNvPr>
          <p:cNvPicPr>
            <a:picLocks noChangeAspect="1"/>
          </p:cNvPicPr>
          <p:nvPr/>
        </p:nvPicPr>
        <p:blipFill>
          <a:blip ns3:embed="R18eb8c25dd1d4102"/>
          <a:stretch/>
        </p:blipFill>
        <p:spPr>
          <a:xfrm>
            <a:off x="4859" y="0"/>
            <a:ext cx="18278283" cy="10287000"/>
          </a:xfrm>
          <a:prstGeom prst="rect">
            <a:avLst/>
          </a:prstGeom>
        </p:spPr>
      </p:pic>
      <p:sp>
        <p:nvSpPr>
          <p:cNvPr id="2" name="reference_green_fade">
            <a:extLst>
              <a:ext uri="{FF2B5EF4-FFF2-40B4-BE49-F238E27FC236}">
                <ns2:creationId id="{51A9C7E4-AFD7-47E2-AE5C-594013E47190}"/>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5945AC4B-3EBC-4E48-BC1B-FE466BD90FBD}"/>
              </a:ext>
            </a:extLst>
          </p:cNvPr>
          <p:cNvPicPr>
            <a:picLocks noChangeAspect="1"/>
          </p:cNvPicPr>
          <p:nvPr/>
        </p:nvPicPr>
        <p:blipFill>
          <a:blip ns3:embed="R2c80af30da6f4993"/>
          <a:stretch/>
        </p:blipFill>
        <p:spPr>
          <a:xfrm>
            <a:off x="16916400" y="332392"/>
            <a:ext cx="1079500" cy="668717"/>
          </a:xfrm>
          <a:prstGeom prst="rect">
            <a:avLst/>
          </a:prstGeom>
        </p:spPr>
      </p:pic>
      <p:sp>
        <p:nvSpPr>
          <p:cNvPr id="4" name="copyright">
            <a:extLst>
              <a:ext uri="{FF2B5EF4-FFF2-40B4-BE49-F238E27FC236}">
                <ns2:creationId id="{E639F1A2-F960-45C4-89D0-BF6AC3EC7598}"/>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1F73B01E-CB29-44EE-BCCF-FB23D7A367FE}"/>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4EB33751-1910-43AE-8473-F23F0D0E2061}"/>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BA936683-B9D4-417D-9D5D-1DC788EF4A03}"/>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1412517942"/>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12D39D5F-E7A1-4AA4-89A0-54E7F23A450D}"/>
              </a:ext>
            </a:extLst>
          </p:cNvPr>
          <p:cNvPicPr>
            <a:picLocks noChangeAspect="1"/>
          </p:cNvPicPr>
          <p:nvPr/>
        </p:nvPicPr>
        <p:blipFill>
          <a:blip ns3:embed="R2b9985050f2d4a27"/>
          <a:stretch/>
        </p:blipFill>
        <p:spPr>
          <a:xfrm>
            <a:off x="16941800" y="382588"/>
            <a:ext cx="1028700" cy="733425"/>
          </a:xfrm>
          <a:prstGeom prst="rect">
            <a:avLst/>
          </a:prstGeom>
        </p:spPr>
      </p:pic>
      <p:sp>
        <p:nvSpPr>
          <p:cNvPr id="2" name="part_heading">
            <a:extLst>
              <a:ext uri="{FF2B5EF4-FFF2-40B4-BE49-F238E27FC236}">
                <ns2:creationId id="{1923CD39-4E98-477A-984C-B4D539355E7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BEA4EDC8-C51E-432A-9CC0-C8496AAF166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816D5EEC-D9A2-46E3-9684-ECC8805E57E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157F7830-7538-48DE-8943-D4700878D2F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A4CEF61A-852D-4DBF-863B-33FA4953419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D4EFCFC0-0C56-41A4-8270-07B20BB6680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C42F3723-E04B-42B4-BEFF-54867AE2F952}"/>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CFF8A7B9-1297-419B-901E-DE2D2E640985}"/>
              </a:ext>
            </a:extLst>
          </p:cNvPr>
          <p:cNvPicPr>
            <a:picLocks noChangeAspect="1"/>
          </p:cNvPicPr>
          <p:nvPr/>
        </p:nvPicPr>
        <p:blipFill>
          <a:blip ns3:embed="R390472310a1e4902"/>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4574C349-D884-49D0-A026-61851235A7B0}"/>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5BABB59F-48AF-40BB-AC02-AFC635394512}"/>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D11C8D0E-5215-45DD-87EC-C895EC6130A8}"/>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ED4BE9FC-9CC7-46F4-AB64-810477D6C5AE}"/>
              </a:ext>
            </a:extLst>
          </p:cNvPr>
          <p:cNvPicPr>
            <a:picLocks noChangeAspect="1"/>
          </p:cNvPicPr>
          <p:nvPr/>
        </p:nvPicPr>
        <p:blipFill>
          <a:blip ns3:embed="R4d4930ed11c74b7d"/>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7AA86FEC-DB16-4161-802E-D5531842F12E}"/>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DDC3C8B7-BDFE-4F65-B400-7F7039FD5F78}"/>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24319587"/>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F452E17C-1610-4ABE-85FF-12895AED9581}"/>
              </a:ext>
            </a:extLst>
          </p:cNvPr>
          <p:cNvPicPr>
            <a:picLocks noChangeAspect="1"/>
          </p:cNvPicPr>
          <p:nvPr/>
        </p:nvPicPr>
        <p:blipFill>
          <a:blip ns3:embed="R30f661b40fe04e4d"/>
          <a:stretch/>
        </p:blipFill>
        <p:spPr>
          <a:xfrm>
            <a:off x="16941800" y="382588"/>
            <a:ext cx="1028700" cy="733425"/>
          </a:xfrm>
          <a:prstGeom prst="rect">
            <a:avLst/>
          </a:prstGeom>
        </p:spPr>
      </p:pic>
      <p:sp>
        <p:nvSpPr>
          <p:cNvPr id="2" name="part_heading">
            <a:extLst>
              <a:ext uri="{FF2B5EF4-FFF2-40B4-BE49-F238E27FC236}">
                <ns2:creationId id="{D36DDD1C-9D23-42EF-A1C2-044E38E0DB0C}"/>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C1CA39B4-0416-4BE2-A836-B71DAA98C0E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62F1AA7-018D-4668-9941-3BBCA7B411C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DE52307E-660C-4A3A-9B02-3F5CBA4938A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D8676B19-3BC9-4C1D-9652-C13EBB0B881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a:t>
            </a:r>
            <a:r>
              <a:rPr sz="2730" b="1" i="1">
                <a:solidFill>
                  <a:srgbClr val="888888"/>
                </a:solidFill>
                <a:latin typeface="Pretendard"/>
                <a:ea typeface="Pretendard"/>
                <a:cs typeface="Pretendard"/>
              </a:rPr>
              <a:t>H</a:t>
            </a:r>
            <a:r>
              <a:rPr sz="2730" b="1">
                <a:solidFill>
                  <a:srgbClr val="888888"/>
                </a:solidFill>
                <a:latin typeface="Pretendard"/>
                <a:ea typeface="Pretendard"/>
                <a:cs typeface="Pretendard"/>
              </a:rPr>
              <a:t>의 음수와 방출열 크기의 양수를 구별한다</a:t>
            </a:r>
          </a:p>
        </p:txBody>
      </p:sp>
      <p:sp>
        <p:nvSpPr>
          <p:cNvPr id="7" name="copyright">
            <a:extLst>
              <a:ext uri="{FF2B5EF4-FFF2-40B4-BE49-F238E27FC236}">
                <ns2:creationId id="{6432AF8B-17E3-4B2C-8D27-5EECFB1BB56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C7BE0EAE-1777-4FB9-B49C-98DFE9905AAE}"/>
              </a:ext>
            </a:extLst>
          </p:cNvPr>
          <p:cNvPicPr>
            <a:picLocks noChangeAspect="1"/>
          </p:cNvPicPr>
          <p:nvPr/>
        </p:nvPicPr>
        <p:blipFill>
          <a:blip ns3:embed="R9e8d8da27fab47b8"/>
          <a:stretch/>
        </p:blipFill>
        <p:spPr>
          <a:xfrm>
            <a:off x="1961408" y="4667250"/>
            <a:ext cx="14365184" cy="723900"/>
          </a:xfrm>
          <a:prstGeom prst="rect">
            <a:avLst/>
          </a:prstGeom>
        </p:spPr>
      </p:pic>
      <p:pic>
        <p:nvPicPr>
          <p:cNvPr id="9" name="">
            <a:extLst>
              <a:ext uri="{FF2B5EF4-FFF2-40B4-BE49-F238E27FC236}">
                <ns2:creationId id="{7C29FB00-59FD-4165-A6DA-39A996CF21EF}"/>
              </a:ext>
            </a:extLst>
          </p:cNvPr>
          <p:cNvPicPr>
            <a:picLocks noChangeAspect="1"/>
          </p:cNvPicPr>
          <p:nvPr/>
        </p:nvPicPr>
        <p:blipFill>
          <a:blip ns3:embed="Rc97d79507a84447a"/>
          <a:stretch/>
        </p:blipFill>
        <p:spPr>
          <a:xfrm>
            <a:off x="1869688" y="5619750"/>
            <a:ext cx="14548624" cy="723900"/>
          </a:xfrm>
          <a:prstGeom prst="rect">
            <a:avLst/>
          </a:prstGeom>
        </p:spPr>
      </p:pic>
      <p:sp>
        <p:nvSpPr>
          <p:cNvPr id="10" name="strip-1">
            <a:extLst>
              <a:ext uri="{FF2B5EF4-FFF2-40B4-BE49-F238E27FC236}">
                <ns2:creationId id="{46888ABD-2F98-4CEA-86C1-1AFEF30373CE}"/>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E733D1C4-6B97-404F-91CE-D7827673CB75}"/>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153A2BC7-5FBD-4B93-9A34-7BA4613BE62C}"/>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DBD25FB0-248C-49B0-AD7D-A6B60B50BF4F}"/>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369E6188-2547-4354-A254-A95EA14869D3}"/>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04413E5A-D6C8-43AD-A458-B16F2D7DC4B3}"/>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40B49D31-6D08-4250-AD2F-34773A793583}"/>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00D089C8-9953-4D2F-99BB-9E10E5905106}"/>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47E374B6-D51E-444D-B2C3-6236834F7452}"/>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CD32A90F-FA1A-4B5A-BD4E-F0C1EDB5B9D1}"/>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386052081"/>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14B7BA8B-803A-45BD-A6E8-4F6226D5049D}"/>
              </a:ext>
            </a:extLst>
          </p:cNvPr>
          <p:cNvPicPr>
            <a:picLocks noChangeAspect="1"/>
          </p:cNvPicPr>
          <p:nvPr/>
        </p:nvPicPr>
        <p:blipFill>
          <a:blip ns3:embed="R09f713a5dd80426a"/>
          <a:stretch/>
        </p:blipFill>
        <p:spPr>
          <a:xfrm>
            <a:off x="16941800" y="382588"/>
            <a:ext cx="1028700" cy="733425"/>
          </a:xfrm>
          <a:prstGeom prst="rect">
            <a:avLst/>
          </a:prstGeom>
        </p:spPr>
      </p:pic>
      <p:sp>
        <p:nvSpPr>
          <p:cNvPr id="2" name="part_heading">
            <a:extLst>
              <a:ext uri="{FF2B5EF4-FFF2-40B4-BE49-F238E27FC236}">
                <ns2:creationId id="{D0FBA75A-7E53-45AB-B923-D41ECC81D3F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216B9CC3-8E7B-4B5D-B87C-5314D525468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880BC77-EFCA-4AAA-BF51-2702ECFED22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73AA37C9-DF0E-464E-96A6-4FE69BFA880B}"/>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F787C93D-5D2C-4488-90C6-E47DF297DE4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D2AC98B8-ED07-46E2-B984-6BF10B088AA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E7B0FE0F-94E0-4292-BC8B-971BD6ABB8F4}"/>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8FDC6AFB-F7CA-487A-9356-CFA6EFB2112A}"/>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885ABEC3-98F0-43B5-A3DC-DC35CF201592}"/>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8118C4BD-52EE-463C-8D10-F26EBD463B9A}"/>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FF6BCACD-A182-41D1-B60F-A1690E685A72}"/>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9692A616-398E-43DA-90B9-F3439100B260}"/>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6D00C0EB-84C3-4C49-B8CA-203BF373A622}"/>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7DE9D76A-EEB3-4B3C-AE11-8CE2AD85F277}"/>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8CF14ED3-9851-45CA-87FE-54D49622B15F}"/>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DAA7B8EB-3296-4480-B040-DA9D38E71993}"/>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0912D6DE-A582-477B-9BF1-28C0A0BCE2DA}"/>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110E2D2B-BCFD-4693-BAD4-550ABB160E2A}"/>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1575614268"/>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5B12FC52-1B92-4619-B04B-EAC187B3ED7A}"/>
              </a:ext>
            </a:extLst>
          </p:cNvPr>
          <p:cNvPicPr>
            <a:picLocks noChangeAspect="1"/>
          </p:cNvPicPr>
          <p:nvPr/>
        </p:nvPicPr>
        <p:blipFill>
          <a:blip ns3:embed="Re01aec13330641e5"/>
          <a:stretch/>
        </p:blipFill>
        <p:spPr>
          <a:xfrm>
            <a:off x="16941800" y="382588"/>
            <a:ext cx="1028700" cy="733425"/>
          </a:xfrm>
          <a:prstGeom prst="rect">
            <a:avLst/>
          </a:prstGeom>
        </p:spPr>
      </p:pic>
      <p:sp>
        <p:nvSpPr>
          <p:cNvPr id="2" name="part_heading">
            <a:extLst>
              <a:ext uri="{FF2B5EF4-FFF2-40B4-BE49-F238E27FC236}">
                <ns2:creationId id="{009B3797-316A-46A4-8544-13BA28E4DB3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EB578E27-0243-41F1-B00D-4AB641293CE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4C5B8866-BB50-4BE0-B55C-89CEFBC3EDE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733EAD55-250B-44CF-9A89-3ADDF2ACC0B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5CC815E1-2C2F-4A6C-AFCF-55296B93C65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87793D44-3B90-4F56-98EE-3EEED248171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E37C0626-9727-4701-BB9C-47F30F052C45}"/>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369F5BE3-538E-4CB9-BA05-E793B1B60EBC}"/>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DE20C64C-049B-44AB-9095-25404B612529}"/>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C64F67CE-F941-47F4-A58E-1E05A758D4E8}"/>
              </a:ext>
            </a:extLst>
          </p:cNvPr>
          <p:cNvPicPr>
            <a:picLocks noChangeAspect="1"/>
          </p:cNvPicPr>
          <p:nvPr/>
        </p:nvPicPr>
        <p:blipFill>
          <a:blip ns3:embed="Rbb74d43f59084fe1"/>
          <a:stretch/>
        </p:blipFill>
        <p:spPr>
          <a:xfrm>
            <a:off x="4476750" y="5018554"/>
            <a:ext cx="12001500" cy="554691"/>
          </a:xfrm>
          <a:prstGeom prst="rect">
            <a:avLst/>
          </a:prstGeom>
        </p:spPr>
      </p:pic>
      <p:sp>
        <p:nvSpPr>
          <p:cNvPr id="12" name="eq-ethanol-calculation">
            <a:extLst>
              <a:ext uri="{FF2B5EF4-FFF2-40B4-BE49-F238E27FC236}">
                <ns2:creationId id="{D72CD461-228A-4286-960B-68BF06A631F3}"/>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B5A7BF91-0B6D-4312-AF8F-DD93654270BD}"/>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5EDC6A9C-F837-4A46-A251-7DD901074274}"/>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831B36B0-713F-40DD-A12F-AAA4EFEFB93D}"/>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DF07357D-1C2D-4591-A4A2-233E817E32FA}"/>
              </a:ext>
            </a:extLst>
          </p:cNvPr>
          <p:cNvPicPr>
            <a:picLocks noChangeAspect="1"/>
          </p:cNvPicPr>
          <p:nvPr/>
        </p:nvPicPr>
        <p:blipFill>
          <a:blip ns3:embed="Re7bb3945ef054ba5"/>
          <a:stretch/>
        </p:blipFill>
        <p:spPr>
          <a:xfrm>
            <a:off x="4476750" y="7472773"/>
            <a:ext cx="12001500" cy="599254"/>
          </a:xfrm>
          <a:prstGeom prst="rect">
            <a:avLst/>
          </a:prstGeom>
        </p:spPr>
      </p:pic>
      <p:sp>
        <p:nvSpPr>
          <p:cNvPr id="17" name="eq-water-liquid-calculation">
            <a:extLst>
              <a:ext uri="{FF2B5EF4-FFF2-40B4-BE49-F238E27FC236}">
                <ns2:creationId id="{579D7FFD-CA57-49F9-BA76-CEFFBE6831EC}"/>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1759472451"/>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8A5A9808-5221-4CD8-8781-EB41F1E14E51}"/>
              </a:ext>
            </a:extLst>
          </p:cNvPr>
          <p:cNvPicPr>
            <a:picLocks noChangeAspect="1"/>
          </p:cNvPicPr>
          <p:nvPr/>
        </p:nvPicPr>
        <p:blipFill>
          <a:blip ns3:embed="R0e328dfe0e6c4204"/>
          <a:stretch/>
        </p:blipFill>
        <p:spPr>
          <a:xfrm>
            <a:off x="16941800" y="382588"/>
            <a:ext cx="1028700" cy="733425"/>
          </a:xfrm>
          <a:prstGeom prst="rect">
            <a:avLst/>
          </a:prstGeom>
        </p:spPr>
      </p:pic>
      <p:sp>
        <p:nvSpPr>
          <p:cNvPr id="2" name="part_heading">
            <a:extLst>
              <a:ext uri="{FF2B5EF4-FFF2-40B4-BE49-F238E27FC236}">
                <ns2:creationId id="{59511BB0-1007-47D4-A6A6-6287C871531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E54DFB6A-2DF9-4CC5-9469-39D9A7912F96}"/>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BDDA482-D61C-4EB1-8F5D-2466082F18B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5DE56E19-3673-429B-98C6-63786ED9C7E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5442ABD6-6189-4B93-8198-42E51070559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A76B8926-51A2-4074-95CE-53C67C5868D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E5C6CDE-A059-4B97-BF2A-28323E4E8E2F}"/>
              </a:ext>
            </a:extLst>
          </p:cNvPr>
          <p:cNvPicPr>
            <a:picLocks noChangeAspect="1"/>
          </p:cNvPicPr>
          <p:nvPr/>
        </p:nvPicPr>
        <p:blipFill>
          <a:blip ns3:embed="R71b8b976e6494aa8"/>
          <a:stretch/>
        </p:blipFill>
        <p:spPr>
          <a:xfrm>
            <a:off x="2190750" y="4766442"/>
            <a:ext cx="13906500" cy="3706865"/>
          </a:xfrm>
          <a:prstGeom prst="rect">
            <a:avLst/>
          </a:prstGeom>
        </p:spPr>
      </p:pic>
      <p:sp>
        <p:nvSpPr>
          <p:cNvPr id="9" name="takeaway-box">
            <a:extLst>
              <a:ext uri="{FF2B5EF4-FFF2-40B4-BE49-F238E27FC236}">
                <ns2:creationId id="{74DBF262-F652-49D4-BAEA-9BD34023DCA3}"/>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1AFBEBAB-70A4-424B-B588-1BCC2E878B3F}"/>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787245623"/>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3F2B59A9-9441-4FD7-8F1C-002F46EB5C95}"/>
              </a:ext>
            </a:extLst>
          </p:cNvPr>
          <p:cNvPicPr>
            <a:picLocks noChangeAspect="1"/>
          </p:cNvPicPr>
          <p:nvPr/>
        </p:nvPicPr>
        <p:blipFill>
          <a:blip ns3:embed="Rcac34713b4954ee3"/>
          <a:stretch/>
        </p:blipFill>
        <p:spPr>
          <a:xfrm>
            <a:off x="16941800" y="382588"/>
            <a:ext cx="1028700" cy="733425"/>
          </a:xfrm>
          <a:prstGeom prst="rect">
            <a:avLst/>
          </a:prstGeom>
        </p:spPr>
      </p:pic>
      <p:sp>
        <p:nvSpPr>
          <p:cNvPr id="2" name="part_heading">
            <a:extLst>
              <a:ext uri="{FF2B5EF4-FFF2-40B4-BE49-F238E27FC236}">
                <ns2:creationId id="{F4F23FAC-37FB-49BB-9720-0E46C069E2B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84435406-A338-446F-AB8C-DD5B054EB64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7B53E3DB-E401-418A-B1A4-016AB1D8C0A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E6ADFD5F-D7D6-4993-850D-BBD9551B1FE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1A21C958-1F24-4CCE-A6EF-704273356F4C}"/>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83EA1C2B-0DF8-4F4D-8660-EED93115CB82}"/>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C18CF4A4-B3D2-40F9-BAC8-D4283530EA5B}"/>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1868515C-70EB-47A6-9C02-098684FA9FA3}"/>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자료로 비교</a:t>
            </a:r>
          </a:p>
        </p:txBody>
      </p:sp>
      <p:sp>
        <p:nvSpPr>
          <p:cNvPr id="10" name="criterion-body-1">
            <a:extLst>
              <a:ext uri="{FF2B5EF4-FFF2-40B4-BE49-F238E27FC236}">
                <ns2:creationId id="{119FABDB-40D9-4A86-AB0A-ECDF8FE480E3}"/>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0D63D8B6-735A-4BF2-8D3E-A1DEC8000D3B}"/>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3C547B51-F645-45AF-BCAD-7023E2382357}"/>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658781B1-A306-4DFA-9B7F-8177B5CBCB78}"/>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추가로 확인</a:t>
            </a:r>
          </a:p>
        </p:txBody>
      </p:sp>
      <p:sp>
        <p:nvSpPr>
          <p:cNvPr id="14" name="criterion-body-2">
            <a:extLst>
              <a:ext uri="{FF2B5EF4-FFF2-40B4-BE49-F238E27FC236}">
                <ns2:creationId id="{6CFA401D-81EC-4815-A56C-A81F5376C0B8}"/>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B10AEC8C-64BE-4F1E-8936-C2BC0D4EC0B5}"/>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816FD36A-1C6A-4E91-80E5-9AA03ECDD8CE}"/>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8E9AF4FF-4AC8-46E2-887D-182C759A2E6E}"/>
              </a:ext>
            </a:extLst>
          </p:cNvPr>
          <p:cNvPicPr>
            <a:picLocks noChangeAspect="1"/>
          </p:cNvPicPr>
          <p:nvPr/>
        </p:nvPicPr>
        <p:blipFill>
          <a:blip ns3:embed="Ra0d10941d9a44f9b"/>
          <a:stretch/>
        </p:blipFill>
        <p:spPr>
          <a:xfrm>
            <a:off x="12858750" y="6200795"/>
            <a:ext cx="3905250" cy="2933661"/>
          </a:xfrm>
          <a:prstGeom prst="rect">
            <a:avLst/>
          </a:prstGeom>
        </p:spPr>
      </p:pic>
    </p:spTree>
    <p:extLst>
      <p:ext uri="{BB962C8B-B14F-4D97-AF65-F5344CB8AC3E}">
        <ns4:creationId val="2046045566"/>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2038E80A-CB70-4951-A153-FC27CC867A66}"/>
              </a:ext>
            </a:extLst>
          </p:cNvPr>
          <p:cNvPicPr>
            <a:picLocks noChangeAspect="1"/>
          </p:cNvPicPr>
          <p:nvPr/>
        </p:nvPicPr>
        <p:blipFill>
          <a:blip ns3:embed="Rc4b2d57e5b954d3f"/>
          <a:stretch/>
        </p:blipFill>
        <p:spPr>
          <a:xfrm>
            <a:off x="16941800" y="382588"/>
            <a:ext cx="1028700" cy="733425"/>
          </a:xfrm>
          <a:prstGeom prst="rect">
            <a:avLst/>
          </a:prstGeom>
        </p:spPr>
      </p:pic>
      <p:sp>
        <p:nvSpPr>
          <p:cNvPr id="2" name="part_heading">
            <a:extLst>
              <a:ext uri="{FF2B5EF4-FFF2-40B4-BE49-F238E27FC236}">
                <ns2:creationId id="{5131CF4B-8C6E-4AB2-9C45-5174BC60E0F7}"/>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44349917-B781-4081-9701-3D18F6528CF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D6198C99-50C5-4191-89C1-C37E8D02C7FE}"/>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EBFD514D-6EF2-4893-BC03-354BA87A18F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578359E5-87E4-48C2-97B8-06D3C1F0E043}"/>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550405C3-AB41-4A7D-8418-A449D4C3467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C682C2FF-7007-4061-8867-1396B5F838D6}"/>
              </a:ext>
            </a:extLst>
          </p:cNvPr>
          <p:cNvSpPr>
            <a:spLocks noGrp="1"/>
          </p:cNvSpPr>
          <p:nvPr/>
        </p:nvSpPr>
        <p:spPr>
          <a:xfrm>
            <a:off x="1524000" y="4619625"/>
            <a:ext cx="15240000" cy="3476625"/>
          </a:xfrm>
          <a:prstGeom prst="roundRect">
            <a:avLst>
              <a:gd name="adj" fmla="val 6027"/>
            </a:avLst>
          </a:prstGeom>
          <a:solidFill>
            <a:srgbClr val="252525"/>
          </a:solidFill>
          <a:ln w="0">
            <a:noFill/>
          </a:ln>
        </p:spPr>
      </p:sp>
      <p:graphicFrame>
        <p:nvGraphicFramePr>
          <p:cNvPr id="9" name="">
            <a:extLst>
              <a:ext uri="{FF2B5EF4-FFF2-40B4-BE49-F238E27FC236}">
                <ns2:creationId id="{A2453673-D1BA-46A8-9644-387E72D8F98C}"/>
              </a:ext>
            </a:extLst>
          </p:cNvPr>
          <p:cNvGraphicFramePr/>
          <p:nvPr/>
        </p:nvGraphicFramePr>
        <p:xfrm>
          <a:off x="1866900" y="4848225"/>
          <a:ext cx="14554200" cy="3019425"/>
        </p:xfrm>
        <a:graphic>
          <a:graphicData uri="http://schemas.openxmlformats.org/drawingml/2006/table">
            <a:tbl>
              <a:tblPr/>
              <a:tblGrid>
                <a:gridCol w="4184332"/>
                <a:gridCol w="2592467"/>
                <a:gridCol w="2592467"/>
                <a:gridCol w="2592467"/>
                <a:gridCol w="2592467"/>
              </a:tblGrid>
              <a:tr h="603885">
                <a:tc>
                  <a:txBody>
                    <a:bodyPr lIns="114300" tIns="114300" rIns="114300" bIns="114300"/>
                    <a:lstStyle/>
                    <a:p>
                      <a:pPr algn="l"/>
                      <a:r>
                        <a:rPr sz="2400" b="1">
                          <a:solidFill>
                            <a:srgbClr val="FFFFFF"/>
                          </a:solidFill>
                          <a:latin typeface="Pretendard"/>
                          <a:ea typeface="Pretendard"/>
                          <a:cs typeface="Pretendard"/>
                        </a:rPr>
                        <a:t>연료</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메테인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뷰테인</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에탄올</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수소</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603885">
                <a:tc>
                  <a:txBody>
                    <a:bodyPr lIns="114300" tIns="114300" rIns="114300" bIns="114300"/>
                    <a:lstStyle/>
                    <a:p>
                      <a:pPr algn="l"/>
                      <a:r>
                        <a:rPr sz="2400" b="0">
                          <a:solidFill>
                            <a:srgbClr val="FFFFFF"/>
                          </a:solidFill>
                          <a:latin typeface="Pretendard"/>
                          <a:ea typeface="Pretendard"/>
                          <a:cs typeface="Pretendard"/>
                        </a:rPr>
                        <a:t>분자식</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CH₄</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C₄H₁₀</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C₂H₆O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2400" b="1">
                          <a:solidFill>
                            <a:srgbClr val="FFFFFF"/>
                          </a:solidFill>
                          <a:latin typeface="Pretendard"/>
                          <a:ea typeface="Pretendard"/>
                          <a:cs typeface="Pretendard"/>
                        </a:rPr>
                        <a:t>H₂</a:t>
                      </a:r>
                    </a:p>
                  </a:txBody>
                  <a:tcPr marL="91440" marR="91440" marT="45720" marB="45720" anchor="ctr">
                    <a:lnR w="0">
                      <a:solidFill>
                        <a:srgbClr val="3D3D3D"/>
                      </a:solidFill>
                      <a:prstDash val="solid"/>
                    </a:lnR>
                    <a:lnB w="0">
                      <a:solidFill>
                        <a:srgbClr val="3D3D3D"/>
                      </a:solidFill>
                      <a:prstDash val="solid"/>
                    </a:lnB>
                    <a:solidFill>
                      <a:srgbClr val="252525"/>
                    </a:solidFill>
                  </a:tcPr>
                </a:tc>
              </a:tr>
              <a:tr h="603885">
                <a:tc>
                  <a:txBody>
                    <a:bodyPr lIns="114300" tIns="114300" rIns="114300" bIns="114300"/>
                    <a:lstStyle/>
                    <a:p>
                      <a:pPr algn="l"/>
                      <a:r>
                        <a:rPr sz="2400" b="0">
                          <a:solidFill>
                            <a:srgbClr val="FFFFFF"/>
                          </a:solidFill>
                          <a:latin typeface="Pretendard"/>
                          <a:ea typeface="Pretendard"/>
                          <a:cs typeface="Pretendard"/>
                        </a:rPr>
                        <a:t>분자량</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16</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603885">
                <a:tc>
                  <a:txBody>
                    <a:bodyPr lIns="114300" tIns="114300" rIns="114300" bIns="114300"/>
                    <a:lstStyle/>
                    <a:p>
                      <a:pPr algn="l"/>
                      <a:r>
                        <a:rPr sz="2400" b="0">
                          <a:solidFill>
                            <a:srgbClr val="FFFFFF"/>
                          </a:solidFill>
                          <a:latin typeface="Pretendard"/>
                          <a:ea typeface="Pretendard"/>
                          <a:cs typeface="Pretendard"/>
                        </a:rPr>
                        <a:t>연소 엔탈피(kJ/mol)</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890.5</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r h="603885">
                <a:tc>
                  <a:txBody>
                    <a:bodyPr lIns="114300" tIns="114300" rIns="114300" bIns="114300"/>
                    <a:lstStyle/>
                    <a:p>
                      <a:pPr algn="l"/>
                      <a:r>
                        <a:rPr sz="2400" b="0">
                          <a:solidFill>
                            <a:srgbClr val="FFFFFF"/>
                          </a:solidFill>
                          <a:latin typeface="Pretendard"/>
                          <a:ea typeface="Pretendard"/>
                          <a:cs typeface="Pretendard"/>
                        </a:rPr>
                        <a:t>1 g당 연소열(kJ/g)</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400" b="1">
                          <a:solidFill>
                            <a:srgbClr val="FFFFFF"/>
                          </a:solidFill>
                          <a:latin typeface="Pretendard"/>
                          <a:ea typeface="Pretendard"/>
                          <a:cs typeface="Pretendard"/>
                        </a:rPr>
                        <a:t>55.7</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r>
                        <a:rPr sz="2400" b="1">
                          <a:solidFill>
                            <a:srgbClr val="FFFFFF"/>
                          </a:solidFill>
                          <a:latin typeface="Pretendard"/>
                          <a:ea typeface="Pretendard"/>
                          <a:cs typeface="Pretendard"/>
                        </a:rPr>
                        <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EDD716AE-A5EB-4664-A1CA-9FECB86421EE}"/>
              </a:ext>
            </a:extLst>
          </p:cNvPr>
          <p:cNvSpPr>
            <a:spLocks noGrp="1"/>
          </p:cNvSpPr>
          <p:nvPr/>
        </p:nvSpPr>
        <p:spPr>
          <a:xfrm>
            <a:off x="1866900" y="5452110"/>
            <a:ext cx="14554200" cy="14288"/>
          </a:xfrm>
          <a:prstGeom prst="rect">
            <a:avLst/>
          </a:prstGeom>
          <a:solidFill>
            <a:srgbClr val="777777"/>
          </a:solidFill>
          <a:ln w="0">
            <a:noFill/>
          </a:ln>
        </p:spPr>
      </p:sp>
      <p:sp>
        <p:nvSpPr>
          <p:cNvPr id="11" name="table-row-rule-2">
            <a:extLst>
              <a:ext uri="{FF2B5EF4-FFF2-40B4-BE49-F238E27FC236}">
                <ns2:creationId id="{04629776-49F9-4811-8362-9B6BD4A3CBD2}"/>
              </a:ext>
            </a:extLst>
          </p:cNvPr>
          <p:cNvSpPr>
            <a:spLocks noGrp="1"/>
          </p:cNvSpPr>
          <p:nvPr/>
        </p:nvSpPr>
        <p:spPr>
          <a:xfrm>
            <a:off x="1866900" y="6055995"/>
            <a:ext cx="14554200" cy="14288"/>
          </a:xfrm>
          <a:prstGeom prst="rect">
            <a:avLst/>
          </a:prstGeom>
          <a:solidFill>
            <a:srgbClr val="777777"/>
          </a:solidFill>
          <a:ln w="0">
            <a:noFill/>
          </a:ln>
        </p:spPr>
      </p:sp>
      <p:sp>
        <p:nvSpPr>
          <p:cNvPr id="12" name="table-row-rule-3">
            <a:extLst>
              <a:ext uri="{FF2B5EF4-FFF2-40B4-BE49-F238E27FC236}">
                <ns2:creationId id="{F8308E0E-4884-4A43-BB74-396850C34DC1}"/>
              </a:ext>
            </a:extLst>
          </p:cNvPr>
          <p:cNvSpPr>
            <a:spLocks noGrp="1"/>
          </p:cNvSpPr>
          <p:nvPr/>
        </p:nvSpPr>
        <p:spPr>
          <a:xfrm>
            <a:off x="1866900" y="6659880"/>
            <a:ext cx="14554200" cy="14288"/>
          </a:xfrm>
          <a:prstGeom prst="rect">
            <a:avLst/>
          </a:prstGeom>
          <a:solidFill>
            <a:srgbClr val="777777"/>
          </a:solidFill>
          <a:ln w="0">
            <a:noFill/>
          </a:ln>
        </p:spPr>
      </p:sp>
      <p:sp>
        <p:nvSpPr>
          <p:cNvPr id="13" name="table-row-rule-4">
            <a:extLst>
              <a:ext uri="{FF2B5EF4-FFF2-40B4-BE49-F238E27FC236}">
                <ns2:creationId id="{9D0F326B-AA99-4730-BC97-8CC286F1BCAE}"/>
              </a:ext>
            </a:extLst>
          </p:cNvPr>
          <p:cNvSpPr>
            <a:spLocks noGrp="1"/>
          </p:cNvSpPr>
          <p:nvPr/>
        </p:nvSpPr>
        <p:spPr>
          <a:xfrm>
            <a:off x="1866900" y="7263765"/>
            <a:ext cx="14554200" cy="14288"/>
          </a:xfrm>
          <a:prstGeom prst="rect">
            <a:avLst/>
          </a:prstGeom>
          <a:solidFill>
            <a:srgbClr val="777777"/>
          </a:solidFill>
          <a:ln w="0">
            <a:noFill/>
          </a:ln>
        </p:spPr>
      </p:sp>
      <p:sp>
        <p:nvSpPr>
          <p:cNvPr id="14" name="question-arrow">
            <a:extLst>
              <a:ext uri="{FF2B5EF4-FFF2-40B4-BE49-F238E27FC236}">
                <ns2:creationId id="{C6814ED4-F636-4A05-A9BD-97A4A1F37824}"/>
              </a:ext>
            </a:extLst>
          </p:cNvPr>
          <p:cNvSpPr>
            <a:spLocks noGrp="1"/>
          </p:cNvSpPr>
          <p:nvPr/>
        </p:nvSpPr>
        <p:spPr>
          <a:xfrm>
            <a:off x="2857500" y="8286750"/>
            <a:ext cx="12573000" cy="723900"/>
          </a:xfrm>
          <a:prstGeom prst="rightArrow">
            <a:avLst/>
          </a:prstGeom>
          <a:solidFill>
            <a:srgbClr val="595959"/>
          </a:solidFill>
          <a:ln w="0">
            <a:noFill/>
          </a:ln>
        </p:spPr>
      </p:sp>
      <p:sp>
        <p:nvSpPr>
          <p:cNvPr id="15" name="question">
            <a:extLst>
              <a:ext uri="{FF2B5EF4-FFF2-40B4-BE49-F238E27FC236}">
                <ns2:creationId id="{00E4DDAF-CB6C-497C-A924-B009947DE9A7}"/>
              </a:ext>
            </a:extLst>
          </p:cNvPr>
          <p:cNvSpPr>
            <a:spLocks noGrp="1"/>
          </p:cNvSpPr>
          <p:nvPr/>
        </p:nvSpPr>
        <p:spPr>
          <a:xfrm>
            <a:off x="3095625" y="8420100"/>
            <a:ext cx="11715750" cy="495300"/>
          </a:xfrm>
          <a:prstGeom prst="rect">
            <a:avLst/>
          </a:prstGeom>
          <a:noFill/>
          <a:ln w="0">
            <a:noFill/>
          </a:ln>
        </p:spPr>
        <p:txBody>
          <a:bodyPr wrap="none" lIns="0" tIns="0" rIns="0" bIns="0" anchor="t">
            <a:noAutofit/>
          </a:bodyPr>
          <a:lstStyle>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질량일 때 방출열이 큰 순서는?</a:t>
            </a:r>
          </a:p>
        </p:txBody>
      </p:sp>
      <p:sp>
        <p:nvSpPr>
          <p:cNvPr id="16" name="answer-1">
            <a:extLst>
              <a:ext uri="{FF2B5EF4-FFF2-40B4-BE49-F238E27FC236}">
                <ns2:creationId id="{7D23B04E-29E6-4A1C-A1FE-AAB9C87A187A}"/>
              </a:ext>
            </a:extLst>
          </p:cNvPr>
          <p:cNvSpPr>
            <a:spLocks noGrp="1"/>
          </p:cNvSpPr>
          <p:nvPr/>
        </p:nvSpPr>
        <p:spPr>
          <a:xfrm>
            <a:off x="2238375" y="9077325"/>
            <a:ext cx="13811250" cy="409575"/>
          </a:xfrm>
          <a:prstGeom prst="rect">
            <a:avLst/>
          </a:prstGeom>
          <a:noFill/>
          <a:ln w="0">
            <a:noFill/>
          </a:ln>
        </p:spPr>
        <p:txBody>
          <a:bodyPr wrap="none" lIns="0" tIns="0" rIns="0" bIns="0" anchor="t">
            <a:noAutofit/>
          </a:bodyPr>
          <a:lstStyle>
            <a:defPPr algn="ctr">
              <a:defRPr sz="2550" b="1">
                <a:solidFill>
                  <a:srgbClr val="57962F"/>
                </a:solidFill>
                <a:latin typeface="Pretendard"/>
                <a:ea typeface="Pretendard"/>
                <a:cs typeface="Pretendard"/>
              </a:defRPr>
            </a:defPPr>
            <a:lvl1pPr algn="ctr">
              <a:defRPr sz="2550" b="1">
                <a:solidFill>
                  <a:srgbClr val="57962F"/>
                </a:solidFill>
                <a:latin typeface="Pretendard"/>
                <a:ea typeface="Pretendard"/>
                <a:cs typeface="Pretendard"/>
              </a:defRPr>
            </a:lvl1pPr>
            <a:lvl2pPr algn="ctr">
              <a:defRPr sz="2550" b="1">
                <a:solidFill>
                  <a:srgbClr val="57962F"/>
                </a:solidFill>
                <a:latin typeface="Pretendard"/>
                <a:ea typeface="Pretendard"/>
                <a:cs typeface="Pretendard"/>
              </a:defRPr>
            </a:lvl2pPr>
            <a:lvl3pPr algn="ctr">
              <a:defRPr sz="2550" b="1">
                <a:solidFill>
                  <a:srgbClr val="57962F"/>
                </a:solidFill>
                <a:latin typeface="Pretendard"/>
                <a:ea typeface="Pretendard"/>
                <a:cs typeface="Pretendard"/>
              </a:defRPr>
            </a:lvl3pPr>
            <a:lvl4pPr algn="ctr">
              <a:defRPr sz="2550" b="1">
                <a:solidFill>
                  <a:srgbClr val="57962F"/>
                </a:solidFill>
                <a:latin typeface="Pretendard"/>
                <a:ea typeface="Pretendard"/>
                <a:cs typeface="Pretendard"/>
              </a:defRPr>
            </a:lvl4pPr>
            <a:lvl5pPr algn="ctr">
              <a:defRPr sz="2550" b="1">
                <a:solidFill>
                  <a:srgbClr val="57962F"/>
                </a:solidFill>
                <a:latin typeface="Pretendard"/>
                <a:ea typeface="Pretendard"/>
                <a:cs typeface="Pretendard"/>
              </a:defRPr>
            </a:lvl5pPr>
            <a:lvl6pPr algn="ctr">
              <a:defRPr sz="2550" b="1">
                <a:solidFill>
                  <a:srgbClr val="57962F"/>
                </a:solidFill>
                <a:latin typeface="Pretendard"/>
                <a:ea typeface="Pretendard"/>
                <a:cs typeface="Pretendard"/>
              </a:defRPr>
            </a:lvl6pPr>
            <a:lvl7pPr algn="ctr">
              <a:defRPr sz="2550" b="1">
                <a:solidFill>
                  <a:srgbClr val="57962F"/>
                </a:solidFill>
                <a:latin typeface="Pretendard"/>
                <a:ea typeface="Pretendard"/>
                <a:cs typeface="Pretendard"/>
              </a:defRPr>
            </a:lvl7pPr>
            <a:lvl8pPr algn="ctr">
              <a:defRPr sz="2550" b="1">
                <a:solidFill>
                  <a:srgbClr val="57962F"/>
                </a:solidFill>
                <a:latin typeface="Pretendard"/>
                <a:ea typeface="Pretendard"/>
                <a:cs typeface="Pretendard"/>
              </a:defRPr>
            </a:lvl8pPr>
            <a:lvl9pPr algn="ctr">
              <a:defRPr sz="2550" b="1">
                <a:solidFill>
                  <a:srgbClr val="57962F"/>
                </a:solidFill>
                <a:latin typeface="Pretendard"/>
                <a:ea typeface="Pretendard"/>
                <a:cs typeface="Pretendard"/>
              </a:defRPr>
            </a:lvl9pPr>
          </a:lstStyle>
          <a:p>
            <a:pPr algn="ctr">
              <a:defRPr sz="2550" b="1">
                <a:solidFill>
                  <a:srgbClr val="57962F"/>
                </a:solidFill>
                <a:latin typeface="Pretendard"/>
                <a:ea typeface="Pretendard"/>
                <a:cs typeface="Pretendard"/>
              </a:defRPr>
            </a:pPr>
            <a:r>
              <a:rPr sz="2550" b="1">
                <a:solidFill>
                  <a:srgbClr val="57962F"/>
                </a:solidFill>
                <a:latin typeface="Pretendard"/>
                <a:ea typeface="Pretendard"/>
                <a:cs typeface="Pretendard"/>
              </a:rPr>
              <a:t>뷰테인 49.6 · 수소 142.9 kJ/g</a:t>
            </a:r>
          </a:p>
        </p:txBody>
      </p:sp>
      <p:sp>
        <p:nvSpPr>
          <p:cNvPr id="17" name="answer-2">
            <a:extLst>
              <a:ext uri="{FF2B5EF4-FFF2-40B4-BE49-F238E27FC236}">
                <ns2:creationId id="{FD9787F3-0A21-4E7E-A3D1-73F9F69435B9}"/>
              </a:ext>
            </a:extLst>
          </p:cNvPr>
          <p:cNvSpPr>
            <a:spLocks noGrp="1"/>
          </p:cNvSpPr>
          <p:nvPr/>
        </p:nvSpPr>
        <p:spPr>
          <a:xfrm>
            <a:off x="2238375" y="9505950"/>
            <a:ext cx="13811250" cy="381000"/>
          </a:xfrm>
          <a:prstGeom prst="rect">
            <a:avLst/>
          </a:prstGeom>
          <a:noFill/>
          <a:ln w="0">
            <a:noFill/>
          </a:ln>
        </p:spPr>
        <p:txBody>
          <a:bodyPr wrap="none" lIns="0" tIns="0" rIns="0" bIns="0" anchor="t">
            <a:noAutofit/>
          </a:bodyPr>
          <a:lstStyle>
            <a:defPPr algn="ctr">
              <a:defRPr sz="2550" b="1">
                <a:solidFill>
                  <a:srgbClr val="555555"/>
                </a:solidFill>
                <a:latin typeface="Pretendard"/>
                <a:ea typeface="Pretendard"/>
                <a:cs typeface="Pretendard"/>
              </a:defRPr>
            </a:defPPr>
            <a:lvl1pPr algn="ctr">
              <a:defRPr sz="2550" b="1">
                <a:solidFill>
                  <a:srgbClr val="555555"/>
                </a:solidFill>
                <a:latin typeface="Pretendard"/>
                <a:ea typeface="Pretendard"/>
                <a:cs typeface="Pretendard"/>
              </a:defRPr>
            </a:lvl1pPr>
            <a:lvl2pPr algn="ctr">
              <a:defRPr sz="2550" b="1">
                <a:solidFill>
                  <a:srgbClr val="555555"/>
                </a:solidFill>
                <a:latin typeface="Pretendard"/>
                <a:ea typeface="Pretendard"/>
                <a:cs typeface="Pretendard"/>
              </a:defRPr>
            </a:lvl2pPr>
            <a:lvl3pPr algn="ctr">
              <a:defRPr sz="2550" b="1">
                <a:solidFill>
                  <a:srgbClr val="555555"/>
                </a:solidFill>
                <a:latin typeface="Pretendard"/>
                <a:ea typeface="Pretendard"/>
                <a:cs typeface="Pretendard"/>
              </a:defRPr>
            </a:lvl3pPr>
            <a:lvl4pPr algn="ctr">
              <a:defRPr sz="2550" b="1">
                <a:solidFill>
                  <a:srgbClr val="555555"/>
                </a:solidFill>
                <a:latin typeface="Pretendard"/>
                <a:ea typeface="Pretendard"/>
                <a:cs typeface="Pretendard"/>
              </a:defRPr>
            </a:lvl4pPr>
            <a:lvl5pPr algn="ctr">
              <a:defRPr sz="2550" b="1">
                <a:solidFill>
                  <a:srgbClr val="555555"/>
                </a:solidFill>
                <a:latin typeface="Pretendard"/>
                <a:ea typeface="Pretendard"/>
                <a:cs typeface="Pretendard"/>
              </a:defRPr>
            </a:lvl5pPr>
            <a:lvl6pPr algn="ctr">
              <a:defRPr sz="2550" b="1">
                <a:solidFill>
                  <a:srgbClr val="555555"/>
                </a:solidFill>
                <a:latin typeface="Pretendard"/>
                <a:ea typeface="Pretendard"/>
                <a:cs typeface="Pretendard"/>
              </a:defRPr>
            </a:lvl6pPr>
            <a:lvl7pPr algn="ctr">
              <a:defRPr sz="2550" b="1">
                <a:solidFill>
                  <a:srgbClr val="555555"/>
                </a:solidFill>
                <a:latin typeface="Pretendard"/>
                <a:ea typeface="Pretendard"/>
                <a:cs typeface="Pretendard"/>
              </a:defRPr>
            </a:lvl7pPr>
            <a:lvl8pPr algn="ctr">
              <a:defRPr sz="2550" b="1">
                <a:solidFill>
                  <a:srgbClr val="555555"/>
                </a:solidFill>
                <a:latin typeface="Pretendard"/>
                <a:ea typeface="Pretendard"/>
                <a:cs typeface="Pretendard"/>
              </a:defRPr>
            </a:lvl8pPr>
            <a:lvl9pPr algn="ctr">
              <a:defRPr sz="2550" b="1">
                <a:solidFill>
                  <a:srgbClr val="555555"/>
                </a:solidFill>
                <a:latin typeface="Pretendard"/>
                <a:ea typeface="Pretendard"/>
                <a:cs typeface="Pretendard"/>
              </a:defRPr>
            </a:lvl9pPr>
          </a:lstStyle>
          <a:p>
            <a:pPr algn="ctr">
              <a:defRPr sz="2550" b="1">
                <a:solidFill>
                  <a:srgbClr val="555555"/>
                </a:solidFill>
                <a:latin typeface="Pretendard"/>
                <a:ea typeface="Pretendard"/>
                <a:cs typeface="Pretendard"/>
              </a:defRPr>
            </a:pPr>
            <a:r>
              <a:rPr sz="2550" b="1">
                <a:solidFill>
                  <a:srgbClr val="555555"/>
                </a:solidFill>
                <a:latin typeface="Pretendard"/>
                <a:ea typeface="Pretendard"/>
                <a:cs typeface="Pretendard"/>
              </a:rPr>
              <a:t>수소 &gt; 메테인 &gt; 뷰테인 &gt; 에탄올</a:t>
            </a:r>
          </a:p>
        </p:txBody>
      </p:sp>
    </p:spTree>
    <p:extLst>
      <p:ext uri="{BB962C8B-B14F-4D97-AF65-F5344CB8AC3E}">
        <ns4:creationId val="126658872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979D629A-4E17-4BA3-ACB0-BD99D2BB5475}"/>
              </a:ext>
            </a:extLst>
          </p:cNvPr>
          <p:cNvPicPr>
            <a:picLocks noChangeAspect="1"/>
          </p:cNvPicPr>
          <p:nvPr/>
        </p:nvPicPr>
        <p:blipFill>
          <a:blip ns3:embed="R35a5225f6ec549ad"/>
          <a:stretch/>
        </p:blipFill>
        <p:spPr>
          <a:xfrm>
            <a:off x="4859" y="0"/>
            <a:ext cx="18278283" cy="10287000"/>
          </a:xfrm>
          <a:prstGeom prst="rect">
            <a:avLst/>
          </a:prstGeom>
        </p:spPr>
      </p:pic>
      <p:sp>
        <p:nvSpPr>
          <p:cNvPr id="2" name="reference_green_fade">
            <a:extLst>
              <a:ext uri="{FF2B5EF4-FFF2-40B4-BE49-F238E27FC236}">
                <ns2:creationId id="{7A808EB4-02D1-4FE9-B93C-11418EFC2C62}"/>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F6AD69D7-BB29-430D-BDAF-1827266D2C1E}"/>
              </a:ext>
            </a:extLst>
          </p:cNvPr>
          <p:cNvPicPr>
            <a:picLocks noChangeAspect="1"/>
          </p:cNvPicPr>
          <p:nvPr/>
        </p:nvPicPr>
        <p:blipFill>
          <a:blip ns3:embed="R008a9744ecf24720"/>
          <a:stretch/>
        </p:blipFill>
        <p:spPr>
          <a:xfrm>
            <a:off x="16916400" y="332392"/>
            <a:ext cx="1079500" cy="668717"/>
          </a:xfrm>
          <a:prstGeom prst="rect">
            <a:avLst/>
          </a:prstGeom>
        </p:spPr>
      </p:pic>
      <p:sp>
        <p:nvSpPr>
          <p:cNvPr id="4" name="copyright">
            <a:extLst>
              <a:ext uri="{FF2B5EF4-FFF2-40B4-BE49-F238E27FC236}">
                <ns2:creationId id="{21D5F5FE-2A2A-4310-BCF9-3F2E4FDD9621}"/>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DDF46CF9-308B-4C82-A36E-1D9E23C58FE8}"/>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22841A41-6D3E-4BD7-821F-4CFA63165431}"/>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820D3801-A350-447B-9970-3E386CD5C3E0}"/>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503971928"/>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306EF427-245C-4A19-B2CA-47FA29FC24C9}"/>
              </a:ext>
            </a:extLst>
          </p:cNvPr>
          <p:cNvPicPr>
            <a:picLocks noChangeAspect="1"/>
          </p:cNvPicPr>
          <p:nvPr/>
        </p:nvPicPr>
        <p:blipFill>
          <a:blip ns3:embed="R5b0bfd1b6f96436e"/>
          <a:stretch/>
        </p:blipFill>
        <p:spPr>
          <a:xfrm>
            <a:off x="16941800" y="382588"/>
            <a:ext cx="1028700" cy="733425"/>
          </a:xfrm>
          <a:prstGeom prst="rect">
            <a:avLst/>
          </a:prstGeom>
        </p:spPr>
      </p:pic>
      <p:sp>
        <p:nvSpPr>
          <p:cNvPr id="2" name="part_heading">
            <a:extLst>
              <a:ext uri="{FF2B5EF4-FFF2-40B4-BE49-F238E27FC236}">
                <ns2:creationId id="{00D61EE6-0ED3-40BE-AACF-AE55FB84A5A1}"/>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948165BA-5B88-4509-82B4-08CF19F6C38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75EC45F0-2C12-49D7-949E-80E0F627904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E88608DC-B9FD-470C-A5FC-4A36DEDDA9E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 에너지를 흡수한다</a:t>
            </a:r>
          </a:p>
        </p:txBody>
      </p:sp>
      <p:sp>
        <p:nvSpPr>
          <p:cNvPr id="6" name="explanation">
            <a:extLst>
              <a:ext uri="{FF2B5EF4-FFF2-40B4-BE49-F238E27FC236}">
                <ns2:creationId id="{0E3C3713-8358-4B5E-A706-53975402147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8BAF4CA7-22E1-45D6-B5F7-C343A7A5C00D}"/>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C291BBC-A3D5-4437-AD2A-63FBE26CEFFA}"/>
              </a:ext>
            </a:extLst>
          </p:cNvPr>
          <p:cNvPicPr>
            <a:picLocks noChangeAspect="1"/>
          </p:cNvPicPr>
          <p:nvPr/>
        </p:nvPicPr>
        <p:blipFill>
          <a:blip ns3:embed="Rd85b25fec2364f34"/>
          <a:stretch/>
        </p:blipFill>
        <p:spPr>
          <a:xfrm>
            <a:off x="2807847" y="4667250"/>
            <a:ext cx="5147556" cy="3857625"/>
          </a:xfrm>
          <a:prstGeom prst="rect">
            <a:avLst/>
          </a:prstGeom>
        </p:spPr>
      </p:pic>
      <p:sp>
        <p:nvSpPr>
          <p:cNvPr id="9" name="bond-explanation-panel">
            <a:extLst>
              <a:ext uri="{FF2B5EF4-FFF2-40B4-BE49-F238E27FC236}">
                <ns2:creationId id="{4B92E52D-F3AD-4706-B3BE-26C893528F08}"/>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F894684A-2AD2-4914-9E45-340CBE47E516}"/>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2F35999D-21DC-4882-9696-75AB53C8B56C}"/>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9D100051-C04D-4FDC-B823-1E911D72F7EA}"/>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mol을 끊는다</a:t>
            </a:r>
          </a:p>
        </p:txBody>
      </p:sp>
      <p:sp>
        <p:nvSpPr>
          <p:cNvPr id="13" name="bond-explanation-tag-2">
            <a:extLst>
              <a:ext uri="{FF2B5EF4-FFF2-40B4-BE49-F238E27FC236}">
                <ns2:creationId id="{692FB038-91B2-4851-8B71-49D866A57E19}"/>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F2423396-EFBC-4FB8-8071-2F544B64DFA0}"/>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6899B248-25E5-4711-BCFF-E8D5E4DA2883}"/>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흡수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&gt; 0</a:t>
            </a:r>
          </a:p>
        </p:txBody>
      </p:sp>
      <p:sp>
        <p:nvSpPr>
          <p:cNvPr id="16" name="reaction-text-bar">
            <a:extLst>
              <a:ext uri="{FF2B5EF4-FFF2-40B4-BE49-F238E27FC236}">
                <ns2:creationId id="{DBB203EE-BB07-4C27-BC40-751687B00967}"/>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C7B93D7B-1D26-480C-A433-C8DB03E1945C}"/>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1778375032"/>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41D74B90-36CF-449F-963E-A494C3B1F77F}"/>
              </a:ext>
            </a:extLst>
          </p:cNvPr>
          <p:cNvPicPr>
            <a:picLocks noChangeAspect="1"/>
          </p:cNvPicPr>
          <p:nvPr/>
        </p:nvPicPr>
        <p:blipFill>
          <a:blip ns3:embed="Rd13973e33e0742db"/>
          <a:stretch/>
        </p:blipFill>
        <p:spPr>
          <a:xfrm>
            <a:off x="16941800" y="382588"/>
            <a:ext cx="1028700" cy="733425"/>
          </a:xfrm>
          <a:prstGeom prst="rect">
            <a:avLst/>
          </a:prstGeom>
        </p:spPr>
      </p:pic>
      <p:sp>
        <p:nvSpPr>
          <p:cNvPr id="2" name="part_heading">
            <a:extLst>
              <a:ext uri="{FF2B5EF4-FFF2-40B4-BE49-F238E27FC236}">
                <ns2:creationId id="{540D8AC9-11EF-4150-BFC6-C06388CB7D7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25A536EC-6BE1-47B4-BE63-251516A25112}"/>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30F8028E-6D4B-4527-89AF-29D7A7D3448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EE1C5CCC-D31F-4D4B-87A9-1C87A32D6375}"/>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 에너지를 방출한다</a:t>
            </a:r>
          </a:p>
        </p:txBody>
      </p:sp>
      <p:sp>
        <p:nvSpPr>
          <p:cNvPr id="6" name="explanation">
            <a:extLst>
              <a:ext uri="{FF2B5EF4-FFF2-40B4-BE49-F238E27FC236}">
                <ns2:creationId id="{F4D62D6F-CCC8-4A21-A052-0BA9A0C9987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기체 상태의 H–H 결합 1 mol을 기준으로 비교한다</a:t>
            </a:r>
          </a:p>
        </p:txBody>
      </p:sp>
      <p:sp>
        <p:nvSpPr>
          <p:cNvPr id="7" name="copyright">
            <a:extLst>
              <a:ext uri="{FF2B5EF4-FFF2-40B4-BE49-F238E27FC236}">
                <ns2:creationId id="{4467D858-D97E-4D2B-A715-0E716650EB33}"/>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18CC53D-14E2-4899-9DEB-6944948241A7}"/>
              </a:ext>
            </a:extLst>
          </p:cNvPr>
          <p:cNvPicPr>
            <a:picLocks noChangeAspect="1"/>
          </p:cNvPicPr>
          <p:nvPr/>
        </p:nvPicPr>
        <p:blipFill>
          <a:blip ns3:embed="Rb1fefd1b447c4cbd"/>
          <a:stretch/>
        </p:blipFill>
        <p:spPr>
          <a:xfrm>
            <a:off x="2804805" y="4667250"/>
            <a:ext cx="5153641" cy="3857625"/>
          </a:xfrm>
          <a:prstGeom prst="rect">
            <a:avLst/>
          </a:prstGeom>
        </p:spPr>
      </p:pic>
      <p:sp>
        <p:nvSpPr>
          <p:cNvPr id="9" name="bond-explanation-panel">
            <a:extLst>
              <a:ext uri="{FF2B5EF4-FFF2-40B4-BE49-F238E27FC236}">
                <ns2:creationId id="{9146C3EC-8213-4867-BB56-BDAE38E8EDB8}"/>
              </a:ext>
            </a:extLst>
          </p:cNvPr>
          <p:cNvSpPr>
            <a:spLocks noGrp="1"/>
          </p:cNvSpPr>
          <p:nvPr/>
        </p:nvSpPr>
        <p:spPr>
          <a:xfrm>
            <a:off x="10001250" y="4667250"/>
            <a:ext cx="6858000" cy="3714750"/>
          </a:xfrm>
          <a:prstGeom prst="roundRect">
            <a:avLst>
              <a:gd name="adj" fmla="val 6154"/>
            </a:avLst>
          </a:prstGeom>
          <a:solidFill>
            <a:srgbClr val="F2F2F2"/>
          </a:solidFill>
          <a:ln w="0">
            <a:noFill/>
          </a:ln>
        </p:spPr>
      </p:sp>
      <p:sp>
        <p:nvSpPr>
          <p:cNvPr id="10" name="bond-explanation-tag-1">
            <a:extLst>
              <a:ext uri="{FF2B5EF4-FFF2-40B4-BE49-F238E27FC236}">
                <ns2:creationId id="{368AC6FC-F503-4FCB-AB1D-18E60219D73D}"/>
              </a:ext>
            </a:extLst>
          </p:cNvPr>
          <p:cNvSpPr>
            <a:spLocks noGrp="1"/>
          </p:cNvSpPr>
          <p:nvPr/>
        </p:nvSpPr>
        <p:spPr>
          <a:xfrm>
            <a:off x="10287000" y="4905375"/>
            <a:ext cx="6286500" cy="495300"/>
          </a:xfrm>
          <a:prstGeom prst="roundRect">
            <a:avLst>
              <a:gd name="adj" fmla="val 19231"/>
            </a:avLst>
          </a:prstGeom>
          <a:solidFill>
            <a:srgbClr val="595959"/>
          </a:solidFill>
          <a:ln w="0">
            <a:noFill/>
          </a:ln>
        </p:spPr>
      </p:sp>
      <p:sp>
        <p:nvSpPr>
          <p:cNvPr id="11" name="bond-explanation-label-1">
            <a:extLst>
              <a:ext uri="{FF2B5EF4-FFF2-40B4-BE49-F238E27FC236}">
                <ns2:creationId id="{52D9F5F9-BF5A-4DFD-98D0-47A6D0AEADB4}"/>
              </a:ext>
            </a:extLst>
          </p:cNvPr>
          <p:cNvSpPr>
            <a:spLocks noGrp="1"/>
          </p:cNvSpPr>
          <p:nvPr/>
        </p:nvSpPr>
        <p:spPr>
          <a:xfrm>
            <a:off x="10477500" y="49815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결합의 변화</a:t>
            </a:r>
          </a:p>
        </p:txBody>
      </p:sp>
      <p:sp>
        <p:nvSpPr>
          <p:cNvPr id="12" name="bond-explanation-body-1">
            <a:extLst>
              <a:ext uri="{FF2B5EF4-FFF2-40B4-BE49-F238E27FC236}">
                <ns2:creationId id="{E99A8ADA-97E2-4063-B03C-58705C2C705A}"/>
              </a:ext>
            </a:extLst>
          </p:cNvPr>
          <p:cNvSpPr>
            <a:spLocks noGrp="1"/>
          </p:cNvSpPr>
          <p:nvPr/>
        </p:nvSpPr>
        <p:spPr>
          <a:xfrm>
            <a:off x="10287000" y="56483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H–H 결합 1 mol이 만들어진다</a:t>
            </a:r>
          </a:p>
        </p:txBody>
      </p:sp>
      <p:sp>
        <p:nvSpPr>
          <p:cNvPr id="13" name="bond-explanation-tag-2">
            <a:extLst>
              <a:ext uri="{FF2B5EF4-FFF2-40B4-BE49-F238E27FC236}">
                <ns2:creationId id="{A0A3EBCB-EA9D-444F-8E47-A605753733AD}"/>
              </a:ext>
            </a:extLst>
          </p:cNvPr>
          <p:cNvSpPr>
            <a:spLocks noGrp="1"/>
          </p:cNvSpPr>
          <p:nvPr/>
        </p:nvSpPr>
        <p:spPr>
          <a:xfrm>
            <a:off x="10287000" y="6619875"/>
            <a:ext cx="6286500" cy="495300"/>
          </a:xfrm>
          <a:prstGeom prst="roundRect">
            <a:avLst>
              <a:gd name="adj" fmla="val 19231"/>
            </a:avLst>
          </a:prstGeom>
          <a:solidFill>
            <a:srgbClr val="595959"/>
          </a:solidFill>
          <a:ln w="0">
            <a:noFill/>
          </a:ln>
        </p:spPr>
      </p:sp>
      <p:sp>
        <p:nvSpPr>
          <p:cNvPr id="14" name="bond-explanation-label-2">
            <a:extLst>
              <a:ext uri="{FF2B5EF4-FFF2-40B4-BE49-F238E27FC236}">
                <ns2:creationId id="{3E60B99C-0A43-4934-9D44-A3463C69F21C}"/>
              </a:ext>
            </a:extLst>
          </p:cNvPr>
          <p:cNvSpPr>
            <a:spLocks noGrp="1"/>
          </p:cNvSpPr>
          <p:nvPr/>
        </p:nvSpPr>
        <p:spPr>
          <a:xfrm>
            <a:off x="10477500" y="6696075"/>
            <a:ext cx="5905500" cy="40957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열 출입과 엔탈피</a:t>
            </a:r>
          </a:p>
        </p:txBody>
      </p:sp>
      <p:sp>
        <p:nvSpPr>
          <p:cNvPr id="15" name="bond-explanation-body-2">
            <a:extLst>
              <a:ext uri="{FF2B5EF4-FFF2-40B4-BE49-F238E27FC236}">
                <ns2:creationId id="{CA09E63A-5FB2-45BF-AECC-B3C96208CFBE}"/>
              </a:ext>
            </a:extLst>
          </p:cNvPr>
          <p:cNvSpPr>
            <a:spLocks noGrp="1"/>
          </p:cNvSpPr>
          <p:nvPr/>
        </p:nvSpPr>
        <p:spPr>
          <a:xfrm>
            <a:off x="10287000" y="7362825"/>
            <a:ext cx="6286500" cy="666750"/>
          </a:xfrm>
          <a:prstGeom prst="rect">
            <a:avLst/>
          </a:prstGeom>
          <a:noFill/>
          <a:ln w="0">
            <a:noFill/>
          </a:ln>
        </p:spPr>
        <p:txBody>
          <a:bodyPr wrap="none" lIns="0" tIns="0" rIns="0" bIns="0" anchor="t">
            <a:noAutofit/>
          </a:bodyPr>
          <a:lstStyle>
            <a:defPPr algn="ctr">
              <a:defRPr sz="2925" b="1">
                <a:solidFill>
                  <a:srgbClr val="111111"/>
                </a:solidFill>
                <a:latin typeface="Pretendard"/>
                <a:ea typeface="Pretendard"/>
                <a:cs typeface="Pretendard"/>
              </a:defRPr>
            </a:defPPr>
            <a:lvl1pPr algn="ctr">
              <a:defRPr sz="2925" b="1">
                <a:solidFill>
                  <a:srgbClr val="111111"/>
                </a:solidFill>
                <a:latin typeface="Pretendard"/>
                <a:ea typeface="Pretendard"/>
                <a:cs typeface="Pretendard"/>
              </a:defRPr>
            </a:lvl1pPr>
            <a:lvl2pPr algn="ctr">
              <a:defRPr sz="2925" b="1">
                <a:solidFill>
                  <a:srgbClr val="111111"/>
                </a:solidFill>
                <a:latin typeface="Pretendard"/>
                <a:ea typeface="Pretendard"/>
                <a:cs typeface="Pretendard"/>
              </a:defRPr>
            </a:lvl2pPr>
            <a:lvl3pPr algn="ctr">
              <a:defRPr sz="2925" b="1">
                <a:solidFill>
                  <a:srgbClr val="111111"/>
                </a:solidFill>
                <a:latin typeface="Pretendard"/>
                <a:ea typeface="Pretendard"/>
                <a:cs typeface="Pretendard"/>
              </a:defRPr>
            </a:lvl3pPr>
            <a:lvl4pPr algn="ctr">
              <a:defRPr sz="2925" b="1">
                <a:solidFill>
                  <a:srgbClr val="111111"/>
                </a:solidFill>
                <a:latin typeface="Pretendard"/>
                <a:ea typeface="Pretendard"/>
                <a:cs typeface="Pretendard"/>
              </a:defRPr>
            </a:lvl4pPr>
            <a:lvl5pPr algn="ctr">
              <a:defRPr sz="2925" b="1">
                <a:solidFill>
                  <a:srgbClr val="111111"/>
                </a:solidFill>
                <a:latin typeface="Pretendard"/>
                <a:ea typeface="Pretendard"/>
                <a:cs typeface="Pretendard"/>
              </a:defRPr>
            </a:lvl5pPr>
            <a:lvl6pPr algn="ctr">
              <a:defRPr sz="2925" b="1">
                <a:solidFill>
                  <a:srgbClr val="111111"/>
                </a:solidFill>
                <a:latin typeface="Pretendard"/>
                <a:ea typeface="Pretendard"/>
                <a:cs typeface="Pretendard"/>
              </a:defRPr>
            </a:lvl6pPr>
            <a:lvl7pPr algn="ctr">
              <a:defRPr sz="2925" b="1">
                <a:solidFill>
                  <a:srgbClr val="111111"/>
                </a:solidFill>
                <a:latin typeface="Pretendard"/>
                <a:ea typeface="Pretendard"/>
                <a:cs typeface="Pretendard"/>
              </a:defRPr>
            </a:lvl7pPr>
            <a:lvl8pPr algn="ctr">
              <a:defRPr sz="2925" b="1">
                <a:solidFill>
                  <a:srgbClr val="111111"/>
                </a:solidFill>
                <a:latin typeface="Pretendard"/>
                <a:ea typeface="Pretendard"/>
                <a:cs typeface="Pretendard"/>
              </a:defRPr>
            </a:lvl8pPr>
            <a:lvl9pPr algn="ctr">
              <a:defRPr sz="2925" b="1">
                <a:solidFill>
                  <a:srgbClr val="111111"/>
                </a:solidFill>
                <a:latin typeface="Pretendard"/>
                <a:ea typeface="Pretendard"/>
                <a:cs typeface="Pretendard"/>
              </a:defRPr>
            </a:lvl9pPr>
          </a:lstStyle>
          <a:p>
            <a:pPr algn="ctr">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436 kJ 방출 · Δ</a:t>
            </a:r>
            <a:r>
              <a:rPr sz="2925" b="1" i="1">
                <a:solidFill>
                  <a:srgbClr val="111111"/>
                </a:solidFill>
                <a:latin typeface="Pretendard"/>
                <a:ea typeface="Pretendard"/>
                <a:cs typeface="Pretendard"/>
              </a:rPr>
              <a:t>H</a:t>
            </a:r>
            <a:r>
              <a:rPr sz="2925" b="1">
                <a:solidFill>
                  <a:srgbClr val="111111"/>
                </a:solidFill>
                <a:latin typeface="Pretendard"/>
                <a:ea typeface="Pretendard"/>
                <a:cs typeface="Pretendard"/>
              </a:rPr>
              <a:t> &lt; 0</a:t>
            </a:r>
          </a:p>
        </p:txBody>
      </p:sp>
      <p:sp>
        <p:nvSpPr>
          <p:cNvPr id="16" name="reaction-text-bar">
            <a:extLst>
              <a:ext uri="{FF2B5EF4-FFF2-40B4-BE49-F238E27FC236}">
                <ns2:creationId id="{990D1AE0-D960-4DE3-8B4A-548FFDE8A084}"/>
              </a:ext>
            </a:extLst>
          </p:cNvPr>
          <p:cNvSpPr>
            <a:spLocks noGrp="1"/>
          </p:cNvSpPr>
          <p:nvPr/>
        </p:nvSpPr>
        <p:spPr>
          <a:xfrm>
            <a:off x="2333625" y="8763000"/>
            <a:ext cx="13620750" cy="952500"/>
          </a:xfrm>
          <a:prstGeom prst="roundRect">
            <a:avLst>
              <a:gd name="adj" fmla="val 16000"/>
            </a:avLst>
          </a:prstGeom>
          <a:solidFill>
            <a:srgbClr val="595959"/>
          </a:solidFill>
          <a:ln w="0">
            <a:noFill/>
          </a:ln>
        </p:spPr>
      </p:sp>
      <p:sp>
        <p:nvSpPr>
          <p:cNvPr id="17" name="reaction-bar-text">
            <a:extLst>
              <a:ext uri="{FF2B5EF4-FFF2-40B4-BE49-F238E27FC236}">
                <ns2:creationId id="{B00ED21B-D3AB-4F0D-884B-2E039BAF1000}"/>
              </a:ext>
            </a:extLst>
          </p:cNvPr>
          <p:cNvSpPr>
            <a:spLocks noGrp="1"/>
          </p:cNvSpPr>
          <p:nvPr/>
        </p:nvSpPr>
        <p:spPr>
          <a:xfrm>
            <a:off x="2619375" y="8953500"/>
            <a:ext cx="13049250" cy="619125"/>
          </a:xfrm>
          <a:prstGeom prst="rect">
            <a:avLst/>
          </a:prstGeom>
          <a:noFill/>
          <a:ln w="0">
            <a:noFill/>
          </a:ln>
        </p:spPr>
        <p:txBody>
          <a:bodyPr wrap="none" lIns="0" tIns="0" rIns="0" bIns="0" anchor="t">
            <a:noAutofit/>
          </a:bodyPr>
          <a:lstStyle>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a:pPr algn="ctr">
              <a:defRPr sz="3600" b="0">
                <a:solidFill>
                  <a:srgbClr val="FFFFFF"/>
                </a:solidFill>
                <a:latin typeface="Pretendard"/>
                <a:ea typeface="Pretendard"/>
                <a:cs typeface="Pretendard"/>
              </a:defRPr>
            </a:pPr>
            <a:r>
              <a:rPr sz="3600" b="0">
                <a:solidFill>
                  <a:srgbClr val="FFFFFF"/>
                </a:solidFill>
                <a:latin typeface="Pretendard"/>
                <a:ea typeface="Pretendard"/>
                <a:cs typeface="Pretendard"/>
              </a:rPr>
              <a:t>2H(</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 H₂(</a:t>
            </a:r>
            <a:r>
              <a:rPr sz="3600" b="0" i="1">
                <a:solidFill>
                  <a:srgbClr val="FFFFFF"/>
                </a:solidFill>
                <a:latin typeface="Pretendard"/>
                <a:ea typeface="Pretendard"/>
                <a:cs typeface="Pretendard"/>
              </a:rPr>
              <a:t>g</a:t>
            </a:r>
            <a:r>
              <a:rPr sz="3600" b="0">
                <a:solidFill>
                  <a:srgbClr val="FFFFFF"/>
                </a:solidFill>
                <a:latin typeface="Pretendard"/>
                <a:ea typeface="Pretendard"/>
                <a:cs typeface="Pretendard"/>
              </a:rPr>
              <a:t>)    Δ</a:t>
            </a:r>
            <a:r>
              <a:rPr sz="3600" b="0" i="1">
                <a:solidFill>
                  <a:srgbClr val="FFFFFF"/>
                </a:solidFill>
                <a:latin typeface="Pretendard"/>
                <a:ea typeface="Pretendard"/>
                <a:cs typeface="Pretendard"/>
              </a:rPr>
              <a:t>H</a:t>
            </a:r>
            <a:r>
              <a:rPr sz="3600" b="0">
                <a:solidFill>
                  <a:srgbClr val="FFFFFF"/>
                </a:solidFill>
                <a:latin typeface="Pretendard"/>
                <a:ea typeface="Pretendard"/>
                <a:cs typeface="Pretendard"/>
              </a:rPr>
              <a:t> = −436 kJ</a:t>
            </a:r>
          </a:p>
        </p:txBody>
      </p:sp>
    </p:spTree>
    <p:extLst>
      <p:ext uri="{BB962C8B-B14F-4D97-AF65-F5344CB8AC3E}">
        <ns4:creationId val="1701735972"/>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D01C5AC4-3F3F-49E3-8C8E-5AEEF8F3F60D}"/>
              </a:ext>
            </a:extLst>
          </p:cNvPr>
          <p:cNvPicPr>
            <a:picLocks noChangeAspect="1"/>
          </p:cNvPicPr>
          <p:nvPr/>
        </p:nvPicPr>
        <p:blipFill>
          <a:blip ns3:embed="Rb10cfe21d9014790"/>
          <a:stretch/>
        </p:blipFill>
        <p:spPr>
          <a:xfrm>
            <a:off x="16941800" y="382588"/>
            <a:ext cx="1028700" cy="733425"/>
          </a:xfrm>
          <a:prstGeom prst="rect">
            <a:avLst/>
          </a:prstGeom>
        </p:spPr>
      </p:pic>
      <p:sp>
        <p:nvSpPr>
          <p:cNvPr id="2" name="part_heading">
            <a:extLst>
              <a:ext uri="{FF2B5EF4-FFF2-40B4-BE49-F238E27FC236}">
                <ns2:creationId id="{F16A596D-8EA7-469B-A484-F769D48F492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741C7D23-F16B-42E2-84AB-C3F7AB53167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231E4076-5B58-4091-A8FD-22CE0E43A6C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EB940C1C-997B-4E86-A60C-052F71E88AB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7AD48166-2336-41D9-97FB-D48DF8A8C8C0}"/>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981F4F36-3182-45A4-B4E9-4048B08C65A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D59A390E-C854-4074-AF2C-F9E4241969B5}"/>
              </a:ext>
            </a:extLst>
          </p:cNvPr>
          <p:cNvPicPr>
            <a:picLocks noChangeAspect="1"/>
          </p:cNvPicPr>
          <p:nvPr/>
        </p:nvPicPr>
        <p:blipFill>
          <a:blip ns3:embed="Rb3f94918425344a8"/>
          <a:stretch/>
        </p:blipFill>
        <p:spPr>
          <a:xfrm>
            <a:off x="1578835" y="4476750"/>
            <a:ext cx="9986830" cy="5334000"/>
          </a:xfrm>
          <a:prstGeom prst="rect">
            <a:avLst/>
          </a:prstGeom>
        </p:spPr>
      </p:pic>
      <p:sp>
        <p:nvSpPr>
          <p:cNvPr id="9" name="reading-card-1">
            <a:extLst>
              <a:ext uri="{FF2B5EF4-FFF2-40B4-BE49-F238E27FC236}">
                <ns2:creationId id="{02D4A0DA-CA64-41DB-9B94-DC4F4EDD03BA}"/>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BA2F27BD-740A-4774-85F4-1896AA9040CC}"/>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0A0A17C9-894A-4D8B-BE1D-1A5C3BFA68F3}"/>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889B3A3B-2DFD-414F-8E9B-C21CF3A8EAD4}"/>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기준</a:t>
            </a:r>
          </a:p>
        </p:txBody>
      </p:sp>
      <p:sp>
        <p:nvSpPr>
          <p:cNvPr id="13" name="reading-body-1">
            <a:extLst>
              <a:ext uri="{FF2B5EF4-FFF2-40B4-BE49-F238E27FC236}">
                <ns2:creationId id="{D49FE3B6-8B63-4E52-9787-78F8327D5D81}"/>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1 mol</a:t>
            </a:r>
          </a:p>
        </p:txBody>
      </p:sp>
      <p:sp>
        <p:nvSpPr>
          <p:cNvPr id="14" name="reading-card-2">
            <a:extLst>
              <a:ext uri="{FF2B5EF4-FFF2-40B4-BE49-F238E27FC236}">
                <ns2:creationId id="{9D8D561A-DE06-4881-91B9-18946F5435B2}"/>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1078C1F9-D9F4-4DE0-B65C-BD35CC0ADE10}"/>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3F45949B-B77B-41A7-80DE-AA134915CECF}"/>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94EC4E05-4795-4B36-AA2A-A227C89B67B1}"/>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의미</a:t>
            </a:r>
          </a:p>
        </p:txBody>
      </p:sp>
      <p:sp>
        <p:nvSpPr>
          <p:cNvPr id="18" name="reading-body-2">
            <a:extLst>
              <a:ext uri="{FF2B5EF4-FFF2-40B4-BE49-F238E27FC236}">
                <ns2:creationId id="{0C5014D6-162E-47CA-A1C8-BD01127964B7}"/>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해리에 필요한 에너지</a:t>
            </a:r>
          </a:p>
        </p:txBody>
      </p:sp>
      <p:sp>
        <p:nvSpPr>
          <p:cNvPr id="19" name="reading-card-3">
            <a:extLst>
              <a:ext uri="{FF2B5EF4-FFF2-40B4-BE49-F238E27FC236}">
                <ns2:creationId id="{F2E514AC-FAFF-40E9-9B6D-CE73135E56D9}"/>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D6A1A6B6-5631-47E6-BECF-201A2BE225E9}"/>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AEEADEB7-419A-4A2F-8FBD-ADE0247FF648}"/>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336976B5-E152-4C24-AFC1-9397746DC2F2}"/>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부호</a:t>
            </a:r>
          </a:p>
        </p:txBody>
      </p:sp>
      <p:sp>
        <p:nvSpPr>
          <p:cNvPr id="23" name="reading-body-3">
            <a:extLst>
              <a:ext uri="{FF2B5EF4-FFF2-40B4-BE49-F238E27FC236}">
                <ns2:creationId id="{4C6F0895-931B-46B9-987B-C9D90A7142EF}"/>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에너지는 양수</a:t>
            </a:r>
          </a:p>
        </p:txBody>
      </p:sp>
    </p:spTree>
    <p:extLst>
      <p:ext uri="{BB962C8B-B14F-4D97-AF65-F5344CB8AC3E}">
        <ns4:creationId val="2082348256"/>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8960E372-9059-4DD6-9150-350E7A22E5F4}"/>
              </a:ext>
            </a:extLst>
          </p:cNvPr>
          <p:cNvPicPr>
            <a:picLocks noChangeAspect="1"/>
          </p:cNvPicPr>
          <p:nvPr/>
        </p:nvPicPr>
        <p:blipFill>
          <a:blip ns3:embed="R20278f7e2646429f"/>
          <a:stretch/>
        </p:blipFill>
        <p:spPr>
          <a:xfrm>
            <a:off x="16941800" y="382588"/>
            <a:ext cx="1028700" cy="733425"/>
          </a:xfrm>
          <a:prstGeom prst="rect">
            <a:avLst/>
          </a:prstGeom>
        </p:spPr>
      </p:pic>
      <p:sp>
        <p:nvSpPr>
          <p:cNvPr id="2" name="part_heading">
            <a:extLst>
              <a:ext uri="{FF2B5EF4-FFF2-40B4-BE49-F238E27FC236}">
                <ns2:creationId id="{513E1C30-E381-4322-8CDB-57AD1A808CB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2947DC26-C5B2-4136-8BFE-8BA50335B03A}"/>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1B9AB4D-A1F9-4BFD-8006-053708092AF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8EABF7D4-019D-40C9-B89C-5C134E878F7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C320A93C-9351-4E54-B7DA-9962783A184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95E59AFD-4239-4E8D-886B-AB818F6E617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5229038C-6FFD-439E-BAB8-D25FAF351862}"/>
              </a:ext>
            </a:extLst>
          </p:cNvPr>
          <p:cNvPicPr>
            <a:picLocks noChangeAspect="1"/>
          </p:cNvPicPr>
          <p:nvPr/>
        </p:nvPicPr>
        <p:blipFill>
          <a:blip ns3:embed="R888e0e2826a84ddd"/>
          <a:stretch/>
        </p:blipFill>
        <p:spPr>
          <a:xfrm>
            <a:off x="5869781" y="4191000"/>
            <a:ext cx="6548438" cy="714375"/>
          </a:xfrm>
          <a:prstGeom prst="rect">
            <a:avLst/>
          </a:prstGeom>
        </p:spPr>
      </p:pic>
      <p:pic>
        <p:nvPicPr>
          <p:cNvPr id="9" name="">
            <a:extLst>
              <a:ext uri="{FF2B5EF4-FFF2-40B4-BE49-F238E27FC236}">
                <ns2:creationId id="{3384D544-391D-45BF-AD1F-0C14341916E9}"/>
              </a:ext>
            </a:extLst>
          </p:cNvPr>
          <p:cNvPicPr>
            <a:picLocks noChangeAspect="1"/>
          </p:cNvPicPr>
          <p:nvPr/>
        </p:nvPicPr>
        <p:blipFill>
          <a:blip ns3:embed="R2c1646ad415f49ae"/>
          <a:stretch/>
        </p:blipFill>
        <p:spPr>
          <a:xfrm>
            <a:off x="3437359" y="5143500"/>
            <a:ext cx="11413282" cy="3190875"/>
          </a:xfrm>
          <a:prstGeom prst="rect">
            <a:avLst/>
          </a:prstGeom>
        </p:spPr>
      </p:pic>
      <p:sp>
        <p:nvSpPr>
          <p:cNvPr id="10" name="conclusion-box">
            <a:extLst>
              <a:ext uri="{FF2B5EF4-FFF2-40B4-BE49-F238E27FC236}">
                <ns2:creationId id="{A4F37FAC-6AA6-4F7D-B678-F16A2578FA89}"/>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B6B32AF8-3324-4260-803D-52653C83287A}"/>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1224890841"/>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5" name="">
            <a:extLst>
              <a:ext uri="{FF2B5EF4-FFF2-40B4-BE49-F238E27FC236}">
                <ns2:creationId id="{37E759FC-F2DD-44E2-B0BF-28082D8D332D}"/>
              </a:ext>
            </a:extLst>
          </p:cNvPr>
          <p:cNvPicPr>
            <a:picLocks noChangeAspect="1"/>
          </p:cNvPicPr>
          <p:nvPr/>
        </p:nvPicPr>
        <p:blipFill>
          <a:blip ns3:embed="Rdcd8a91b30724a3c"/>
          <a:stretch/>
        </p:blipFill>
        <p:spPr>
          <a:xfrm>
            <a:off x="16941800" y="382588"/>
            <a:ext cx="1028700" cy="733425"/>
          </a:xfrm>
          <a:prstGeom prst="rect">
            <a:avLst/>
          </a:prstGeom>
        </p:spPr>
      </p:pic>
      <p:sp>
        <p:nvSpPr>
          <p:cNvPr id="2" name="part_heading">
            <a:extLst>
              <a:ext uri="{FF2B5EF4-FFF2-40B4-BE49-F238E27FC236}">
                <ns2:creationId id="{22668BB5-00E7-40C4-98E9-D4231CE2B804}"/>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255BDBD2-CED5-4014-8A90-0A157E03B65F}"/>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AE2C0BE-80F1-4812-A59A-50EE5A6E16D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29CBAD36-1908-477A-9E2B-F9B7943A411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684DE81C-CD0E-4AD2-8268-C8516E91CDBB}"/>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a:t>
            </a:r>
          </a:p>
        </p:txBody>
      </p:sp>
      <p:sp>
        <p:nvSpPr>
          <p:cNvPr id="7" name="copyright">
            <a:extLst>
              <a:ext uri="{FF2B5EF4-FFF2-40B4-BE49-F238E27FC236}">
                <ns2:creationId id="{5BF33CF1-5874-44A5-B3AA-78453E191B7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7AEB043E-4052-47FC-8A4D-86AB76541963}"/>
              </a:ext>
            </a:extLst>
          </p:cNvPr>
          <p:cNvSpPr>
            <a:spLocks noGrp="1"/>
          </p:cNvSpPr>
          <p:nvPr/>
        </p:nvSpPr>
        <p:spPr>
          <a:xfrm>
            <a:off x="2286000" y="4857750"/>
            <a:ext cx="13716000" cy="3333750"/>
          </a:xfrm>
          <a:prstGeom prst="roundRect">
            <a:avLst>
              <a:gd name="adj" fmla="val 6286"/>
            </a:avLst>
          </a:prstGeom>
          <a:solidFill>
            <a:srgbClr val="252525"/>
          </a:solidFill>
          <a:ln w="0">
            <a:noFill/>
          </a:ln>
        </p:spPr>
      </p:sp>
      <p:graphicFrame>
        <p:nvGraphicFramePr>
          <p:cNvPr id="9" name="">
            <a:extLst>
              <a:ext uri="{FF2B5EF4-FFF2-40B4-BE49-F238E27FC236}">
                <ns2:creationId id="{116F8F04-2BB0-4C91-967B-65DC579EE991}"/>
              </a:ext>
            </a:extLst>
          </p:cNvPr>
          <p:cNvGraphicFramePr/>
          <p:nvPr/>
        </p:nvGraphicFramePr>
        <p:xfrm>
          <a:off x="2628900" y="5086350"/>
          <a:ext cx="13030200" cy="2876550"/>
        </p:xfrm>
        <a:graphic>
          <a:graphicData uri="http://schemas.openxmlformats.org/drawingml/2006/table">
            <a:tbl>
              <a:tblPr/>
              <a:tblGrid>
                <a:gridCol w="3167063"/>
                <a:gridCol w="4071938"/>
                <a:gridCol w="5791200"/>
              </a:tblGrid>
              <a:tr h="719138">
                <a:tc>
                  <a:txBody>
                    <a:bodyPr lIns="114300" tIns="114300" rIns="114300" bIns="114300"/>
                    <a:lstStyle/>
                    <a:p>
                      <a:pPr algn="l"/>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19138">
                <a:tc>
                  <a:txBody>
                    <a:bodyPr lIns="114300" tIns="114300" rIns="114300" bIns="114300"/>
                    <a:lstStyle/>
                    <a:p>
                      <a:pPr algn="l"/>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6FE91DA3-BF54-4CAF-956E-175F7A0F7771}"/>
              </a:ext>
            </a:extLst>
          </p:cNvPr>
          <p:cNvSpPr>
            <a:spLocks noGrp="1"/>
          </p:cNvSpPr>
          <p:nvPr/>
        </p:nvSpPr>
        <p:spPr>
          <a:xfrm>
            <a:off x="2628900" y="5805488"/>
            <a:ext cx="13030200" cy="14288"/>
          </a:xfrm>
          <a:prstGeom prst="rect">
            <a:avLst/>
          </a:prstGeom>
          <a:solidFill>
            <a:srgbClr val="777777"/>
          </a:solidFill>
          <a:ln w="0">
            <a:noFill/>
          </a:ln>
        </p:spPr>
      </p:sp>
      <p:sp>
        <p:nvSpPr>
          <p:cNvPr id="11" name="table-row-rule-2">
            <a:extLst>
              <a:ext uri="{FF2B5EF4-FFF2-40B4-BE49-F238E27FC236}">
                <ns2:creationId id="{713F6C33-E43F-4A2A-A16E-98DABEA9D46B}"/>
              </a:ext>
            </a:extLst>
          </p:cNvPr>
          <p:cNvSpPr>
            <a:spLocks noGrp="1"/>
          </p:cNvSpPr>
          <p:nvPr/>
        </p:nvSpPr>
        <p:spPr>
          <a:xfrm>
            <a:off x="2628900" y="6524625"/>
            <a:ext cx="13030200" cy="14288"/>
          </a:xfrm>
          <a:prstGeom prst="rect">
            <a:avLst/>
          </a:prstGeom>
          <a:solidFill>
            <a:srgbClr val="777777"/>
          </a:solidFill>
          <a:ln w="0">
            <a:noFill/>
          </a:ln>
        </p:spPr>
      </p:sp>
      <p:sp>
        <p:nvSpPr>
          <p:cNvPr id="12" name="table-row-rule-3">
            <a:extLst>
              <a:ext uri="{FF2B5EF4-FFF2-40B4-BE49-F238E27FC236}">
                <ns2:creationId id="{DC7EE0EA-9923-42C6-B8E0-88641716AFA6}"/>
              </a:ext>
            </a:extLst>
          </p:cNvPr>
          <p:cNvSpPr>
            <a:spLocks noGrp="1"/>
          </p:cNvSpPr>
          <p:nvPr/>
        </p:nvSpPr>
        <p:spPr>
          <a:xfrm>
            <a:off x="2628900" y="7243763"/>
            <a:ext cx="13030200" cy="14288"/>
          </a:xfrm>
          <a:prstGeom prst="rect">
            <a:avLst/>
          </a:prstGeom>
          <a:solidFill>
            <a:srgbClr val="777777"/>
          </a:solidFill>
          <a:ln w="0">
            <a:noFill/>
          </a:ln>
        </p:spPr>
      </p:sp>
      <p:sp>
        <p:nvSpPr>
          <p:cNvPr id="13" name="takeaway-box">
            <a:extLst>
              <a:ext uri="{FF2B5EF4-FFF2-40B4-BE49-F238E27FC236}">
                <ns2:creationId id="{E8309EEF-E886-4E2D-B11E-3925E8D2D88C}"/>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4" name="takeaway">
            <a:extLst>
              <a:ext uri="{FF2B5EF4-FFF2-40B4-BE49-F238E27FC236}">
                <ns2:creationId id="{F9C2B715-5517-4A4B-8673-CE09F1562288}"/>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8299570"/>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28AB9259-5866-42E3-8C00-0E525B8CB817}"/>
              </a:ext>
            </a:extLst>
          </p:cNvPr>
          <p:cNvPicPr>
            <a:picLocks noChangeAspect="1"/>
          </p:cNvPicPr>
          <p:nvPr/>
        </p:nvPicPr>
        <p:blipFill>
          <a:blip ns3:embed="R0d4cf71bb9444a42"/>
          <a:stretch/>
        </p:blipFill>
        <p:spPr>
          <a:xfrm>
            <a:off x="16941800" y="382588"/>
            <a:ext cx="1028700" cy="733425"/>
          </a:xfrm>
          <a:prstGeom prst="rect">
            <a:avLst/>
          </a:prstGeom>
        </p:spPr>
      </p:pic>
      <p:sp>
        <p:nvSpPr>
          <p:cNvPr id="2" name="part_heading">
            <a:extLst>
              <a:ext uri="{FF2B5EF4-FFF2-40B4-BE49-F238E27FC236}">
                <ns2:creationId id="{02CAB50E-97EA-4048-BA93-1915F4EF53F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AA2A6F79-449B-4EAB-AE8C-C1773B7BA18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DF0E650-2A43-4A81-A1BB-997C635D714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FB10B2E7-9227-427E-A8D1-9D6C789D2F4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3630ECB7-0E8F-49AC-879D-24D9BF43391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3600" b="0">
                <a:solidFill>
                  <a:srgbClr val="888888"/>
                </a:solidFill>
                <a:latin typeface="Pretendard"/>
                <a:ea typeface="Pretendard"/>
                <a:cs typeface="Pretendard"/>
              </a:defRPr>
            </a:defPPr>
            <a:lvl1pPr algn="ctr">
              <a:defRPr sz="3600" b="0">
                <a:solidFill>
                  <a:srgbClr val="888888"/>
                </a:solidFill>
                <a:latin typeface="Pretendard"/>
                <a:ea typeface="Pretendard"/>
                <a:cs typeface="Pretendard"/>
              </a:defRPr>
            </a:lvl1pPr>
            <a:lvl2pPr algn="ctr">
              <a:defRPr sz="3600" b="0">
                <a:solidFill>
                  <a:srgbClr val="888888"/>
                </a:solidFill>
                <a:latin typeface="Pretendard"/>
                <a:ea typeface="Pretendard"/>
                <a:cs typeface="Pretendard"/>
              </a:defRPr>
            </a:lvl2pPr>
            <a:lvl3pPr algn="ctr">
              <a:defRPr sz="3600" b="0">
                <a:solidFill>
                  <a:srgbClr val="888888"/>
                </a:solidFill>
                <a:latin typeface="Pretendard"/>
                <a:ea typeface="Pretendard"/>
                <a:cs typeface="Pretendard"/>
              </a:defRPr>
            </a:lvl3pPr>
            <a:lvl4pPr algn="ctr">
              <a:defRPr sz="3600" b="0">
                <a:solidFill>
                  <a:srgbClr val="888888"/>
                </a:solidFill>
                <a:latin typeface="Pretendard"/>
                <a:ea typeface="Pretendard"/>
                <a:cs typeface="Pretendard"/>
              </a:defRPr>
            </a:lvl4pPr>
            <a:lvl5pPr algn="ctr">
              <a:defRPr sz="3600" b="0">
                <a:solidFill>
                  <a:srgbClr val="888888"/>
                </a:solidFill>
                <a:latin typeface="Pretendard"/>
                <a:ea typeface="Pretendard"/>
                <a:cs typeface="Pretendard"/>
              </a:defRPr>
            </a:lvl5pPr>
            <a:lvl6pPr algn="ctr">
              <a:defRPr sz="3600" b="0">
                <a:solidFill>
                  <a:srgbClr val="888888"/>
                </a:solidFill>
                <a:latin typeface="Pretendard"/>
                <a:ea typeface="Pretendard"/>
                <a:cs typeface="Pretendard"/>
              </a:defRPr>
            </a:lvl6pPr>
            <a:lvl7pPr algn="ctr">
              <a:defRPr sz="3600" b="0">
                <a:solidFill>
                  <a:srgbClr val="888888"/>
                </a:solidFill>
                <a:latin typeface="Pretendard"/>
                <a:ea typeface="Pretendard"/>
                <a:cs typeface="Pretendard"/>
              </a:defRPr>
            </a:lvl7pPr>
            <a:lvl8pPr algn="ctr">
              <a:defRPr sz="3600" b="0">
                <a:solidFill>
                  <a:srgbClr val="888888"/>
                </a:solidFill>
                <a:latin typeface="Pretendard"/>
                <a:ea typeface="Pretendard"/>
                <a:cs typeface="Pretendard"/>
              </a:defRPr>
            </a:lvl8pPr>
            <a:lvl9pPr algn="ctr">
              <a:defRPr sz="3600" b="0">
                <a:solidFill>
                  <a:srgbClr val="888888"/>
                </a:solidFill>
                <a:latin typeface="Pretendard"/>
                <a:ea typeface="Pretendard"/>
                <a:cs typeface="Pretendard"/>
              </a:defRPr>
            </a:lvl9pPr>
          </a:lstStyle>
          <a:p>
            <a:pPr algn="ctr">
              <a:defRPr sz="3600" b="0">
                <a:solidFill>
                  <a:srgbClr val="888888"/>
                </a:solidFill>
                <a:latin typeface="Pretendard"/>
                <a:ea typeface="Pretendard"/>
                <a:cs typeface="Pretendard"/>
              </a:defRPr>
            </a:pPr>
            <a:r>
              <a:rPr sz="3600" b="0">
                <a:solidFill>
                  <a:srgbClr val="888888"/>
                </a:solidFill>
                <a:latin typeface="Pretendard"/>
                <a:ea typeface="Pretendard"/>
                <a:cs typeface="Pretendard"/>
              </a:rPr>
              <a:t>2H₂(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O₂(</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2H₂O(</a:t>
            </a:r>
            <a:r>
              <a:rPr sz="3600" b="0" i="1">
                <a:solidFill>
                  <a:srgbClr val="888888"/>
                </a:solidFill>
                <a:latin typeface="Pretendard"/>
                <a:ea typeface="Pretendard"/>
                <a:cs typeface="Pretendard"/>
              </a:rPr>
              <a:t>g</a:t>
            </a:r>
            <a:r>
              <a:rPr sz="3600" b="0">
                <a:solidFill>
                  <a:srgbClr val="888888"/>
                </a:solidFill>
                <a:latin typeface="Pretendard"/>
                <a:ea typeface="Pretendard"/>
                <a:cs typeface="Pretendard"/>
              </a:rPr>
              <a:t>) · 반응식 전체 기준</a:t>
            </a:r>
          </a:p>
        </p:txBody>
      </p:sp>
      <p:sp>
        <p:nvSpPr>
          <p:cNvPr id="7" name="copyright">
            <a:extLst>
              <a:ext uri="{FF2B5EF4-FFF2-40B4-BE49-F238E27FC236}">
                <ns2:creationId id="{63072515-399A-40BC-911C-E37D99F0BC18}"/>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F9DF3AB-3EB5-42BA-924D-B1B9B2A70D3C}"/>
              </a:ext>
            </a:extLst>
          </p:cNvPr>
          <p:cNvPicPr>
            <a:picLocks noChangeAspect="1"/>
          </p:cNvPicPr>
          <p:nvPr/>
        </p:nvPicPr>
        <p:blipFill>
          <a:blip ns3:embed="R76160e812efa4310"/>
          <a:stretch/>
        </p:blipFill>
        <p:spPr>
          <a:xfrm>
            <a:off x="2136321" y="4676775"/>
            <a:ext cx="14015357" cy="714375"/>
          </a:xfrm>
          <a:prstGeom prst="rect">
            <a:avLst/>
          </a:prstGeom>
        </p:spPr>
      </p:pic>
      <p:sp>
        <p:nvSpPr>
          <p:cNvPr id="9" name="step-strip-0">
            <a:extLst>
              <a:ext uri="{FF2B5EF4-FFF2-40B4-BE49-F238E27FC236}">
                <ns2:creationId id="{5851990C-2D2B-4AC9-BCA9-6614CF6F722B}"/>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6F476E1D-67AF-4301-B42E-091940ECD1F0}"/>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5BCAA7A5-A53E-4B9B-BDC8-F8A8123D6A0B}"/>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1E9C9660-D63D-44EE-AA89-4A3CC63F59F1}"/>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D1A1E64C-DFE6-4003-B75F-859D3EF4B9AA}"/>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62C8355E-B1E3-4099-B7AB-66414DB409B9}"/>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DEF2789B-5ECF-41C4-AF7E-9E249C45A955}"/>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195D9051-33F0-4E08-96FB-7BC1D7E461DF}"/>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37B4F812-F74F-4224-84BE-106CDB4284DE}"/>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6F4D8961-24E0-4BFC-BF18-85A777A160BC}"/>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C681145B-C043-413E-9CE6-765135400E15}"/>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9A91A446-A4EA-4D24-B14C-1E06E669A407}"/>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0A8C676E-18C2-4E21-866C-992AFBAB517C}"/>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36C3C14B-C41C-45D9-91E7-3F3D541262CB}"/>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AA39667D-1AB0-4CD0-8796-AB41A10AAF85}"/>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a:t>
            </a:r>
            <a:r>
              <a:rPr sz="3450" b="1" i="1">
                <a:solidFill>
                  <a:srgbClr val="245D12"/>
                </a:solidFill>
                <a:latin typeface="Pretendard"/>
                <a:ea typeface="Pretendard"/>
                <a:cs typeface="Pretendard"/>
              </a:rPr>
              <a:t>H</a:t>
            </a:r>
            <a:r>
              <a:rPr sz="3450" b="1">
                <a:solidFill>
                  <a:srgbClr val="245D12"/>
                </a:solidFill>
                <a:latin typeface="Pretendard"/>
                <a:ea typeface="Pretendard"/>
                <a:cs typeface="Pretendard"/>
              </a:rPr>
              <a:t> ≈ 1370 − 1840 = −470 kJ</a:t>
            </a:r>
          </a:p>
        </p:txBody>
      </p:sp>
    </p:spTree>
    <p:extLst>
      <p:ext uri="{BB962C8B-B14F-4D97-AF65-F5344CB8AC3E}">
        <ns4:creationId val="314800565"/>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BE57ED9B-DE0C-4211-AE77-80F06B24E9C8}"/>
              </a:ext>
            </a:extLst>
          </p:cNvPr>
          <p:cNvPicPr>
            <a:picLocks noChangeAspect="1"/>
          </p:cNvPicPr>
          <p:nvPr/>
        </p:nvPicPr>
        <p:blipFill>
          <a:blip ns3:embed="R80974691d6504455"/>
          <a:stretch/>
        </p:blipFill>
        <p:spPr>
          <a:xfrm>
            <a:off x="16941800" y="382588"/>
            <a:ext cx="1028700" cy="733425"/>
          </a:xfrm>
          <a:prstGeom prst="rect">
            <a:avLst/>
          </a:prstGeom>
        </p:spPr>
      </p:pic>
      <p:sp>
        <p:nvSpPr>
          <p:cNvPr id="2" name="part_heading">
            <a:extLst>
              <a:ext uri="{FF2B5EF4-FFF2-40B4-BE49-F238E27FC236}">
                <ns2:creationId id="{9E2518E7-0CD3-4AC5-A864-590ED22799E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29438257-9BCC-4294-B9F2-107609CFD85C}"/>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08C24AE-E775-4255-BD27-F4A95824EF6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30A2EB99-2E57-4EBF-A1D7-78FF530C453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9F33284F-2B39-4DC7-A84B-D5F5ED646AA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0A0A56C1-F18C-4D78-A18D-37BF52EF1B8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2049DE49-DCE7-4935-B18C-F4DC3DD26AAF}"/>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651AEE40-3574-4629-9CDF-A6FC06D9A2D2}"/>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기체 물 생성</a:t>
            </a:r>
          </a:p>
        </p:txBody>
      </p:sp>
      <p:sp>
        <p:nvSpPr>
          <p:cNvPr id="10" name="method-1">
            <a:extLst>
              <a:ext uri="{FF2B5EF4-FFF2-40B4-BE49-F238E27FC236}">
                <ns2:creationId id="{4AB28ED8-89CD-46E2-9A7A-BB6E5E2A796D}"/>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a:t>
            </a:r>
          </a:p>
        </p:txBody>
      </p:sp>
      <p:sp>
        <p:nvSpPr>
          <p:cNvPr id="11" name="state-divider-1">
            <a:extLst>
              <a:ext uri="{FF2B5EF4-FFF2-40B4-BE49-F238E27FC236}">
                <ns2:creationId id="{A3DE1D07-35FA-42DF-AC53-836419F41CCB}"/>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B314CA28-3D03-4B5A-B8F2-5E01CDD4A909}"/>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E6A9A7E3-8A6F-4E36-B8C6-4A52F8225254}"/>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method-2">
            <a:extLst>
              <a:ext uri="{FF2B5EF4-FFF2-40B4-BE49-F238E27FC236}">
                <ns2:creationId id="{0A878543-79BC-46C5-A3AB-2875AEBD4F75}"/>
              </a:ext>
            </a:extLst>
          </p:cNvPr>
          <p:cNvSpPr>
            <a:spLocks noGrp="1"/>
          </p:cNvSpPr>
          <p:nvPr/>
        </p:nvSpPr>
        <p:spPr>
          <a:xfrm>
            <a:off x="5191125" y="7239000"/>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열화학 반응식</a:t>
            </a:r>
          </a:p>
        </p:txBody>
      </p:sp>
      <p:sp>
        <p:nvSpPr>
          <p:cNvPr id="15" name="state-divider-2">
            <a:extLst>
              <a:ext uri="{FF2B5EF4-FFF2-40B4-BE49-F238E27FC236}">
                <ns2:creationId id="{E684659A-5EC4-4B0E-8162-1E38BE7C5ACE}"/>
              </a:ext>
            </a:extLst>
          </p:cNvPr>
          <p:cNvSpPr>
            <a:spLocks noGrp="1"/>
          </p:cNvSpPr>
          <p:nvPr/>
        </p:nvSpPr>
        <p:spPr>
          <a:xfrm>
            <a:off x="1905000" y="9048750"/>
            <a:ext cx="14478000" cy="14288"/>
          </a:xfrm>
          <a:prstGeom prst="rect">
            <a:avLst/>
          </a:prstGeom>
          <a:solidFill>
            <a:srgbClr val="DDDDDD"/>
          </a:solidFill>
          <a:ln w="0">
            <a:noFill/>
          </a:ln>
        </p:spPr>
      </p:sp>
      <p:sp>
        <p:nvSpPr>
          <p:cNvPr id="16" name="equation">
            <a:extLst>
              <a:ext uri="{FF2B5EF4-FFF2-40B4-BE49-F238E27FC236}">
                <ns2:creationId id="{964ED5DC-3B46-4031-9AA9-7FD908D20A36}"/>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a:t>
            </a:r>
            <a:r>
              <a:rPr sz="3600" b="0" i="1">
                <a:solidFill>
                  <a:srgbClr val="111111"/>
                </a:solidFill>
                <a:latin typeface="Pretendard"/>
                <a:ea typeface="Pretendard"/>
                <a:cs typeface="Pretendard"/>
              </a:rPr>
              <a:t>H</a:t>
            </a:r>
            <a:r>
              <a:rPr sz="3600" b="0">
                <a:solidFill>
                  <a:srgbClr val="111111"/>
                </a:solidFill>
                <a:latin typeface="Pretendard"/>
                <a:ea typeface="Pretendard"/>
                <a:cs typeface="Pretendard"/>
              </a:rPr>
              <a:t> ≈ −470 kJ</a:t>
            </a:r>
          </a:p>
        </p:txBody>
      </p:sp>
      <p:pic>
        <p:nvPicPr>
          <p:cNvPr id="17" name="">
            <a:extLst>
              <a:ext uri="{FF2B5EF4-FFF2-40B4-BE49-F238E27FC236}">
                <ns2:creationId id="{CBB59B2F-E5B8-4F6E-8857-508BF4CCD945}"/>
              </a:ext>
            </a:extLst>
          </p:cNvPr>
          <p:cNvPicPr>
            <a:picLocks noChangeAspect="1"/>
          </p:cNvPicPr>
          <p:nvPr/>
        </p:nvPicPr>
        <p:blipFill>
          <a:blip ns3:embed="Re4a8b2e0268b400d"/>
          <a:stretch/>
        </p:blipFill>
        <p:spPr>
          <a:xfrm>
            <a:off x="1895084" y="8096250"/>
            <a:ext cx="14497833" cy="723900"/>
          </a:xfrm>
          <a:prstGeom prst="rect">
            <a:avLst/>
          </a:prstGeom>
        </p:spPr>
      </p:pic>
    </p:spTree>
    <p:extLst>
      <p:ext uri="{BB962C8B-B14F-4D97-AF65-F5344CB8AC3E}">
        <ns4:creationId val="2079382798"/>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01F2A6E0-50D1-4205-AF69-ABF5C52E94C0}"/>
              </a:ext>
            </a:extLst>
          </p:cNvPr>
          <p:cNvPicPr>
            <a:picLocks noChangeAspect="1"/>
          </p:cNvPicPr>
          <p:nvPr/>
        </p:nvPicPr>
        <p:blipFill>
          <a:blip ns3:embed="Rd4beac07b1e64f0f"/>
          <a:stretch/>
        </p:blipFill>
        <p:spPr>
          <a:xfrm>
            <a:off x="16941800" y="382588"/>
            <a:ext cx="1028700" cy="733425"/>
          </a:xfrm>
          <a:prstGeom prst="rect">
            <a:avLst/>
          </a:prstGeom>
        </p:spPr>
      </p:pic>
      <p:sp>
        <p:nvSpPr>
          <p:cNvPr id="2" name="part_heading">
            <a:extLst>
              <a:ext uri="{FF2B5EF4-FFF2-40B4-BE49-F238E27FC236}">
                <ns2:creationId id="{3F80B916-82B6-4E98-AF92-AF4854B61DC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692BB5F0-DAD4-43FF-A86B-5BF467CF478D}"/>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803E083A-BD11-4EC5-AC8E-102A1658674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 출입·계수·상태·결합을 연결한다</a:t>
            </a:r>
          </a:p>
        </p:txBody>
      </p:sp>
      <p:sp>
        <p:nvSpPr>
          <p:cNvPr id="5" name="explanation">
            <a:extLst>
              <a:ext uri="{FF2B5EF4-FFF2-40B4-BE49-F238E27FC236}">
                <ns2:creationId id="{FAE9A6FA-6312-47C1-929F-1327F4EF644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각 관계를 근거와 함께 한 문장으로 설명한다</a:t>
            </a:r>
          </a:p>
        </p:txBody>
      </p:sp>
      <p:sp>
        <p:nvSpPr>
          <p:cNvPr id="6" name="copyright">
            <a:extLst>
              <a:ext uri="{FF2B5EF4-FFF2-40B4-BE49-F238E27FC236}">
                <ns2:creationId id="{35BF4E8D-0EDD-4D33-8AC4-64623BBE63F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A7ABE720-9E30-4DF5-B4A9-1723ECA9A8DA}"/>
              </a:ext>
            </a:extLst>
          </p:cNvPr>
          <p:cNvSpPr>
            <a:spLocks noGrp="1"/>
          </p:cNvSpPr>
          <p:nvPr/>
        </p:nvSpPr>
        <p:spPr>
          <a:xfrm>
            <a:off x="1905000" y="4762500"/>
            <a:ext cx="14478000" cy="4286250"/>
          </a:xfrm>
          <a:prstGeom prst="roundRect">
            <a:avLst>
              <a:gd name="adj" fmla="val 4889"/>
            </a:avLst>
          </a:prstGeom>
          <a:solidFill>
            <a:srgbClr val="252525"/>
          </a:solidFill>
          <a:ln w="0">
            <a:noFill/>
          </a:ln>
        </p:spPr>
      </p:sp>
      <p:graphicFrame>
        <p:nvGraphicFramePr>
          <p:cNvPr id="8" name="">
            <a:extLst>
              <a:ext uri="{FF2B5EF4-FFF2-40B4-BE49-F238E27FC236}">
                <ns2:creationId id="{BFE7D7D7-CCDC-4625-8458-7CF719475F0C}"/>
              </a:ext>
            </a:extLst>
          </p:cNvPr>
          <p:cNvGraphicFramePr/>
          <p:nvPr/>
        </p:nvGraphicFramePr>
        <p:xfrm>
          <a:off x="2247900" y="4991100"/>
          <a:ext cx="13792200" cy="3829050"/>
        </p:xfrm>
        <a:graphic>
          <a:graphicData uri="http://schemas.openxmlformats.org/drawingml/2006/table">
            <a:tbl>
              <a:tblPr/>
              <a:tblGrid>
                <a:gridCol w="4083217"/>
                <a:gridCol w="9708983"/>
              </a:tblGrid>
              <a:tr h="765810">
                <a:tc>
                  <a:txBody>
                    <a:bodyPr lIns="114300" tIns="114300" rIns="114300" bIns="114300"/>
                    <a:lstStyle/>
                    <a:p>
                      <a:pPr algn="l"/>
                      <a:r>
                        <a:rPr sz="2700" b="1">
                          <a:solidFill>
                            <a:srgbClr val="FFFFFF"/>
                          </a:solidFill>
                          <a:latin typeface="Pretendard"/>
                          <a:ea typeface="Pretendard"/>
                          <a:cs typeface="Pretendard"/>
                        </a:rPr>
                        <a:t>연결할 개념</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확인할 관계</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열 출입과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&lt; 0  /  흡열 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계수와 반응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계수 × n  →  Δ</a:t>
                      </a:r>
                      <a:r>
                        <a:rPr sz="2700" b="1" i="1">
                          <a:solidFill>
                            <a:srgbClr val="FFFFFF"/>
                          </a:solidFill>
                          <a:latin typeface="Pretendard"/>
                          <a:ea typeface="Pretendard"/>
                          <a:cs typeface="Pretendard"/>
                        </a:rPr>
                        <a:t>H</a:t>
                      </a:r>
                      <a:r>
                        <a:rPr sz="2700" b="1">
                          <a:solidFill>
                            <a:srgbClr val="FFFFFF"/>
                          </a:solidFill>
                          <a:latin typeface="Pretendard"/>
                          <a:ea typeface="Pretendard"/>
                          <a:cs typeface="Pretendard"/>
                        </a:rPr>
                        <a:t> × n</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물질의 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상태가 다르면 반응 엔탈피도 달라진다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결합 에너지</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끊는 데 흡수한 에너지 − 형성 시 방출한 에너지</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D3DA62DB-12C6-4F68-9487-AB8E31E7F327}"/>
              </a:ext>
            </a:extLst>
          </p:cNvPr>
          <p:cNvSpPr>
            <a:spLocks noGrp="1"/>
          </p:cNvSpPr>
          <p:nvPr/>
        </p:nvSpPr>
        <p:spPr>
          <a:xfrm>
            <a:off x="2247900" y="5756910"/>
            <a:ext cx="13792200" cy="14288"/>
          </a:xfrm>
          <a:prstGeom prst="rect">
            <a:avLst/>
          </a:prstGeom>
          <a:solidFill>
            <a:srgbClr val="777777"/>
          </a:solidFill>
          <a:ln w="0">
            <a:noFill/>
          </a:ln>
        </p:spPr>
      </p:sp>
      <p:sp>
        <p:nvSpPr>
          <p:cNvPr id="10" name="table-row-rule-2">
            <a:extLst>
              <a:ext uri="{FF2B5EF4-FFF2-40B4-BE49-F238E27FC236}">
                <ns2:creationId id="{287F342C-6757-46C1-848E-6B7B44B2F1D3}"/>
              </a:ext>
            </a:extLst>
          </p:cNvPr>
          <p:cNvSpPr>
            <a:spLocks noGrp="1"/>
          </p:cNvSpPr>
          <p:nvPr/>
        </p:nvSpPr>
        <p:spPr>
          <a:xfrm>
            <a:off x="2247900" y="6522720"/>
            <a:ext cx="13792200" cy="14288"/>
          </a:xfrm>
          <a:prstGeom prst="rect">
            <a:avLst/>
          </a:prstGeom>
          <a:solidFill>
            <a:srgbClr val="777777"/>
          </a:solidFill>
          <a:ln w="0">
            <a:noFill/>
          </a:ln>
        </p:spPr>
      </p:sp>
      <p:sp>
        <p:nvSpPr>
          <p:cNvPr id="11" name="table-row-rule-3">
            <a:extLst>
              <a:ext uri="{FF2B5EF4-FFF2-40B4-BE49-F238E27FC236}">
                <ns2:creationId id="{5C946D32-3B3C-44DB-870D-81AD7CB6A691}"/>
              </a:ext>
            </a:extLst>
          </p:cNvPr>
          <p:cNvSpPr>
            <a:spLocks noGrp="1"/>
          </p:cNvSpPr>
          <p:nvPr/>
        </p:nvSpPr>
        <p:spPr>
          <a:xfrm>
            <a:off x="2247900" y="7288530"/>
            <a:ext cx="13792200" cy="14288"/>
          </a:xfrm>
          <a:prstGeom prst="rect">
            <a:avLst/>
          </a:prstGeom>
          <a:solidFill>
            <a:srgbClr val="777777"/>
          </a:solidFill>
          <a:ln w="0">
            <a:noFill/>
          </a:ln>
        </p:spPr>
      </p:sp>
      <p:sp>
        <p:nvSpPr>
          <p:cNvPr id="12" name="table-row-rule-4">
            <a:extLst>
              <a:ext uri="{FF2B5EF4-FFF2-40B4-BE49-F238E27FC236}">
                <ns2:creationId id="{1E48BAB3-652C-4F51-A17C-8B4CC9E2C2CE}"/>
              </a:ext>
            </a:extLst>
          </p:cNvPr>
          <p:cNvSpPr>
            <a:spLocks noGrp="1"/>
          </p:cNvSpPr>
          <p:nvPr/>
        </p:nvSpPr>
        <p:spPr>
          <a:xfrm>
            <a:off x="2247900" y="8054340"/>
            <a:ext cx="13792200" cy="14288"/>
          </a:xfrm>
          <a:prstGeom prst="rect">
            <a:avLst/>
          </a:prstGeom>
          <a:solidFill>
            <a:srgbClr val="777777"/>
          </a:solidFill>
          <a:ln w="0">
            <a:noFill/>
          </a:ln>
        </p:spPr>
      </p:sp>
    </p:spTree>
    <p:extLst>
      <p:ext uri="{BB962C8B-B14F-4D97-AF65-F5344CB8AC3E}">
        <ns4:creationId val="467453888"/>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1026D1EA-24C8-4EB7-8932-79545CEC818F}"/>
              </a:ext>
            </a:extLst>
          </p:cNvPr>
          <p:cNvPicPr>
            <a:picLocks noChangeAspect="1"/>
          </p:cNvPicPr>
          <p:nvPr/>
        </p:nvPicPr>
        <p:blipFill>
          <a:blip ns3:embed="Redaaab0c355b40d2"/>
          <a:stretch/>
        </p:blipFill>
        <p:spPr>
          <a:xfrm>
            <a:off x="16941800" y="382588"/>
            <a:ext cx="1028700" cy="733425"/>
          </a:xfrm>
          <a:prstGeom prst="rect">
            <a:avLst/>
          </a:prstGeom>
        </p:spPr>
      </p:pic>
      <p:sp>
        <p:nvSpPr>
          <p:cNvPr id="2" name="part_heading">
            <a:extLst>
              <a:ext uri="{FF2B5EF4-FFF2-40B4-BE49-F238E27FC236}">
                <ns2:creationId id="{2A0BA0B9-098A-41B6-A23A-155E3973CFC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C100EBD6-F8CF-41B0-A885-6AE4E7DB5AC5}"/>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015BCBF1-7FA0-4F28-87E6-FE328935863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5" name="explanation">
            <a:extLst>
              <a:ext uri="{FF2B5EF4-FFF2-40B4-BE49-F238E27FC236}">
                <ns2:creationId id="{314D58F3-59F2-4C09-B309-ECF13CDBD43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6" name="copyright">
            <a:extLst>
              <a:ext uri="{FF2B5EF4-FFF2-40B4-BE49-F238E27FC236}">
                <ns2:creationId id="{3DFA4A22-0CAA-48B5-A6B2-D7EF38A4BD7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warm-question">
            <a:extLst>
              <a:ext uri="{FF2B5EF4-FFF2-40B4-BE49-F238E27FC236}">
                <ns2:creationId id="{7B7D180A-3A77-498B-A06C-765AFECA6B30}"/>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8" name="warm-question-text">
            <a:extLst>
              <a:ext uri="{FF2B5EF4-FFF2-40B4-BE49-F238E27FC236}">
                <ns2:creationId id="{C4BB4FA0-DC4D-4C50-9312-4C5573F8B143}"/>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9" name="">
            <a:extLst>
              <a:ext uri="{FF2B5EF4-FFF2-40B4-BE49-F238E27FC236}">
                <ns2:creationId id="{1C5FAA97-0AEE-4870-AEE0-9CA27B24AB33}"/>
              </a:ext>
            </a:extLst>
          </p:cNvPr>
          <p:cNvPicPr>
            <a:picLocks noChangeAspect="1"/>
          </p:cNvPicPr>
          <p:nvPr/>
        </p:nvPicPr>
        <p:blipFill>
          <a:blip ns3:embed="R1576e515128b4ea6"/>
          <a:stretch/>
        </p:blipFill>
        <p:spPr>
          <a:xfrm>
            <a:off x="1809750" y="6081617"/>
            <a:ext cx="4095750" cy="3076766"/>
          </a:xfrm>
          <a:prstGeom prst="rect">
            <a:avLst/>
          </a:prstGeom>
        </p:spPr>
      </p:pic>
      <p:sp>
        <p:nvSpPr>
          <p:cNvPr id="10" name="recap-card-1">
            <a:extLst>
              <a:ext uri="{FF2B5EF4-FFF2-40B4-BE49-F238E27FC236}">
                <ns2:creationId id="{8DAC1A04-921A-443E-AE1D-C92B3CB3AE4F}"/>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1" name="recap-label-1">
            <a:extLst>
              <a:ext uri="{FF2B5EF4-FFF2-40B4-BE49-F238E27FC236}">
                <ns2:creationId id="{9E76E186-2878-40B6-9F19-028782FE6C93}"/>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2" name="recap-body-1">
            <a:extLst>
              <a:ext uri="{FF2B5EF4-FFF2-40B4-BE49-F238E27FC236}">
                <ns2:creationId id="{420E8A22-6053-4BB0-9CB5-2358F95E5E72}"/>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3" name="recap-arrow-1">
            <a:extLst>
              <a:ext uri="{FF2B5EF4-FFF2-40B4-BE49-F238E27FC236}">
                <ns2:creationId id="{31B06FAD-E12F-4024-86C9-D2711E02C6D9}"/>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4" name="recap-card-2">
            <a:extLst>
              <a:ext uri="{FF2B5EF4-FFF2-40B4-BE49-F238E27FC236}">
                <ns2:creationId id="{8AAFC459-63EC-40C4-9BCA-8FA3A444628B}"/>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5" name="recap-label-2">
            <a:extLst>
              <a:ext uri="{FF2B5EF4-FFF2-40B4-BE49-F238E27FC236}">
                <ns2:creationId id="{87F36363-6471-4303-8895-B58A27292C3C}"/>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6" name="recap-body-2">
            <a:extLst>
              <a:ext uri="{FF2B5EF4-FFF2-40B4-BE49-F238E27FC236}">
                <ns2:creationId id="{6039865D-2903-4E88-AA36-2C3B774CE7C7}"/>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7" name="recap-arrow-2">
            <a:extLst>
              <a:ext uri="{FF2B5EF4-FFF2-40B4-BE49-F238E27FC236}">
                <ns2:creationId id="{70DD2048-E97E-4012-94D4-7DC093F07704}"/>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8" name="recap-card-3">
            <a:extLst>
              <a:ext uri="{FF2B5EF4-FFF2-40B4-BE49-F238E27FC236}">
                <ns2:creationId id="{6E19C363-B05A-4E56-A590-C3FD69B07907}"/>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9" name="recap-label-3">
            <a:extLst>
              <a:ext uri="{FF2B5EF4-FFF2-40B4-BE49-F238E27FC236}">
                <ns2:creationId id="{B2AD0ACD-DAA5-4149-83C2-3BC894D737E1}"/>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20" name="recap-body-3">
            <a:extLst>
              <a:ext uri="{FF2B5EF4-FFF2-40B4-BE49-F238E27FC236}">
                <ns2:creationId id="{133F475F-1F89-4E83-BF19-0C49E7222C20}"/>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a:t>
            </a:r>
            <a:r>
              <a:rPr sz="2775" b="1" i="1">
                <a:solidFill>
                  <a:srgbClr val="111111"/>
                </a:solidFill>
                <a:latin typeface="Pretendard"/>
                <a:ea typeface="Pretendard"/>
                <a:cs typeface="Pretendard"/>
              </a:rPr>
              <a:t>H</a:t>
            </a:r>
            <a:r>
              <a:rPr sz="2775" b="1">
                <a:solidFill>
                  <a:srgbClr val="111111"/>
                </a:solidFill>
                <a:latin typeface="Pretendard"/>
                <a:ea typeface="Pretendard"/>
                <a:cs typeface="Pretendard"/>
              </a:rPr>
              <a:t> &lt; 0</a:t>
            </a:r>
          </a:p>
        </p:txBody>
      </p:sp>
      <p:sp>
        <p:nvSpPr>
          <p:cNvPr id="21" name="exit-reaction">
            <a:extLst>
              <a:ext uri="{FF2B5EF4-FFF2-40B4-BE49-F238E27FC236}">
                <ns2:creationId id="{DF013EFB-D400-484C-81DE-E41B767067FC}"/>
              </a:ext>
            </a:extLst>
          </p:cNvPr>
          <p:cNvSpPr>
            <a:spLocks noGrp="1"/>
          </p:cNvSpPr>
          <p:nvPr/>
        </p:nvSpPr>
        <p:spPr>
          <a:xfrm>
            <a:off x="7334250" y="7096125"/>
            <a:ext cx="9525000" cy="666750"/>
          </a:xfrm>
          <a:prstGeom prst="rect">
            <a:avLst/>
          </a:prstGeom>
          <a:noFill/>
          <a:ln w="0">
            <a:noFill/>
          </a:ln>
        </p:spPr>
        <p:txBody>
          <a:bodyPr wrap="none" lIns="0" tIns="0" rIns="0" bIns="0" anchor="t">
            <a:noAutofit/>
          </a:bodyPr>
          <a:lstStyle>
            <a:defPPr algn="l">
              <a:defRPr sz="3600" b="0">
                <a:solidFill>
                  <a:srgbClr val="111111"/>
                </a:solidFill>
                <a:latin typeface="Pretendard"/>
                <a:ea typeface="Pretendard"/>
                <a:cs typeface="Pretendard"/>
              </a:defRPr>
            </a:defPPr>
            <a:lvl1pPr algn="l">
              <a:defRPr sz="3600" b="0">
                <a:solidFill>
                  <a:srgbClr val="111111"/>
                </a:solidFill>
                <a:latin typeface="Pretendard"/>
                <a:ea typeface="Pretendard"/>
                <a:cs typeface="Pretendard"/>
              </a:defRPr>
            </a:lvl1pPr>
            <a:lvl2pPr algn="l">
              <a:defRPr sz="3600" b="0">
                <a:solidFill>
                  <a:srgbClr val="111111"/>
                </a:solidFill>
                <a:latin typeface="Pretendard"/>
                <a:ea typeface="Pretendard"/>
                <a:cs typeface="Pretendard"/>
              </a:defRPr>
            </a:lvl2pPr>
            <a:lvl3pPr algn="l">
              <a:defRPr sz="3600" b="0">
                <a:solidFill>
                  <a:srgbClr val="111111"/>
                </a:solidFill>
                <a:latin typeface="Pretendard"/>
                <a:ea typeface="Pretendard"/>
                <a:cs typeface="Pretendard"/>
              </a:defRPr>
            </a:lvl3pPr>
            <a:lvl4pPr algn="l">
              <a:defRPr sz="3600" b="0">
                <a:solidFill>
                  <a:srgbClr val="111111"/>
                </a:solidFill>
                <a:latin typeface="Pretendard"/>
                <a:ea typeface="Pretendard"/>
                <a:cs typeface="Pretendard"/>
              </a:defRPr>
            </a:lvl4pPr>
            <a:lvl5pPr algn="l">
              <a:defRPr sz="3600" b="0">
                <a:solidFill>
                  <a:srgbClr val="111111"/>
                </a:solidFill>
                <a:latin typeface="Pretendard"/>
                <a:ea typeface="Pretendard"/>
                <a:cs typeface="Pretendard"/>
              </a:defRPr>
            </a:lvl5pPr>
            <a:lvl6pPr algn="l">
              <a:defRPr sz="3600" b="0">
                <a:solidFill>
                  <a:srgbClr val="111111"/>
                </a:solidFill>
                <a:latin typeface="Pretendard"/>
                <a:ea typeface="Pretendard"/>
                <a:cs typeface="Pretendard"/>
              </a:defRPr>
            </a:lvl6pPr>
            <a:lvl7pPr algn="l">
              <a:defRPr sz="3600" b="0">
                <a:solidFill>
                  <a:srgbClr val="111111"/>
                </a:solidFill>
                <a:latin typeface="Pretendard"/>
                <a:ea typeface="Pretendard"/>
                <a:cs typeface="Pretendard"/>
              </a:defRPr>
            </a:lvl7pPr>
            <a:lvl8pPr algn="l">
              <a:defRPr sz="3600" b="0">
                <a:solidFill>
                  <a:srgbClr val="111111"/>
                </a:solidFill>
                <a:latin typeface="Pretendard"/>
                <a:ea typeface="Pretendard"/>
                <a:cs typeface="Pretendard"/>
              </a:defRPr>
            </a:lvl8pPr>
            <a:lvl9pPr algn="l">
              <a:defRPr sz="3600" b="0">
                <a:solidFill>
                  <a:srgbClr val="111111"/>
                </a:solidFill>
                <a:latin typeface="Pretendard"/>
                <a:ea typeface="Pretendard"/>
                <a:cs typeface="Pretendard"/>
              </a:defRPr>
            </a:lvl9pPr>
          </a:lstStyle>
          <a:p>
            <a:pPr algn="l">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F₂(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2HF(</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a:t>
            </a:r>
          </a:p>
        </p:txBody>
      </p:sp>
      <p:sp>
        <p:nvSpPr>
          <p:cNvPr id="22" name="exit-instruction">
            <a:extLst>
              <a:ext uri="{FF2B5EF4-FFF2-40B4-BE49-F238E27FC236}">
                <ns2:creationId id="{ECA805F5-A717-4D5E-859E-754527902F76}"/>
              </a:ext>
            </a:extLst>
          </p:cNvPr>
          <p:cNvSpPr>
            <a:spLocks noGrp="1"/>
          </p:cNvSpPr>
          <p:nvPr/>
        </p:nvSpPr>
        <p:spPr>
          <a:xfrm>
            <a:off x="7334250" y="7858125"/>
            <a:ext cx="9525000" cy="52387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a:t>
            </a:r>
            <a:r>
              <a:rPr sz="2925" b="1" i="1">
                <a:solidFill>
                  <a:srgbClr val="555555"/>
                </a:solidFill>
                <a:latin typeface="Pretendard"/>
                <a:ea typeface="Pretendard"/>
                <a:cs typeface="Pretendard"/>
              </a:rPr>
              <a:t>H</a:t>
            </a:r>
            <a:r>
              <a:rPr sz="2925" b="1">
                <a:solidFill>
                  <a:srgbClr val="555555"/>
                </a:solidFill>
                <a:latin typeface="Pretendard"/>
                <a:ea typeface="Pretendard"/>
                <a:cs typeface="Pretendard"/>
              </a:rPr>
              <a:t>를 구해 보자</a:t>
            </a:r>
          </a:p>
        </p:txBody>
      </p:sp>
      <p:sp>
        <p:nvSpPr>
          <p:cNvPr id="23" name="answer-1">
            <a:extLst>
              <a:ext uri="{FF2B5EF4-FFF2-40B4-BE49-F238E27FC236}">
                <ns2:creationId id="{7B26BB21-31AB-453A-9957-A18E43B60865}"/>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a:t>
            </a:r>
            <a:r>
              <a:rPr sz="2925" b="1" i="1">
                <a:solidFill>
                  <a:srgbClr val="0C7D08"/>
                </a:solidFill>
                <a:latin typeface="Pretendard"/>
                <a:ea typeface="Pretendard"/>
                <a:cs typeface="Pretendard"/>
              </a:rPr>
              <a:t>H</a:t>
            </a:r>
            <a:r>
              <a:rPr sz="2925" b="1">
                <a:solidFill>
                  <a:srgbClr val="0C7D08"/>
                </a:solidFill>
                <a:latin typeface="Pretendard"/>
                <a:ea typeface="Pretendard"/>
                <a:cs typeface="Pretendard"/>
              </a:rPr>
              <a:t> ≈ 436 + 159 − 2 × 570 = −545 kJ</a:t>
            </a:r>
          </a:p>
        </p:txBody>
      </p:sp>
    </p:spTree>
    <p:extLst>
      <p:ext uri="{BB962C8B-B14F-4D97-AF65-F5344CB8AC3E}">
        <ns4:creationId val="207120722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2026-10-19T23:30:13.4810000Z</dcterms:created>
  <dcterms:modified xsi:type="dcterms:W3CDTF">2026-10-19T23:30:13.4810000Z</dcterms:modified>
</coreProperties>
</file>