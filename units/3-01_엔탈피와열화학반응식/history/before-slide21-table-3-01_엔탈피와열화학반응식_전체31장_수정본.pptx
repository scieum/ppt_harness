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11d84f3c1e4f7d" /><Relationship Type="http://schemas.openxmlformats.org/officeDocument/2006/relationships/extended-properties" Target="/docProps/app.xml" Id="R535d1bf46442429e" /><Relationship Type="http://schemas.openxmlformats.org/officeDocument/2006/relationships/officeDocument" Target="/ppt/presentation.xml" Id="Rf35924af79db4a08" /></Relationships>
</file>

<file path=ppt/presentation.xml><?xml version="1.0" encoding="utf-8"?>
<p:presentation xmlns:p="http://schemas.openxmlformats.org/presentationml/2006/main">
  <p:sldMasterIdLst>
    <p:sldMasterId xmlns:r="http://schemas.openxmlformats.org/officeDocument/2006/relationships" id="2147483648" r:id="Ra94ec57f90094ef9"/>
  </p:sldMasterIdLst>
  <p:notesMasterIdLst>
    <p:notesMasterId xmlns:r="http://schemas.openxmlformats.org/officeDocument/2006/relationships" r:id="R6f060bac9acd4f65"/>
  </p:notesMasterIdLst>
  <p:sldIdLst>
    <p:sldId xmlns:r="http://schemas.openxmlformats.org/officeDocument/2006/relationships" id="256" r:id="Rebfd117457e94829"/>
    <p:sldId xmlns:r="http://schemas.openxmlformats.org/officeDocument/2006/relationships" id="257" r:id="Re6b77d58b362443a"/>
    <p:sldId xmlns:r="http://schemas.openxmlformats.org/officeDocument/2006/relationships" id="258" r:id="R17e1af2b7c824038"/>
    <p:sldId xmlns:r="http://schemas.openxmlformats.org/officeDocument/2006/relationships" id="259" r:id="R6a207b6c2efd4306"/>
    <p:sldId xmlns:r="http://schemas.openxmlformats.org/officeDocument/2006/relationships" id="260" r:id="R5252c58e0bd840c4"/>
    <p:sldId xmlns:r="http://schemas.openxmlformats.org/officeDocument/2006/relationships" id="261" r:id="R02adbd4c77a34767"/>
    <p:sldId xmlns:r="http://schemas.openxmlformats.org/officeDocument/2006/relationships" id="262" r:id="Re436d9edc2f442da"/>
    <p:sldId xmlns:r="http://schemas.openxmlformats.org/officeDocument/2006/relationships" id="263" r:id="Ra1eaa5bfd59d4b8e"/>
    <p:sldId xmlns:r="http://schemas.openxmlformats.org/officeDocument/2006/relationships" id="264" r:id="R3a06dc7e363349ee"/>
    <p:sldId xmlns:r="http://schemas.openxmlformats.org/officeDocument/2006/relationships" id="265" r:id="Ra28ccde64364437b"/>
    <p:sldId xmlns:r="http://schemas.openxmlformats.org/officeDocument/2006/relationships" id="266" r:id="Rc7fe4509d55f4fc5"/>
    <p:sldId xmlns:r="http://schemas.openxmlformats.org/officeDocument/2006/relationships" id="267" r:id="R6de42887550f4660"/>
    <p:sldId xmlns:r="http://schemas.openxmlformats.org/officeDocument/2006/relationships" id="268" r:id="R95543db99d7f4baf"/>
    <p:sldId xmlns:r="http://schemas.openxmlformats.org/officeDocument/2006/relationships" id="269" r:id="R0fb794b2b3164761"/>
    <p:sldId xmlns:r="http://schemas.openxmlformats.org/officeDocument/2006/relationships" id="270" r:id="Reda1363207ef4996"/>
    <p:sldId xmlns:r="http://schemas.openxmlformats.org/officeDocument/2006/relationships" id="271" r:id="R779cdbbbc79242b4"/>
    <p:sldId xmlns:r="http://schemas.openxmlformats.org/officeDocument/2006/relationships" id="272" r:id="R01cbe3d9fa404d19"/>
    <p:sldId xmlns:r="http://schemas.openxmlformats.org/officeDocument/2006/relationships" id="273" r:id="Ra298b12c802040f4"/>
    <p:sldId xmlns:r="http://schemas.openxmlformats.org/officeDocument/2006/relationships" id="274" r:id="Rcfa0973b68134220"/>
    <p:sldId xmlns:r="http://schemas.openxmlformats.org/officeDocument/2006/relationships" id="275" r:id="Rbcb9a868f46f4ee9"/>
    <p:sldId xmlns:r="http://schemas.openxmlformats.org/officeDocument/2006/relationships" id="276" r:id="R185b89a7fa30444a"/>
    <p:sldId xmlns:r="http://schemas.openxmlformats.org/officeDocument/2006/relationships" id="277" r:id="R78ae37391bde4efb"/>
    <p:sldId xmlns:r="http://schemas.openxmlformats.org/officeDocument/2006/relationships" id="278" r:id="R3902d2ed5e074636"/>
    <p:sldId xmlns:r="http://schemas.openxmlformats.org/officeDocument/2006/relationships" id="279" r:id="Rc83dd7c529164b9d"/>
    <p:sldId xmlns:r="http://schemas.openxmlformats.org/officeDocument/2006/relationships" id="280" r:id="Ra6994453dadc4faf"/>
    <p:sldId xmlns:r="http://schemas.openxmlformats.org/officeDocument/2006/relationships" id="281" r:id="Rde844ae8b6104276"/>
    <p:sldId xmlns:r="http://schemas.openxmlformats.org/officeDocument/2006/relationships" id="282" r:id="R9cdec35e49454856"/>
    <p:sldId xmlns:r="http://schemas.openxmlformats.org/officeDocument/2006/relationships" id="283" r:id="Rea78b831f86a4574"/>
    <p:sldId xmlns:r="http://schemas.openxmlformats.org/officeDocument/2006/relationships" id="284" r:id="R1c60a7977514439d"/>
    <p:sldId xmlns:r="http://schemas.openxmlformats.org/officeDocument/2006/relationships" id="285" r:id="Rcf1a261911944708"/>
    <p:sldId xmlns:r="http://schemas.openxmlformats.org/officeDocument/2006/relationships" id="286" r:id="R07aa040f4ba8449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17b5a17de842be" /><Relationship Type="http://schemas.openxmlformats.org/officeDocument/2006/relationships/slideMaster" Target="/ppt/slideMasters/slideMaster1.xml" Id="Ra94ec57f90094ef9" /><Relationship Type="http://schemas.openxmlformats.org/officeDocument/2006/relationships/notesMaster" Target="/ppt/notesMasters/notesMaster1.xml" Id="R6f060bac9acd4f65" /><Relationship Type="http://schemas.openxmlformats.org/officeDocument/2006/relationships/presProps" Target="/ppt/presProps.xml" Id="Ra85ee74711dc4aa9" /><Relationship Type="http://schemas.openxmlformats.org/officeDocument/2006/relationships/tableStyles" Target="/ppt/tableStyles.xml" Id="R5998a7bd92a94b2e" /><Relationship Type="http://schemas.openxmlformats.org/officeDocument/2006/relationships/slide" Target="/ppt/slides/slide1.xml" Id="Rebfd117457e94829" /><Relationship Type="http://schemas.openxmlformats.org/officeDocument/2006/relationships/slide" Target="/ppt/slides/slide2.xml" Id="Re6b77d58b362443a" /><Relationship Type="http://schemas.openxmlformats.org/officeDocument/2006/relationships/slide" Target="/ppt/slides/slide3.xml" Id="R17e1af2b7c824038" /><Relationship Type="http://schemas.openxmlformats.org/officeDocument/2006/relationships/slide" Target="/ppt/slides/slide4.xml" Id="R6a207b6c2efd4306" /><Relationship Type="http://schemas.openxmlformats.org/officeDocument/2006/relationships/slide" Target="/ppt/slides/slide5.xml" Id="R5252c58e0bd840c4" /><Relationship Type="http://schemas.openxmlformats.org/officeDocument/2006/relationships/slide" Target="/ppt/slides/slide6.xml" Id="R02adbd4c77a34767" /><Relationship Type="http://schemas.openxmlformats.org/officeDocument/2006/relationships/slide" Target="/ppt/slides/slide7.xml" Id="Re436d9edc2f442da" /><Relationship Type="http://schemas.openxmlformats.org/officeDocument/2006/relationships/slide" Target="/ppt/slides/slide8.xml" Id="Ra1eaa5bfd59d4b8e" /><Relationship Type="http://schemas.openxmlformats.org/officeDocument/2006/relationships/slide" Target="/ppt/slides/slide9.xml" Id="R3a06dc7e363349ee" /><Relationship Type="http://schemas.openxmlformats.org/officeDocument/2006/relationships/slide" Target="/ppt/slides/slide10.xml" Id="Ra28ccde64364437b" /><Relationship Type="http://schemas.openxmlformats.org/officeDocument/2006/relationships/slide" Target="/ppt/slides/slide11.xml" Id="Rc7fe4509d55f4fc5" /><Relationship Type="http://schemas.openxmlformats.org/officeDocument/2006/relationships/slide" Target="/ppt/slides/slide12.xml" Id="R6de42887550f4660" /><Relationship Type="http://schemas.openxmlformats.org/officeDocument/2006/relationships/slide" Target="/ppt/slides/slide13.xml" Id="R95543db99d7f4baf" /><Relationship Type="http://schemas.openxmlformats.org/officeDocument/2006/relationships/slide" Target="/ppt/slides/slide14.xml" Id="R0fb794b2b3164761" /><Relationship Type="http://schemas.openxmlformats.org/officeDocument/2006/relationships/slide" Target="/ppt/slides/slide15.xml" Id="Reda1363207ef4996" /><Relationship Type="http://schemas.openxmlformats.org/officeDocument/2006/relationships/slide" Target="/ppt/slides/slide16.xml" Id="R779cdbbbc79242b4" /><Relationship Type="http://schemas.openxmlformats.org/officeDocument/2006/relationships/slide" Target="/ppt/slides/slide17.xml" Id="R01cbe3d9fa404d19" /><Relationship Type="http://schemas.openxmlformats.org/officeDocument/2006/relationships/slide" Target="/ppt/slides/slide18.xml" Id="Ra298b12c802040f4" /><Relationship Type="http://schemas.openxmlformats.org/officeDocument/2006/relationships/slide" Target="/ppt/slides/slide19.xml" Id="Rcfa0973b68134220" /><Relationship Type="http://schemas.openxmlformats.org/officeDocument/2006/relationships/slide" Target="/ppt/slides/slide20.xml" Id="Rbcb9a868f46f4ee9" /><Relationship Type="http://schemas.openxmlformats.org/officeDocument/2006/relationships/slide" Target="/ppt/slides/slide21.xml" Id="R185b89a7fa30444a" /><Relationship Type="http://schemas.openxmlformats.org/officeDocument/2006/relationships/slide" Target="/ppt/slides/slide22.xml" Id="R78ae37391bde4efb" /><Relationship Type="http://schemas.openxmlformats.org/officeDocument/2006/relationships/slide" Target="/ppt/slides/slide23.xml" Id="R3902d2ed5e074636" /><Relationship Type="http://schemas.openxmlformats.org/officeDocument/2006/relationships/slide" Target="/ppt/slides/slide24.xml" Id="Rc83dd7c529164b9d" /><Relationship Type="http://schemas.openxmlformats.org/officeDocument/2006/relationships/slide" Target="/ppt/slides/slide25.xml" Id="Ra6994453dadc4faf" /><Relationship Type="http://schemas.openxmlformats.org/officeDocument/2006/relationships/slide" Target="/ppt/slides/slide26.xml" Id="Rde844ae8b6104276" /><Relationship Type="http://schemas.openxmlformats.org/officeDocument/2006/relationships/slide" Target="/ppt/slides/slide27.xml" Id="R9cdec35e49454856" /><Relationship Type="http://schemas.openxmlformats.org/officeDocument/2006/relationships/slide" Target="/ppt/slides/slide28.xml" Id="Rea78b831f86a4574" /><Relationship Type="http://schemas.openxmlformats.org/officeDocument/2006/relationships/slide" Target="/ppt/slides/slide29.xml" Id="R1c60a7977514439d" /><Relationship Type="http://schemas.openxmlformats.org/officeDocument/2006/relationships/slide" Target="/ppt/slides/slide30.xml" Id="Rcf1a261911944708" /><Relationship Type="http://schemas.openxmlformats.org/officeDocument/2006/relationships/slide" Target="/ppt/slides/slide31.xml" Id="R07aa040f4ba844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92ac323a04d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ad2ce0f98c4b42" /><Relationship Type="http://schemas.openxmlformats.org/officeDocument/2006/relationships/notesMaster" Target="/ppt/notesMasters/notesMaster1.xml" Id="R4ccea7d5ef1b46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ff5ce0340b410a" /><Relationship Type="http://schemas.openxmlformats.org/officeDocument/2006/relationships/notesMaster" Target="/ppt/notesMasters/notesMaster1.xml" Id="R0e6860c47017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fba7bc029b4510" /><Relationship Type="http://schemas.openxmlformats.org/officeDocument/2006/relationships/notesMaster" Target="/ppt/notesMasters/notesMaster1.xml" Id="Rb44b2506b38647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c6b369e9e64a12" /><Relationship Type="http://schemas.openxmlformats.org/officeDocument/2006/relationships/notesMaster" Target="/ppt/notesMasters/notesMaster1.xml" Id="R504b1eba288242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f1151e201041fc" /><Relationship Type="http://schemas.openxmlformats.org/officeDocument/2006/relationships/notesMaster" Target="/ppt/notesMasters/notesMaster1.xml" Id="Raa9f232fb01841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483aef55ed4b0d" /><Relationship Type="http://schemas.openxmlformats.org/officeDocument/2006/relationships/notesMaster" Target="/ppt/notesMasters/notesMaster1.xml" Id="Rc66792170dac4e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47b51753764461" /><Relationship Type="http://schemas.openxmlformats.org/officeDocument/2006/relationships/notesMaster" Target="/ppt/notesMasters/notesMaster1.xml" Id="R380f00155d8b40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538b2c162f4fbc" /><Relationship Type="http://schemas.openxmlformats.org/officeDocument/2006/relationships/notesMaster" Target="/ppt/notesMasters/notesMaster1.xml" Id="R02f67e7f033b41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ff71fb3e99415d" /><Relationship Type="http://schemas.openxmlformats.org/officeDocument/2006/relationships/notesMaster" Target="/ppt/notesMasters/notesMaster1.xml" Id="Rb00c6a898f7244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176c49ef39435e" /><Relationship Type="http://schemas.openxmlformats.org/officeDocument/2006/relationships/notesMaster" Target="/ppt/notesMasters/notesMaster1.xml" Id="Ra7b279eaad8a4c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5e2635455b417e" /><Relationship Type="http://schemas.openxmlformats.org/officeDocument/2006/relationships/notesMaster" Target="/ppt/notesMasters/notesMaster1.xml" Id="Rb90e5eeff01143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abee8e5ab54c1a" /><Relationship Type="http://schemas.openxmlformats.org/officeDocument/2006/relationships/notesMaster" Target="/ppt/notesMasters/notesMaster1.xml" Id="R41f5a583aae84c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f9e52d748a4ffa" /><Relationship Type="http://schemas.openxmlformats.org/officeDocument/2006/relationships/notesMaster" Target="/ppt/notesMasters/notesMaster1.xml" Id="Rb8cba14191124b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20ff1e934a4a26" /><Relationship Type="http://schemas.openxmlformats.org/officeDocument/2006/relationships/notesMaster" Target="/ppt/notesMasters/notesMaster1.xml" Id="R0f0193d13fef4a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c524cf00b5475c" /><Relationship Type="http://schemas.openxmlformats.org/officeDocument/2006/relationships/notesMaster" Target="/ppt/notesMasters/notesMaster1.xml" Id="R2cedbabdd63243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70690e7c1e46f4" /><Relationship Type="http://schemas.openxmlformats.org/officeDocument/2006/relationships/notesMaster" Target="/ppt/notesMasters/notesMaster1.xml" Id="Ref29d9b97cd943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5a85bd6a56471b" /><Relationship Type="http://schemas.openxmlformats.org/officeDocument/2006/relationships/notesMaster" Target="/ppt/notesMasters/notesMaster1.xml" Id="R235c9c7bcb8c45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7697c883564c18" /><Relationship Type="http://schemas.openxmlformats.org/officeDocument/2006/relationships/notesMaster" Target="/ppt/notesMasters/notesMaster1.xml" Id="R2c96845292f947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770f4da03848af" /><Relationship Type="http://schemas.openxmlformats.org/officeDocument/2006/relationships/notesMaster" Target="/ppt/notesMasters/notesMaster1.xml" Id="Rf8e6087f598a42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0191af64294c70" /><Relationship Type="http://schemas.openxmlformats.org/officeDocument/2006/relationships/notesMaster" Target="/ppt/notesMasters/notesMaster1.xml" Id="R57109ac5b8cf41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a0986625ff47a8" /><Relationship Type="http://schemas.openxmlformats.org/officeDocument/2006/relationships/notesMaster" Target="/ppt/notesMasters/notesMaster1.xml" Id="R103146f1bf3240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7e8b68790242a5" /><Relationship Type="http://schemas.openxmlformats.org/officeDocument/2006/relationships/notesMaster" Target="/ppt/notesMasters/notesMaster1.xml" Id="Ra84a83bbdb404ae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1969e2ad004222" /><Relationship Type="http://schemas.openxmlformats.org/officeDocument/2006/relationships/notesMaster" Target="/ppt/notesMasters/notesMaster1.xml" Id="R2081aa9495434c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376daebe664f0d" /><Relationship Type="http://schemas.openxmlformats.org/officeDocument/2006/relationships/notesMaster" Target="/ppt/notesMasters/notesMaster1.xml" Id="R6b48a187474a415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afbd6aed0f941f6" /><Relationship Type="http://schemas.openxmlformats.org/officeDocument/2006/relationships/notesMaster" Target="/ppt/notesMasters/notesMaster1.xml" Id="Rd5234ace188f4f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3445bc9ceda4f9d" /><Relationship Type="http://schemas.openxmlformats.org/officeDocument/2006/relationships/notesMaster" Target="/ppt/notesMasters/notesMaster1.xml" Id="R3531199382554b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6f3da221734881" /><Relationship Type="http://schemas.openxmlformats.org/officeDocument/2006/relationships/notesMaster" Target="/ppt/notesMasters/notesMaster1.xml" Id="R1c8d83a12fde41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e4d465f08414dcd" /><Relationship Type="http://schemas.openxmlformats.org/officeDocument/2006/relationships/notesMaster" Target="/ppt/notesMasters/notesMaster1.xml" Id="Rff44f0310b1044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65c981f57547e6" /><Relationship Type="http://schemas.openxmlformats.org/officeDocument/2006/relationships/notesMaster" Target="/ppt/notesMasters/notesMaster1.xml" Id="R18c431b1ec12403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2c8e1b4bc9d4b66" /><Relationship Type="http://schemas.openxmlformats.org/officeDocument/2006/relationships/notesMaster" Target="/ppt/notesMasters/notesMaster1.xml" Id="R7fdf8976dedd420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754068ba1b3402d" /><Relationship Type="http://schemas.openxmlformats.org/officeDocument/2006/relationships/notesMaster" Target="/ppt/notesMasters/notesMaster1.xml" Id="Rb55be4deaf5247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2609d7bb704f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4bf02fd4f746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69a15de5764f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5e89c7458f45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28c71f084d48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683289d4c84f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8355E8-193D-497E-893E-DF592CB2586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EE9FD1-270D-4178-9F13-5A07412A1F0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D14CD0-97BA-4BF3-854B-DE5C72C5A5B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524EC6-584E-40BE-8598-B5CF28878FA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CD5869-1622-4B52-A77A-738C5E7379C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3C8641-890E-406B-BE7E-9ED130B435E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C6AD1D-9C2B-4510-9E47-93DA992F133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D232B8-E4CB-43A0-BD3F-102A8AF3F2F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9EA8D4-C76B-465A-8018-EA6BFE757C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1C40CC-BAFC-4470-BF07-44D2E06D1C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fab59c800840ad" /><Relationship Type="http://schemas.openxmlformats.org/officeDocument/2006/relationships/slideLayout" Target="/ppt/slideLayouts/slideLayout1.xml" Id="R155b2c5db0844114" /><Relationship Type="http://schemas.openxmlformats.org/officeDocument/2006/relationships/slideLayout" Target="/ppt/slideLayouts/slideLayout2.xml" Id="R75136dabc4bc40cb" /><Relationship Type="http://schemas.openxmlformats.org/officeDocument/2006/relationships/slideLayout" Target="/ppt/slideLayouts/slideLayout3.xml" Id="R9a5049db48a34809" /><Relationship Type="http://schemas.openxmlformats.org/officeDocument/2006/relationships/slideLayout" Target="/ppt/slideLayouts/slideLayout4.xml" Id="R80fb143480f24640" /><Relationship Type="http://schemas.openxmlformats.org/officeDocument/2006/relationships/slideLayout" Target="/ppt/slideLayouts/slideLayout5.xml" Id="R32849c2bdec84577" /><Relationship Type="http://schemas.openxmlformats.org/officeDocument/2006/relationships/slideLayout" Target="/ppt/slideLayouts/slideLayout6.xml" Id="Raab6325602d748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5b2c5db0844114"/>
    <p:sldLayoutId xmlns:r="http://schemas.openxmlformats.org/officeDocument/2006/relationships" id="2147483650" r:id="R75136dabc4bc40cb"/>
    <p:sldLayoutId xmlns:r="http://schemas.openxmlformats.org/officeDocument/2006/relationships" id="2147483651" r:id="R9a5049db48a34809"/>
    <p:sldLayoutId xmlns:r="http://schemas.openxmlformats.org/officeDocument/2006/relationships" id="2147483652" r:id="R80fb143480f24640"/>
    <p:sldLayoutId xmlns:r="http://schemas.openxmlformats.org/officeDocument/2006/relationships" id="2147483653" r:id="R32849c2bdec84577"/>
    <p:sldLayoutId xmlns:r="http://schemas.openxmlformats.org/officeDocument/2006/relationships" id="2147483654" r:id="Raab6325602d748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1976a6c2374e23" /><Relationship Type="http://schemas.openxmlformats.org/officeDocument/2006/relationships/image" Target="/ppt/media/image.png" Id="R6027f41e947445c6" /><Relationship Type="http://schemas.openxmlformats.org/officeDocument/2006/relationships/image" Target="/ppt/media/image2.png" Id="R6e89cfa9f3154519" /><Relationship Type="http://schemas.openxmlformats.org/officeDocument/2006/relationships/image" Target="/ppt/media/image3.png" Id="R1a4d519b961d4f55" /><Relationship Type="http://schemas.openxmlformats.org/officeDocument/2006/relationships/image" Target="/ppt/media/image4.png" Id="R3d4b04ab1c104c8b" /><Relationship Type="http://schemas.openxmlformats.org/officeDocument/2006/relationships/notesSlide" Target="/ppt/notesSlides/notesSlide1.xml" Id="R3e6b1f642e89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349a673e054d8a" /><Relationship Type="http://schemas.openxmlformats.org/officeDocument/2006/relationships/image" Target="/ppt/media/image5.png" Id="R9332facf3a4b4a49" /><Relationship Type="http://schemas.openxmlformats.org/officeDocument/2006/relationships/image" Target="/ppt/media/image6.png" Id="Rf39b8b28ef094b4a" /><Relationship Type="http://schemas.openxmlformats.org/officeDocument/2006/relationships/image" Target="/ppt/media/image7.png" Id="R63ead7936b464b97" /><Relationship Type="http://schemas.openxmlformats.org/officeDocument/2006/relationships/image" Target="/ppt/media/image8.png" Id="R48008afed2ee47f8" /><Relationship Type="http://schemas.openxmlformats.org/officeDocument/2006/relationships/image" Target="/ppt/media/image9.png" Id="R0116da37d672495d" /><Relationship Type="http://schemas.openxmlformats.org/officeDocument/2006/relationships/image" Target="/ppt/media/image10.png" Id="Rac7f105fb76a441b" /><Relationship Type="http://schemas.openxmlformats.org/officeDocument/2006/relationships/image" Target="/ppt/media/image11.png" Id="R020bd599189044e4" /><Relationship Type="http://schemas.openxmlformats.org/officeDocument/2006/relationships/image" Target="/ppt/media/image12.png" Id="Rbb7e7e2538ba4c47" /><Relationship Type="http://schemas.openxmlformats.org/officeDocument/2006/relationships/image" Target="/ppt/media/image13.png" Id="R5400cf195fb942d0" /><Relationship Type="http://schemas.openxmlformats.org/officeDocument/2006/relationships/notesSlide" Target="/ppt/notesSlides/notesSlide2.xml" Id="R068e9bd21fdd41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e20c2a49be4cd8" /><Relationship Type="http://schemas.openxmlformats.org/officeDocument/2006/relationships/image" Target="/ppt/media/image14.png" Id="R4e91ac843d3c43f0" /><Relationship Type="http://schemas.openxmlformats.org/officeDocument/2006/relationships/image" Target="/ppt/media/image15.png" Id="R50afa6c9acf64d6c" /><Relationship Type="http://schemas.openxmlformats.org/officeDocument/2006/relationships/image" Target="/ppt/media/image16.png" Id="Raf530b26b1ec44be" /><Relationship Type="http://schemas.openxmlformats.org/officeDocument/2006/relationships/notesSlide" Target="/ppt/notesSlides/notesSlide3.xml" Id="R8ba2ff7abf8346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3dbcac9f514fda" /><Relationship Type="http://schemas.openxmlformats.org/officeDocument/2006/relationships/image" Target="/ppt/media/image17.png" Id="R3b184431971a45e8" /><Relationship Type="http://schemas.openxmlformats.org/officeDocument/2006/relationships/image" Target="/ppt/media/image18.png" Id="R104db0284e17427c" /><Relationship Type="http://schemas.openxmlformats.org/officeDocument/2006/relationships/notesSlide" Target="/ppt/notesSlides/notesSlide4.xml" Id="R9260fde2f2d54e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2a9530e7f24e1d" /><Relationship Type="http://schemas.openxmlformats.org/officeDocument/2006/relationships/image" Target="/ppt/media/image19.png" Id="Re8fbfa888db24288" /><Relationship Type="http://schemas.openxmlformats.org/officeDocument/2006/relationships/image" Target="/ppt/media/image20.png" Id="R34c0aff09e8542c7" /><Relationship Type="http://schemas.openxmlformats.org/officeDocument/2006/relationships/notesSlide" Target="/ppt/notesSlides/notesSlide5.xml" Id="R4db82a8e13ed4f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4bef1d8d1d4c2d" /><Relationship Type="http://schemas.openxmlformats.org/officeDocument/2006/relationships/image" Target="/ppt/media/image21.png" Id="R570b47f2791b4126" /><Relationship Type="http://schemas.openxmlformats.org/officeDocument/2006/relationships/image" Target="/ppt/media/image22.png" Id="R4458910eb6694ccc" /><Relationship Type="http://schemas.openxmlformats.org/officeDocument/2006/relationships/image" Target="/ppt/media/image23.png" Id="Rfc76f63ff5c74825" /><Relationship Type="http://schemas.openxmlformats.org/officeDocument/2006/relationships/notesSlide" Target="/ppt/notesSlides/notesSlide6.xml" Id="Ref647a477e2f45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f922074b2147b6" /><Relationship Type="http://schemas.openxmlformats.org/officeDocument/2006/relationships/image" Target="/ppt/media/image24.png" Id="Rc25ef8dbf607455e" /><Relationship Type="http://schemas.openxmlformats.org/officeDocument/2006/relationships/image" Target="/ppt/media/image25.png" Id="Rcf9a5ae2035746a6" /><Relationship Type="http://schemas.openxmlformats.org/officeDocument/2006/relationships/image" Target="/ppt/media/image26.png" Id="R99649900cae84c44" /><Relationship Type="http://schemas.openxmlformats.org/officeDocument/2006/relationships/notesSlide" Target="/ppt/notesSlides/notesSlide7.xml" Id="R68edc629c3364c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bd3b3f189d46df" /><Relationship Type="http://schemas.openxmlformats.org/officeDocument/2006/relationships/image" Target="/ppt/media/image27.png" Id="Ra9bf089765244610" /><Relationship Type="http://schemas.openxmlformats.org/officeDocument/2006/relationships/image" Target="/ppt/media/image28.png" Id="R71c2cdb03a45411c" /><Relationship Type="http://schemas.openxmlformats.org/officeDocument/2006/relationships/notesSlide" Target="/ppt/notesSlides/notesSlide8.xml" Id="R495bc53797354a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23dc93e16349cf" /><Relationship Type="http://schemas.openxmlformats.org/officeDocument/2006/relationships/image" Target="/ppt/media/image29.png" Id="Rc8571ab86b7d4f3c" /><Relationship Type="http://schemas.openxmlformats.org/officeDocument/2006/relationships/image" Target="/ppt/media/image30.png" Id="Rc48b07ca635448cb" /><Relationship Type="http://schemas.openxmlformats.org/officeDocument/2006/relationships/notesSlide" Target="/ppt/notesSlides/notesSlide9.xml" Id="R257d4b9c543a4e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16d18434204fd5" /><Relationship Type="http://schemas.openxmlformats.org/officeDocument/2006/relationships/image" Target="/ppt/media/image31.png" Id="R124e1cfc1fb84287" /><Relationship Type="http://schemas.openxmlformats.org/officeDocument/2006/relationships/image" Target="/ppt/media/image32.png" Id="Rfa1ba027f51645e4" /><Relationship Type="http://schemas.openxmlformats.org/officeDocument/2006/relationships/image" Target="/ppt/media/image33.png" Id="R4d444ecd523540e4" /><Relationship Type="http://schemas.openxmlformats.org/officeDocument/2006/relationships/notesSlide" Target="/ppt/notesSlides/notesSlide10.xml" Id="R17197c789b58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93ea0dbb004131" /><Relationship Type="http://schemas.openxmlformats.org/officeDocument/2006/relationships/image" Target="/ppt/media/image34.png" Id="R847a52c086b342ad" /><Relationship Type="http://schemas.openxmlformats.org/officeDocument/2006/relationships/image" Target="/ppt/media/image35.png" Id="R8d25855a13354d2f" /><Relationship Type="http://schemas.openxmlformats.org/officeDocument/2006/relationships/notesSlide" Target="/ppt/notesSlides/notesSlide11.xml" Id="R3f86b3a303b54d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ec66356d7d4d2e" /><Relationship Type="http://schemas.openxmlformats.org/officeDocument/2006/relationships/image" Target="/ppt/media/image36.png" Id="R6837c3ee876f4ed2" /><Relationship Type="http://schemas.openxmlformats.org/officeDocument/2006/relationships/image" Target="/ppt/media/image37.png" Id="Ra531a2e2516444db" /><Relationship Type="http://schemas.openxmlformats.org/officeDocument/2006/relationships/image" Target="/ppt/media/image38.png" Id="R045809553fe94fdc" /><Relationship Type="http://schemas.openxmlformats.org/officeDocument/2006/relationships/notesSlide" Target="/ppt/notesSlides/notesSlide12.xml" Id="R0e27ec178d264a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08a651d782f46a3" /><Relationship Type="http://schemas.openxmlformats.org/officeDocument/2006/relationships/image" Target="/ppt/media/image39.png" Id="Rc9486595452f43d9" /><Relationship Type="http://schemas.openxmlformats.org/officeDocument/2006/relationships/image" Target="/ppt/media/image40.png" Id="Rae2496e62c14409b" /><Relationship Type="http://schemas.openxmlformats.org/officeDocument/2006/relationships/notesSlide" Target="/ppt/notesSlides/notesSlide13.xml" Id="R758fde55bd1443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f00627b8f84656" /><Relationship Type="http://schemas.openxmlformats.org/officeDocument/2006/relationships/image" Target="/ppt/media/image41.png" Id="Re2fe03bdf98d443d" /><Relationship Type="http://schemas.openxmlformats.org/officeDocument/2006/relationships/image" Target="/ppt/media/image42.png" Id="R783a6223e80f4744" /><Relationship Type="http://schemas.openxmlformats.org/officeDocument/2006/relationships/notesSlide" Target="/ppt/notesSlides/notesSlide14.xml" Id="R6c10b31dbdca4c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038f9af78eb4feb" /><Relationship Type="http://schemas.openxmlformats.org/officeDocument/2006/relationships/image" Target="/ppt/media/image43.png" Id="R3afdabc6cef1417c" /><Relationship Type="http://schemas.openxmlformats.org/officeDocument/2006/relationships/image" Target="/ppt/media/image44.png" Id="Rf0e9cc7a92f54c35" /><Relationship Type="http://schemas.openxmlformats.org/officeDocument/2006/relationships/image" Target="/ppt/media/image45.png" Id="Rfbb2990cf8f34ea0" /><Relationship Type="http://schemas.openxmlformats.org/officeDocument/2006/relationships/notesSlide" Target="/ppt/notesSlides/notesSlide15.xml" Id="R0fed3e4676ec43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ebd1a85bdb418c" /><Relationship Type="http://schemas.openxmlformats.org/officeDocument/2006/relationships/image" Target="/ppt/media/image46.png" Id="Rfab9749a87214cbe" /><Relationship Type="http://schemas.openxmlformats.org/officeDocument/2006/relationships/image" Target="/ppt/media/image47.png" Id="R75b9a33ca46540c1" /><Relationship Type="http://schemas.openxmlformats.org/officeDocument/2006/relationships/image" Target="/ppt/media/image48.png" Id="R2223524a183e4405" /><Relationship Type="http://schemas.openxmlformats.org/officeDocument/2006/relationships/notesSlide" Target="/ppt/notesSlides/notesSlide16.xml" Id="Raa3e9f34e9ed4c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0f31744fda48be" /><Relationship Type="http://schemas.openxmlformats.org/officeDocument/2006/relationships/image" Target="/ppt/media/image49.png" Id="R8ae1cab8b3be4382" /><Relationship Type="http://schemas.openxmlformats.org/officeDocument/2006/relationships/notesSlide" Target="/ppt/notesSlides/notesSlide17.xml" Id="Rafd64d0c08964a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7d7cc68cdc4ef5" /><Relationship Type="http://schemas.openxmlformats.org/officeDocument/2006/relationships/image" Target="/ppt/media/image50.png" Id="Rc7049e91bd624265" /><Relationship Type="http://schemas.openxmlformats.org/officeDocument/2006/relationships/image" Target="/ppt/media/image51.png" Id="R7d664bde92fd46af" /><Relationship Type="http://schemas.openxmlformats.org/officeDocument/2006/relationships/image" Target="/ppt/media/image52.png" Id="R0821157259f841e5" /><Relationship Type="http://schemas.openxmlformats.org/officeDocument/2006/relationships/notesSlide" Target="/ppt/notesSlides/notesSlide18.xml" Id="Re1e2d24658e84c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1b49fa6d00b421d" /><Relationship Type="http://schemas.openxmlformats.org/officeDocument/2006/relationships/image" Target="/ppt/media/image53.png" Id="R37a0ab4c463a41f7" /><Relationship Type="http://schemas.openxmlformats.org/officeDocument/2006/relationships/image" Target="/ppt/media/image54.png" Id="R05a6fce01dcd440b" /><Relationship Type="http://schemas.openxmlformats.org/officeDocument/2006/relationships/notesSlide" Target="/ppt/notesSlides/notesSlide19.xml" Id="R53ad418f8f6b41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0f11c8c11c4faf" /><Relationship Type="http://schemas.openxmlformats.org/officeDocument/2006/relationships/image" Target="/ppt/media/image55.png" Id="Re3a0c009a56e4a15" /><Relationship Type="http://schemas.openxmlformats.org/officeDocument/2006/relationships/image" Target="/ppt/media/image56.png" Id="R14469c56ba0946da" /><Relationship Type="http://schemas.openxmlformats.org/officeDocument/2006/relationships/notesSlide" Target="/ppt/notesSlides/notesSlide20.xml" Id="R7ca1f22ce51046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7772acfa6514dbf" /><Relationship Type="http://schemas.openxmlformats.org/officeDocument/2006/relationships/image" Target="/ppt/media/image57.png" Id="R337819e2677d4a83" /><Relationship Type="http://schemas.openxmlformats.org/officeDocument/2006/relationships/image" Target="/ppt/media/image58.png" Id="Rf7f69e387f314aa0" /><Relationship Type="http://schemas.openxmlformats.org/officeDocument/2006/relationships/notesSlide" Target="/ppt/notesSlides/notesSlide21.xml" Id="Rf5919e8c7f9b45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efacd01aa694103" /><Relationship Type="http://schemas.openxmlformats.org/officeDocument/2006/relationships/image" Target="/ppt/media/image59.png" Id="R87e9289137184236" /><Relationship Type="http://schemas.openxmlformats.org/officeDocument/2006/relationships/image" Target="/ppt/media/image60.png" Id="R49acc872e6524059" /><Relationship Type="http://schemas.openxmlformats.org/officeDocument/2006/relationships/notesSlide" Target="/ppt/notesSlides/notesSlide22.xml" Id="R5815cfeb09b74e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c3b36d5e4ae4704" /><Relationship Type="http://schemas.openxmlformats.org/officeDocument/2006/relationships/image" Target="/ppt/media/image61.png" Id="Rfc27d4aa16be4532" /><Relationship Type="http://schemas.openxmlformats.org/officeDocument/2006/relationships/image" Target="/ppt/media/image62.png" Id="Rd439e0d2d1a74579" /><Relationship Type="http://schemas.openxmlformats.org/officeDocument/2006/relationships/notesSlide" Target="/ppt/notesSlides/notesSlide23.xml" Id="Rd9fb85c7ba0d43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3b3a024a0074127" /><Relationship Type="http://schemas.openxmlformats.org/officeDocument/2006/relationships/image" Target="/ppt/media/image63.png" Id="Ra42ba728a8fd4f88" /><Relationship Type="http://schemas.openxmlformats.org/officeDocument/2006/relationships/image" Target="/ppt/media/image64.png" Id="R873fb41896d24702" /><Relationship Type="http://schemas.openxmlformats.org/officeDocument/2006/relationships/notesSlide" Target="/ppt/notesSlides/notesSlide24.xml" Id="Rc8568858a41a45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d671ad71af14a92" /><Relationship Type="http://schemas.openxmlformats.org/officeDocument/2006/relationships/image" Target="/ppt/media/image65.png" Id="R33ba6f35edb840f1" /><Relationship Type="http://schemas.openxmlformats.org/officeDocument/2006/relationships/image" Target="/ppt/media/image66.png" Id="R33720d38b1534c00" /><Relationship Type="http://schemas.openxmlformats.org/officeDocument/2006/relationships/notesSlide" Target="/ppt/notesSlides/notesSlide25.xml" Id="Raf43637e0ab044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65b1df3e4114723" /><Relationship Type="http://schemas.openxmlformats.org/officeDocument/2006/relationships/image" Target="/ppt/media/image67.png" Id="R9d036e4404bf4020" /><Relationship Type="http://schemas.openxmlformats.org/officeDocument/2006/relationships/image" Target="/ppt/media/image68.png" Id="Rbb78fa2e79d84786" /><Relationship Type="http://schemas.openxmlformats.org/officeDocument/2006/relationships/image" Target="/ppt/media/image69.png" Id="Ra65a2f973b3d4d24" /><Relationship Type="http://schemas.openxmlformats.org/officeDocument/2006/relationships/notesSlide" Target="/ppt/notesSlides/notesSlide26.xml" Id="R72d1a413b7dc4e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ce83979702047ed" /><Relationship Type="http://schemas.openxmlformats.org/officeDocument/2006/relationships/image" Target="/ppt/media/image70.png" Id="R88932f53c0154335" /><Relationship Type="http://schemas.openxmlformats.org/officeDocument/2006/relationships/notesSlide" Target="/ppt/notesSlides/notesSlide27.xml" Id="R8a6d64a5785240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3413850a18a42ea" /><Relationship Type="http://schemas.openxmlformats.org/officeDocument/2006/relationships/image" Target="/ppt/media/image71.png" Id="Rb000b3caf88a457b" /><Relationship Type="http://schemas.openxmlformats.org/officeDocument/2006/relationships/image" Target="/ppt/media/image72.png" Id="Rc3f3845d0e404e67" /><Relationship Type="http://schemas.openxmlformats.org/officeDocument/2006/relationships/notesSlide" Target="/ppt/notesSlides/notesSlide28.xml" Id="R3f6aedf5ff5644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b989146c12f4c8d" /><Relationship Type="http://schemas.openxmlformats.org/officeDocument/2006/relationships/image" Target="/ppt/media/image73.png" Id="Re6398053fe3949c7" /><Relationship Type="http://schemas.openxmlformats.org/officeDocument/2006/relationships/image" Target="/ppt/media/image74.png" Id="R44803d4a90a245f3" /><Relationship Type="http://schemas.openxmlformats.org/officeDocument/2006/relationships/notesSlide" Target="/ppt/notesSlides/notesSlide29.xml" Id="Ra3f8acfe33ed490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f6ed25e443041be" /><Relationship Type="http://schemas.openxmlformats.org/officeDocument/2006/relationships/image" Target="/ppt/media/image75.png" Id="R45d6d048a5da4e48" /><Relationship Type="http://schemas.openxmlformats.org/officeDocument/2006/relationships/notesSlide" Target="/ppt/notesSlides/notesSlide30.xml" Id="R51e1aa92a11e443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1e8cafddbe4fb0" /><Relationship Type="http://schemas.openxmlformats.org/officeDocument/2006/relationships/image" Target="/ppt/media/image76.png" Id="R9e666a1856444d29" /><Relationship Type="http://schemas.openxmlformats.org/officeDocument/2006/relationships/image" Target="/ppt/media/image77.png" Id="Rb961551d52844c23" /><Relationship Type="http://schemas.openxmlformats.org/officeDocument/2006/relationships/notesSlide" Target="/ppt/notesSlides/notesSlide31.xml" Id="Rfddf482ccb8e49de"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55EDB7A5-B623-4C33-95F8-DD49B9A0AD29}"/>
              </a:ext>
            </a:extLst>
          </p:cNvPr>
          <p:cNvPicPr>
            <a:picLocks noChangeAspect="1"/>
          </p:cNvPicPr>
          <p:nvPr/>
        </p:nvPicPr>
        <p:blipFill>
          <a:blip ns3:embed="R6027f41e947445c6"/>
          <a:stretch/>
        </p:blipFill>
        <p:spPr>
          <a:xfrm>
            <a:off x="4859" y="0"/>
            <a:ext cx="18278283" cy="10287000"/>
          </a:xfrm>
          <a:prstGeom prst="rect">
            <a:avLst/>
          </a:prstGeom>
        </p:spPr>
      </p:pic>
      <p:sp>
        <p:nvSpPr>
          <p:cNvPr id="2" name="reference_green_fade">
            <a:extLst>
              <a:ext uri="{FF2B5EF4-FFF2-40B4-BE49-F238E27FC236}">
                <ns2:creationId id="{69333D25-F73C-4240-AD79-B9FDCC1C39EE}"/>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210AFAEF-342C-419B-8360-B57B1A3B635A}"/>
              </a:ext>
            </a:extLst>
          </p:cNvPr>
          <p:cNvPicPr>
            <a:picLocks noChangeAspect="1"/>
          </p:cNvPicPr>
          <p:nvPr/>
        </p:nvPicPr>
        <p:blipFill>
          <a:blip ns3:embed="R6e89cfa9f3154519"/>
          <a:stretch/>
        </p:blipFill>
        <p:spPr>
          <a:xfrm>
            <a:off x="16941800" y="382588"/>
            <a:ext cx="1028700" cy="733425"/>
          </a:xfrm>
          <a:prstGeom prst="rect">
            <a:avLst/>
          </a:prstGeom>
        </p:spPr>
      </p:pic>
      <p:sp>
        <p:nvSpPr>
          <p:cNvPr id="4" name="copyright">
            <a:extLst>
              <a:ext uri="{FF2B5EF4-FFF2-40B4-BE49-F238E27FC236}">
                <ns2:creationId id="{F1009A95-78EF-4E3D-9043-731B558CE52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F97BABDF-4475-4FE8-9C88-4E9709DCB639}"/>
              </a:ext>
            </a:extLst>
          </p:cNvPr>
          <p:cNvPicPr>
            <a:picLocks noChangeAspect="1"/>
          </p:cNvPicPr>
          <p:nvPr/>
        </p:nvPicPr>
        <p:blipFill>
          <a:blip ns3:embed="R1a4d519b961d4f55"/>
          <a:stretch/>
        </p:blipFill>
        <p:spPr>
          <a:xfrm>
            <a:off x="1320800" y="5207000"/>
            <a:ext cx="1447800" cy="609600"/>
          </a:xfrm>
          <a:prstGeom prst="rect">
            <a:avLst/>
          </a:prstGeom>
        </p:spPr>
      </p:pic>
      <p:pic>
        <p:nvPicPr>
          <p:cNvPr id="6" name="">
            <a:extLst>
              <a:ext uri="{FF2B5EF4-FFF2-40B4-BE49-F238E27FC236}">
                <ns2:creationId id="{3226B136-9BF1-42CF-B8C1-35DE07CE9C2F}"/>
              </a:ext>
            </a:extLst>
          </p:cNvPr>
          <p:cNvPicPr>
            <a:picLocks noChangeAspect="1"/>
          </p:cNvPicPr>
          <p:nvPr/>
        </p:nvPicPr>
        <p:blipFill>
          <a:blip ns3:embed="R3d4b04ab1c104c8b"/>
          <a:stretch/>
        </p:blipFill>
        <p:spPr>
          <a:xfrm>
            <a:off x="15252700" y="410251"/>
            <a:ext cx="1473200" cy="627298"/>
          </a:xfrm>
          <a:prstGeom prst="rect">
            <a:avLst/>
          </a:prstGeom>
        </p:spPr>
      </p:pic>
      <p:sp>
        <p:nvSpPr>
          <p:cNvPr id="7" name="title-line0">
            <a:extLst>
              <a:ext uri="{FF2B5EF4-FFF2-40B4-BE49-F238E27FC236}">
                <ns2:creationId id="{9673D261-E7A2-437D-A428-9E68F10CAF44}"/>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824A2EE1-0DF0-40A1-89FC-4E0C87F0B898}"/>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998F0D24-3BF1-47A0-BCA8-E9D40B0CDA62}"/>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763258235"/>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F0C82775-2CE5-432C-B406-722CD70C26E6}"/>
              </a:ext>
            </a:extLst>
          </p:cNvPr>
          <p:cNvPicPr>
            <a:picLocks noChangeAspect="1"/>
          </p:cNvPicPr>
          <p:nvPr/>
        </p:nvPicPr>
        <p:blipFill>
          <a:blip ns3:embed="R9332facf3a4b4a49"/>
          <a:stretch/>
        </p:blipFill>
        <p:spPr>
          <a:xfrm>
            <a:off x="1981200" y="4205950"/>
            <a:ext cx="13017500" cy="3792800"/>
          </a:xfrm>
          <a:prstGeom prst="rect">
            <a:avLst/>
          </a:prstGeom>
        </p:spPr>
      </p:pic>
      <p:pic>
        <p:nvPicPr>
          <p:cNvPr id="2" name="">
            <a:extLst>
              <a:ext uri="{FF2B5EF4-FFF2-40B4-BE49-F238E27FC236}">
                <ns2:creationId id="{E1D954D7-923A-4035-9EAC-D17E7D0176AC}"/>
              </a:ext>
            </a:extLst>
          </p:cNvPr>
          <p:cNvPicPr>
            <a:picLocks noChangeAspect="1"/>
          </p:cNvPicPr>
          <p:nvPr/>
        </p:nvPicPr>
        <p:blipFill>
          <a:blip ns3:embed="Rf39b8b28ef094b4a"/>
          <a:stretch/>
        </p:blipFill>
        <p:spPr>
          <a:xfrm>
            <a:off x="4321175" y="4800600"/>
            <a:ext cx="2419350" cy="1981200"/>
          </a:xfrm>
          <a:prstGeom prst="rect">
            <a:avLst/>
          </a:prstGeom>
        </p:spPr>
      </p:pic>
      <p:pic>
        <p:nvPicPr>
          <p:cNvPr id="3" name="">
            <a:extLst>
              <a:ext uri="{FF2B5EF4-FFF2-40B4-BE49-F238E27FC236}">
                <ns2:creationId id="{E2D13C23-AF6D-4D45-8EB4-6D2B937D5AC6}"/>
              </a:ext>
            </a:extLst>
          </p:cNvPr>
          <p:cNvPicPr>
            <a:picLocks noChangeAspect="1"/>
          </p:cNvPicPr>
          <p:nvPr/>
        </p:nvPicPr>
        <p:blipFill>
          <a:blip ns3:embed="R63ead7936b464b97"/>
          <a:stretch/>
        </p:blipFill>
        <p:spPr>
          <a:xfrm>
            <a:off x="8004175" y="4800600"/>
            <a:ext cx="2419350" cy="1981200"/>
          </a:xfrm>
          <a:prstGeom prst="rect">
            <a:avLst/>
          </a:prstGeom>
        </p:spPr>
      </p:pic>
      <p:pic>
        <p:nvPicPr>
          <p:cNvPr id="4" name="">
            <a:extLst>
              <a:ext uri="{FF2B5EF4-FFF2-40B4-BE49-F238E27FC236}">
                <ns2:creationId id="{68A36AF7-FF9B-4182-8368-922834632D72}"/>
              </a:ext>
            </a:extLst>
          </p:cNvPr>
          <p:cNvPicPr>
            <a:picLocks noChangeAspect="1"/>
          </p:cNvPicPr>
          <p:nvPr/>
        </p:nvPicPr>
        <p:blipFill>
          <a:blip ns3:embed="R48008afed2ee47f8"/>
          <a:stretch/>
        </p:blipFill>
        <p:spPr>
          <a:xfrm>
            <a:off x="11696700" y="4788250"/>
            <a:ext cx="2425700" cy="2158300"/>
          </a:xfrm>
          <a:prstGeom prst="rect">
            <a:avLst/>
          </a:prstGeom>
        </p:spPr>
      </p:pic>
      <p:pic>
        <p:nvPicPr>
          <p:cNvPr id="5" name="">
            <a:extLst>
              <a:ext uri="{FF2B5EF4-FFF2-40B4-BE49-F238E27FC236}">
                <ns2:creationId id="{C8AD9BF4-F825-4E8B-AB24-99D163A046C8}"/>
              </a:ext>
            </a:extLst>
          </p:cNvPr>
          <p:cNvPicPr>
            <a:picLocks noChangeAspect="1"/>
          </p:cNvPicPr>
          <p:nvPr/>
        </p:nvPicPr>
        <p:blipFill>
          <a:blip ns3:embed="R0116da37d672495d"/>
          <a:stretch/>
        </p:blipFill>
        <p:spPr>
          <a:xfrm>
            <a:off x="14834480" y="4203700"/>
            <a:ext cx="353840" cy="1587500"/>
          </a:xfrm>
          <a:prstGeom prst="rect">
            <a:avLst/>
          </a:prstGeom>
        </p:spPr>
      </p:pic>
      <p:pic>
        <p:nvPicPr>
          <p:cNvPr id="6" name="">
            <a:extLst>
              <a:ext uri="{FF2B5EF4-FFF2-40B4-BE49-F238E27FC236}">
                <ns2:creationId id="{CEC71A37-7418-480F-86D9-777B1DAE4472}"/>
              </a:ext>
            </a:extLst>
          </p:cNvPr>
          <p:cNvPicPr>
            <a:picLocks noChangeAspect="1"/>
          </p:cNvPicPr>
          <p:nvPr/>
        </p:nvPicPr>
        <p:blipFill>
          <a:blip ns3:embed="Rac7f105fb76a441b"/>
          <a:stretch/>
        </p:blipFill>
        <p:spPr>
          <a:xfrm>
            <a:off x="14644856" y="4330700"/>
            <a:ext cx="402887" cy="901700"/>
          </a:xfrm>
          <a:prstGeom prst="rect">
            <a:avLst/>
          </a:prstGeom>
        </p:spPr>
      </p:pic>
      <p:pic>
        <p:nvPicPr>
          <p:cNvPr id="7" name="">
            <a:extLst>
              <a:ext uri="{FF2B5EF4-FFF2-40B4-BE49-F238E27FC236}">
                <ns2:creationId id="{EBEB8A01-9E2A-4CA5-A7FC-C2CB381CCA4E}"/>
              </a:ext>
            </a:extLst>
          </p:cNvPr>
          <p:cNvPicPr>
            <a:picLocks noChangeAspect="1"/>
          </p:cNvPicPr>
          <p:nvPr/>
        </p:nvPicPr>
        <p:blipFill>
          <a:blip ns3:embed="R020bd599189044e4"/>
          <a:stretch/>
        </p:blipFill>
        <p:spPr>
          <a:xfrm>
            <a:off x="14644856" y="7099300"/>
            <a:ext cx="402887" cy="901700"/>
          </a:xfrm>
          <a:prstGeom prst="rect">
            <a:avLst/>
          </a:prstGeom>
        </p:spPr>
      </p:pic>
      <p:pic>
        <p:nvPicPr>
          <p:cNvPr id="8" name="">
            <a:extLst>
              <a:ext uri="{FF2B5EF4-FFF2-40B4-BE49-F238E27FC236}">
                <ns2:creationId id="{23F44801-BFAE-474B-A0C0-59AAF1AB1B5F}"/>
              </a:ext>
            </a:extLst>
          </p:cNvPr>
          <p:cNvPicPr>
            <a:picLocks noChangeAspect="1"/>
          </p:cNvPicPr>
          <p:nvPr/>
        </p:nvPicPr>
        <p:blipFill>
          <a:blip ns3:embed="Rbb7e7e2538ba4c47"/>
          <a:stretch/>
        </p:blipFill>
        <p:spPr>
          <a:xfrm>
            <a:off x="14784556" y="6667500"/>
            <a:ext cx="402887" cy="901700"/>
          </a:xfrm>
          <a:prstGeom prst="rect">
            <a:avLst/>
          </a:prstGeom>
        </p:spPr>
      </p:pic>
      <p:pic>
        <p:nvPicPr>
          <p:cNvPr id="9" name="">
            <a:extLst>
              <a:ext uri="{FF2B5EF4-FFF2-40B4-BE49-F238E27FC236}">
                <ns2:creationId id="{9CEC011F-CCF7-4599-8592-28ED270C8E8D}"/>
              </a:ext>
            </a:extLst>
          </p:cNvPr>
          <p:cNvPicPr>
            <a:picLocks noChangeAspect="1"/>
          </p:cNvPicPr>
          <p:nvPr/>
        </p:nvPicPr>
        <p:blipFill>
          <a:blip ns3:embed="R5400cf195fb942d0"/>
          <a:stretch/>
        </p:blipFill>
        <p:spPr>
          <a:xfrm>
            <a:off x="16941800" y="382588"/>
            <a:ext cx="1028700" cy="733425"/>
          </a:xfrm>
          <a:prstGeom prst="rect">
            <a:avLst/>
          </a:prstGeom>
        </p:spPr>
      </p:pic>
      <p:sp>
        <p:nvSpPr>
          <p:cNvPr id="10" name="copyright">
            <a:extLst>
              <a:ext uri="{FF2B5EF4-FFF2-40B4-BE49-F238E27FC236}">
                <ns2:creationId id="{38ECE786-86B2-42C0-BE6C-2775CAC1B77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34A18115-2AEF-4099-9803-A2EA1C7CD13D}"/>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09DD3477-7D33-4758-BAD2-080EB37193F5}"/>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7B6D1F01-D201-4F33-B413-B5F1931C69DF}"/>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229E5EB3-873F-4DDA-B680-AA5BACE8515F}"/>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DA0077F4-D596-4C8A-A90D-08A4F47A3B22}"/>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1B591FEA-D485-4219-BB8C-F0F9A021894D}"/>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271B32D5-5DA0-4B89-8E6A-C18319D66B5D}"/>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7B65C6F8-072E-40C9-816D-D40BDD34D194}"/>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2739C4A4-CE50-4A1B-868A-4B846089C603}"/>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954D44C3-9B62-4781-AA27-C6AD28E5E54E}"/>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701492635"/>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AA9D787E-8464-4566-87EE-C0A24F52A28B}"/>
              </a:ext>
            </a:extLst>
          </p:cNvPr>
          <p:cNvPicPr>
            <a:picLocks noChangeAspect="1"/>
          </p:cNvPicPr>
          <p:nvPr/>
        </p:nvPicPr>
        <p:blipFill>
          <a:blip ns3:embed="R4e91ac843d3c43f0"/>
          <a:stretch/>
        </p:blipFill>
        <p:spPr>
          <a:xfrm>
            <a:off x="1482979" y="4038600"/>
            <a:ext cx="15322041" cy="3683000"/>
          </a:xfrm>
          <a:prstGeom prst="rect">
            <a:avLst/>
          </a:prstGeom>
        </p:spPr>
      </p:pic>
      <p:pic>
        <p:nvPicPr>
          <p:cNvPr id="2" name="">
            <a:extLst>
              <a:ext uri="{FF2B5EF4-FFF2-40B4-BE49-F238E27FC236}">
                <ns2:creationId id="{FE2211A8-B873-42F9-83DA-4A364CBAFD3A}"/>
              </a:ext>
            </a:extLst>
          </p:cNvPr>
          <p:cNvPicPr>
            <a:picLocks noChangeAspect="1"/>
          </p:cNvPicPr>
          <p:nvPr/>
        </p:nvPicPr>
        <p:blipFill>
          <a:blip ns3:embed="R50afa6c9acf64d6c"/>
          <a:stretch/>
        </p:blipFill>
        <p:spPr>
          <a:xfrm>
            <a:off x="15914688" y="5372100"/>
            <a:ext cx="2066925" cy="4381500"/>
          </a:xfrm>
          <a:prstGeom prst="rect">
            <a:avLst/>
          </a:prstGeom>
        </p:spPr>
      </p:pic>
      <p:pic>
        <p:nvPicPr>
          <p:cNvPr id="3" name="">
            <a:extLst>
              <a:ext uri="{FF2B5EF4-FFF2-40B4-BE49-F238E27FC236}">
                <ns2:creationId id="{97AD1577-45D4-4EE3-9748-6E62B0D55E31}"/>
              </a:ext>
            </a:extLst>
          </p:cNvPr>
          <p:cNvPicPr>
            <a:picLocks noChangeAspect="1"/>
          </p:cNvPicPr>
          <p:nvPr/>
        </p:nvPicPr>
        <p:blipFill>
          <a:blip ns3:embed="Raf530b26b1ec44be"/>
          <a:stretch/>
        </p:blipFill>
        <p:spPr>
          <a:xfrm>
            <a:off x="16941800" y="382588"/>
            <a:ext cx="1028700" cy="733425"/>
          </a:xfrm>
          <a:prstGeom prst="rect">
            <a:avLst/>
          </a:prstGeom>
        </p:spPr>
      </p:pic>
      <p:sp>
        <p:nvSpPr>
          <p:cNvPr id="4" name="copyright">
            <a:extLst>
              <a:ext uri="{FF2B5EF4-FFF2-40B4-BE49-F238E27FC236}">
                <ns2:creationId id="{AA7044C9-611F-4523-8ABB-F4FE8C8C9C87}"/>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8FF44B14-0187-4154-9AA5-47EF0611D26E}"/>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D25FD4B2-3374-433B-9246-78BBF013566D}"/>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EA84B76F-5EDB-4822-B26C-ED8A0A5536E8}"/>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F8503F6F-B192-4FA6-9567-B000F4FD5A9A}"/>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21E5E6A8-1BCA-4531-9D18-901E880DBD6F}"/>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93ACF091-41B5-4C52-B608-BC5C89AAAFDC}"/>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A2A8516A-7F63-4F54-9DD1-5FEC754834ED}"/>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4FA5B3D5-A823-4B55-8E1C-D8051F4E0B8F}"/>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9D48F32D-908D-4115-A331-393AD5DF0D48}"/>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A592148A-38C7-4C9B-A6EF-A3C75BB32F65}"/>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2023622496"/>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404C80DE-BAF2-4C40-8691-D953766A6E21}"/>
              </a:ext>
            </a:extLst>
          </p:cNvPr>
          <p:cNvPicPr>
            <a:picLocks noChangeAspect="1"/>
          </p:cNvPicPr>
          <p:nvPr/>
        </p:nvPicPr>
        <p:blipFill>
          <a:blip ns3:embed="R3b184431971a45e8"/>
          <a:stretch/>
        </p:blipFill>
        <p:spPr>
          <a:xfrm>
            <a:off x="16941800" y="382588"/>
            <a:ext cx="1028700" cy="733425"/>
          </a:xfrm>
          <a:prstGeom prst="rect">
            <a:avLst/>
          </a:prstGeom>
        </p:spPr>
      </p:pic>
      <p:sp>
        <p:nvSpPr>
          <p:cNvPr id="2" name="copyright">
            <a:extLst>
              <a:ext uri="{FF2B5EF4-FFF2-40B4-BE49-F238E27FC236}">
                <ns2:creationId id="{F864B777-6636-4521-8C39-2E34FF04BDC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0EFAC7A0-6DCA-40A7-8859-07568DAD9A2B}"/>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D120AE84-2ACA-42D9-9F60-D551476DBA7A}"/>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0B294396-41B3-4646-BDEB-0CBCCF462241}"/>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6AF938A1-6FBA-4D57-9A4D-1FCB98BAD949}"/>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FC6E7621-27D1-4699-895C-C1CC87459790}"/>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5D709818-0DA8-408C-8167-30403893484F}"/>
              </a:ext>
            </a:extLst>
          </p:cNvPr>
          <p:cNvPicPr>
            <a:picLocks noChangeAspect="1"/>
          </p:cNvPicPr>
          <p:nvPr/>
        </p:nvPicPr>
        <p:blipFill>
          <a:blip ns3:embed="R104db0284e17427c"/>
          <a:stretch/>
        </p:blipFill>
        <p:spPr>
          <a:xfrm>
            <a:off x="5715000" y="4722634"/>
            <a:ext cx="6858000" cy="5151794"/>
          </a:xfrm>
          <a:prstGeom prst="rect">
            <a:avLst/>
          </a:prstGeom>
        </p:spPr>
      </p:pic>
    </p:spTree>
    <p:extLst>
      <p:ext uri="{BB962C8B-B14F-4D97-AF65-F5344CB8AC3E}">
        <ns4:creationId val="62843964"/>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D5A4F195-104A-47D8-A11C-6B837D01D8DE}"/>
              </a:ext>
            </a:extLst>
          </p:cNvPr>
          <p:cNvPicPr>
            <a:picLocks noChangeAspect="1"/>
          </p:cNvPicPr>
          <p:nvPr/>
        </p:nvPicPr>
        <p:blipFill>
          <a:blip ns3:embed="Re8fbfa888db24288"/>
          <a:stretch/>
        </p:blipFill>
        <p:spPr>
          <a:xfrm>
            <a:off x="4859" y="0"/>
            <a:ext cx="18278283" cy="10287000"/>
          </a:xfrm>
          <a:prstGeom prst="rect">
            <a:avLst/>
          </a:prstGeom>
        </p:spPr>
      </p:pic>
      <p:sp>
        <p:nvSpPr>
          <p:cNvPr id="2" name="reference_green_fade">
            <a:extLst>
              <a:ext uri="{FF2B5EF4-FFF2-40B4-BE49-F238E27FC236}">
                <ns2:creationId id="{4C2C0916-D540-43D3-AE64-03F278CD0FC6}"/>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5210731-D0E9-4DAC-9AF8-DD498A6B0168}"/>
              </a:ext>
            </a:extLst>
          </p:cNvPr>
          <p:cNvPicPr>
            <a:picLocks noChangeAspect="1"/>
          </p:cNvPicPr>
          <p:nvPr/>
        </p:nvPicPr>
        <p:blipFill>
          <a:blip ns3:embed="R34c0aff09e8542c7"/>
          <a:stretch/>
        </p:blipFill>
        <p:spPr>
          <a:xfrm>
            <a:off x="16916400" y="332392"/>
            <a:ext cx="1079500" cy="668717"/>
          </a:xfrm>
          <a:prstGeom prst="rect">
            <a:avLst/>
          </a:prstGeom>
        </p:spPr>
      </p:pic>
      <p:sp>
        <p:nvSpPr>
          <p:cNvPr id="4" name="copyright">
            <a:extLst>
              <a:ext uri="{FF2B5EF4-FFF2-40B4-BE49-F238E27FC236}">
                <ns2:creationId id="{96E34201-DBE9-4E9C-8FF9-E7875C7CB05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E781B33-85D6-4181-9E20-07E9A2BF95C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395A8EB4-6490-4D55-B4FF-BCE2D0014B29}"/>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ABE6E05A-1B97-431B-9387-28E0CF666C17}"/>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62250079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BE2A4F24-7F4E-47EF-9407-6674609F2F8E}"/>
              </a:ext>
            </a:extLst>
          </p:cNvPr>
          <p:cNvPicPr>
            <a:picLocks noChangeAspect="1"/>
          </p:cNvPicPr>
          <p:nvPr/>
        </p:nvPicPr>
        <p:blipFill>
          <a:blip ns3:embed="R570b47f2791b4126"/>
          <a:stretch/>
        </p:blipFill>
        <p:spPr>
          <a:xfrm>
            <a:off x="16941800" y="382588"/>
            <a:ext cx="1028700" cy="733425"/>
          </a:xfrm>
          <a:prstGeom prst="rect">
            <a:avLst/>
          </a:prstGeom>
        </p:spPr>
      </p:pic>
      <p:sp>
        <p:nvSpPr>
          <p:cNvPr id="2" name="part_heading">
            <a:extLst>
              <a:ext uri="{FF2B5EF4-FFF2-40B4-BE49-F238E27FC236}">
                <ns2:creationId id="{2619027C-7643-422B-94B6-90AA3443CF1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41AD34A5-BFE2-4D4D-8D16-12BB053DA00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E3FC011-D65B-4603-BB60-DB0A70620B5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D38BF5A7-EC39-4A12-8B25-681ED735411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394592CF-782A-4C46-AA12-64B94B664F9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56347B58-B843-4DF7-B37F-5D9B8F0F80B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2302316-D423-46EE-98EC-88517EF15D76}"/>
              </a:ext>
            </a:extLst>
          </p:cNvPr>
          <p:cNvPicPr>
            <a:picLocks noChangeAspect="1"/>
          </p:cNvPicPr>
          <p:nvPr/>
        </p:nvPicPr>
        <p:blipFill>
          <a:blip ns3:embed="R4458910eb6694ccc"/>
          <a:stretch/>
        </p:blipFill>
        <p:spPr>
          <a:xfrm>
            <a:off x="2884112" y="4762500"/>
            <a:ext cx="5280776" cy="4857750"/>
          </a:xfrm>
          <a:prstGeom prst="rect">
            <a:avLst/>
          </a:prstGeom>
        </p:spPr>
      </p:pic>
      <p:pic>
        <p:nvPicPr>
          <p:cNvPr id="9" name="">
            <a:extLst>
              <a:ext uri="{FF2B5EF4-FFF2-40B4-BE49-F238E27FC236}">
                <ns2:creationId id="{DF1BA30A-54FF-4D30-95D0-613174F8068B}"/>
              </a:ext>
            </a:extLst>
          </p:cNvPr>
          <p:cNvPicPr>
            <a:picLocks noChangeAspect="1"/>
          </p:cNvPicPr>
          <p:nvPr/>
        </p:nvPicPr>
        <p:blipFill>
          <a:blip ns3:embed="Rfc76f63ff5c74825"/>
          <a:stretch/>
        </p:blipFill>
        <p:spPr>
          <a:xfrm>
            <a:off x="10116062" y="4762500"/>
            <a:ext cx="5294877" cy="4857750"/>
          </a:xfrm>
          <a:prstGeom prst="rect">
            <a:avLst/>
          </a:prstGeom>
        </p:spPr>
      </p:pic>
    </p:spTree>
    <p:extLst>
      <p:ext uri="{BB962C8B-B14F-4D97-AF65-F5344CB8AC3E}">
        <ns4:creationId val="748762855"/>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BD40CD53-CF58-4A42-984E-2C43BF2E7F27}"/>
              </a:ext>
            </a:extLst>
          </p:cNvPr>
          <p:cNvPicPr>
            <a:picLocks noChangeAspect="1"/>
          </p:cNvPicPr>
          <p:nvPr/>
        </p:nvPicPr>
        <p:blipFill>
          <a:blip ns3:embed="Rc25ef8dbf607455e"/>
          <a:stretch/>
        </p:blipFill>
        <p:spPr>
          <a:xfrm>
            <a:off x="16941800" y="382588"/>
            <a:ext cx="1028700" cy="733425"/>
          </a:xfrm>
          <a:prstGeom prst="rect">
            <a:avLst/>
          </a:prstGeom>
        </p:spPr>
      </p:pic>
      <p:sp>
        <p:nvSpPr>
          <p:cNvPr id="2" name="part_heading">
            <a:extLst>
              <a:ext uri="{FF2B5EF4-FFF2-40B4-BE49-F238E27FC236}">
                <ns2:creationId id="{B619983C-3A53-4CD7-A452-FB1A310160E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2244335A-094C-4776-B6C5-3EBC1B35149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75797CD-D317-4D66-9856-996BD729BB1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F001E0B-60C9-4DB4-845D-81DED8C712F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A0DA38E3-D35B-4537-B494-511AE05D38E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D43D3839-E4C9-4953-BA9C-E0F7841463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A91BC5D-586B-4F9F-AE98-B5C1C5766916}"/>
              </a:ext>
            </a:extLst>
          </p:cNvPr>
          <p:cNvPicPr>
            <a:picLocks noChangeAspect="1"/>
          </p:cNvPicPr>
          <p:nvPr/>
        </p:nvPicPr>
        <p:blipFill>
          <a:blip ns3:embed="Rcf9a5ae2035746a6"/>
          <a:stretch/>
        </p:blipFill>
        <p:spPr>
          <a:xfrm>
            <a:off x="1838727" y="4762500"/>
            <a:ext cx="14610545" cy="723900"/>
          </a:xfrm>
          <a:prstGeom prst="rect">
            <a:avLst/>
          </a:prstGeom>
        </p:spPr>
      </p:pic>
      <p:pic>
        <p:nvPicPr>
          <p:cNvPr id="9" name="">
            <a:extLst>
              <a:ext uri="{FF2B5EF4-FFF2-40B4-BE49-F238E27FC236}">
                <ns2:creationId id="{608C2500-A5FD-4588-A35B-E23DA5D3673F}"/>
              </a:ext>
            </a:extLst>
          </p:cNvPr>
          <p:cNvPicPr>
            <a:picLocks noChangeAspect="1"/>
          </p:cNvPicPr>
          <p:nvPr/>
        </p:nvPicPr>
        <p:blipFill>
          <a:blip ns3:embed="R99649900cae84c44"/>
          <a:stretch/>
        </p:blipFill>
        <p:spPr>
          <a:xfrm>
            <a:off x="3050349" y="5810250"/>
            <a:ext cx="12187303" cy="723900"/>
          </a:xfrm>
          <a:prstGeom prst="rect">
            <a:avLst/>
          </a:prstGeom>
        </p:spPr>
      </p:pic>
      <p:sp>
        <p:nvSpPr>
          <p:cNvPr id="10" name="interpretation-panel">
            <a:extLst>
              <a:ext uri="{FF2B5EF4-FFF2-40B4-BE49-F238E27FC236}">
                <ns2:creationId id="{B9C87031-95D4-4EEE-A613-12F9BEB9C48C}"/>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608DEEFA-F73C-4746-B75F-720C087D7EE0}"/>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09BA1B68-2DAD-4B93-A678-3E6A938355B7}"/>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058502807"/>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AE3119FC-78BE-4B9D-8328-7D4BF748477E}"/>
              </a:ext>
            </a:extLst>
          </p:cNvPr>
          <p:cNvPicPr>
            <a:picLocks noChangeAspect="1"/>
          </p:cNvPicPr>
          <p:nvPr/>
        </p:nvPicPr>
        <p:blipFill>
          <a:blip ns3:embed="Ra9bf089765244610"/>
          <a:stretch/>
        </p:blipFill>
        <p:spPr>
          <a:xfrm>
            <a:off x="16941800" y="382588"/>
            <a:ext cx="1028700" cy="733425"/>
          </a:xfrm>
          <a:prstGeom prst="rect">
            <a:avLst/>
          </a:prstGeom>
        </p:spPr>
      </p:pic>
      <p:sp>
        <p:nvSpPr>
          <p:cNvPr id="2" name="part_heading">
            <a:extLst>
              <a:ext uri="{FF2B5EF4-FFF2-40B4-BE49-F238E27FC236}">
                <ns2:creationId id="{F48727E2-9BC0-4A8A-A4CF-E9761B8842E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B8018C7F-D3CC-4DB8-8303-43903133258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ACF72FD-192A-4B9A-8F92-0E6A7695DE4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1091AB3-D409-4BF4-862D-8CB176C8630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AC4D96BB-0969-43B9-90F1-8E13F61F003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4FC9666E-0F88-450A-9B7F-B7A19BC7472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7C4FFF9-5007-4029-BE47-7E48EA8D26FA}"/>
              </a:ext>
            </a:extLst>
          </p:cNvPr>
          <p:cNvPicPr>
            <a:picLocks noChangeAspect="1"/>
          </p:cNvPicPr>
          <p:nvPr/>
        </p:nvPicPr>
        <p:blipFill>
          <a:blip ns3:embed="R71c2cdb03a45411c"/>
          <a:stretch/>
        </p:blipFill>
        <p:spPr>
          <a:xfrm>
            <a:off x="5003602" y="4524375"/>
            <a:ext cx="8280797" cy="4762500"/>
          </a:xfrm>
          <a:prstGeom prst="rect">
            <a:avLst/>
          </a:prstGeom>
        </p:spPr>
      </p:pic>
    </p:spTree>
    <p:extLst>
      <p:ext uri="{BB962C8B-B14F-4D97-AF65-F5344CB8AC3E}">
        <ns4:creationId val="1993516489"/>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EC2F9E2-D03E-45B9-B440-7C8C5AE19EA5}"/>
              </a:ext>
            </a:extLst>
          </p:cNvPr>
          <p:cNvPicPr>
            <a:picLocks noChangeAspect="1"/>
          </p:cNvPicPr>
          <p:nvPr/>
        </p:nvPicPr>
        <p:blipFill>
          <a:blip ns3:embed="Rc8571ab86b7d4f3c"/>
          <a:stretch/>
        </p:blipFill>
        <p:spPr>
          <a:xfrm>
            <a:off x="16941800" y="382588"/>
            <a:ext cx="1028700" cy="733425"/>
          </a:xfrm>
          <a:prstGeom prst="rect">
            <a:avLst/>
          </a:prstGeom>
        </p:spPr>
      </p:pic>
      <p:sp>
        <p:nvSpPr>
          <p:cNvPr id="2" name="part_heading">
            <a:extLst>
              <a:ext uri="{FF2B5EF4-FFF2-40B4-BE49-F238E27FC236}">
                <ns2:creationId id="{1CEB8407-87BE-4DDA-8F63-8D737908005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AB80036-8BFB-4668-97CC-279B04F034E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FC94419-FD1B-4714-95D6-73F633EEFCB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3DEF46A-B546-4ACA-8AD6-E0F99999DFD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8E593DF3-F94C-4969-A8F8-33EF361FB9F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798A222D-9807-4AD4-B15F-8ED36CC1B3B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1DD1920-FA92-42DB-B11A-19170B616BB3}"/>
              </a:ext>
            </a:extLst>
          </p:cNvPr>
          <p:cNvPicPr>
            <a:picLocks noChangeAspect="1"/>
          </p:cNvPicPr>
          <p:nvPr/>
        </p:nvPicPr>
        <p:blipFill>
          <a:blip ns3:embed="Rc48b07ca635448cb"/>
          <a:stretch/>
        </p:blipFill>
        <p:spPr>
          <a:xfrm>
            <a:off x="4000500" y="5017064"/>
            <a:ext cx="10287000" cy="2062622"/>
          </a:xfrm>
          <a:prstGeom prst="rect">
            <a:avLst/>
          </a:prstGeom>
        </p:spPr>
      </p:pic>
      <p:sp>
        <p:nvSpPr>
          <p:cNvPr id="9" name="takeaway-box">
            <a:extLst>
              <a:ext uri="{FF2B5EF4-FFF2-40B4-BE49-F238E27FC236}">
                <ns2:creationId id="{C0C846DE-607D-4DBF-89BD-2B39B02387A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00860FC5-E0ED-4635-A7C3-5DEF016DE7EA}"/>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276726539"/>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AA27D490-3F0F-4B27-8367-8D445EB084C0}"/>
              </a:ext>
            </a:extLst>
          </p:cNvPr>
          <p:cNvPicPr>
            <a:picLocks noChangeAspect="1"/>
          </p:cNvPicPr>
          <p:nvPr/>
        </p:nvPicPr>
        <p:blipFill>
          <a:blip ns3:embed="R124e1cfc1fb84287"/>
          <a:stretch/>
        </p:blipFill>
        <p:spPr>
          <a:xfrm>
            <a:off x="16941800" y="382588"/>
            <a:ext cx="1028700" cy="733425"/>
          </a:xfrm>
          <a:prstGeom prst="rect">
            <a:avLst/>
          </a:prstGeom>
        </p:spPr>
      </p:pic>
      <p:sp>
        <p:nvSpPr>
          <p:cNvPr id="2" name="part_heading">
            <a:extLst>
              <a:ext uri="{FF2B5EF4-FFF2-40B4-BE49-F238E27FC236}">
                <ns2:creationId id="{B828B83A-2638-45CC-9E4F-0410B7F096D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D4392E1B-B12D-4F7F-ADB4-43DDDC6F5C6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18227D9-939D-4F77-84ED-102BFFF0B3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017EF6E-BB22-40B8-9F36-2E9BDE49987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54EDDAA7-8F14-449D-9138-5FE10EEB98F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D9A51DB6-393E-4C50-962C-B5E1570916B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4C027A2-2C5B-4E90-94FE-669118973675}"/>
              </a:ext>
            </a:extLst>
          </p:cNvPr>
          <p:cNvPicPr>
            <a:picLocks noChangeAspect="1"/>
          </p:cNvPicPr>
          <p:nvPr/>
        </p:nvPicPr>
        <p:blipFill>
          <a:blip ns3:embed="Rfa1ba027f51645e4"/>
          <a:stretch/>
        </p:blipFill>
        <p:spPr>
          <a:xfrm>
            <a:off x="2000250" y="4675188"/>
            <a:ext cx="14287500" cy="793750"/>
          </a:xfrm>
          <a:prstGeom prst="rect">
            <a:avLst/>
          </a:prstGeom>
        </p:spPr>
      </p:pic>
      <p:pic>
        <p:nvPicPr>
          <p:cNvPr id="9" name="">
            <a:extLst>
              <a:ext uri="{FF2B5EF4-FFF2-40B4-BE49-F238E27FC236}">
                <ns2:creationId id="{AF1117E5-301B-4F63-8C9D-B247C473BCF7}"/>
              </a:ext>
            </a:extLst>
          </p:cNvPr>
          <p:cNvPicPr>
            <a:picLocks noChangeAspect="1"/>
          </p:cNvPicPr>
          <p:nvPr/>
        </p:nvPicPr>
        <p:blipFill>
          <a:blip ns3:embed="R4d444ecd523540e4"/>
          <a:stretch/>
        </p:blipFill>
        <p:spPr>
          <a:xfrm>
            <a:off x="7098994" y="5810250"/>
            <a:ext cx="4090013" cy="3762375"/>
          </a:xfrm>
          <a:prstGeom prst="rect">
            <a:avLst/>
          </a:prstGeom>
        </p:spPr>
      </p:pic>
    </p:spTree>
    <p:extLst>
      <p:ext uri="{BB962C8B-B14F-4D97-AF65-F5344CB8AC3E}">
        <ns4:creationId val="602416945"/>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BD09E7D9-3C6F-4E33-83A0-144BD32FFAB3}"/>
              </a:ext>
            </a:extLst>
          </p:cNvPr>
          <p:cNvPicPr>
            <a:picLocks noChangeAspect="1"/>
          </p:cNvPicPr>
          <p:nvPr/>
        </p:nvPicPr>
        <p:blipFill>
          <a:blip ns3:embed="R847a52c086b342ad"/>
          <a:stretch/>
        </p:blipFill>
        <p:spPr>
          <a:xfrm>
            <a:off x="16941800" y="382588"/>
            <a:ext cx="1028700" cy="733425"/>
          </a:xfrm>
          <a:prstGeom prst="rect">
            <a:avLst/>
          </a:prstGeom>
        </p:spPr>
      </p:pic>
      <p:sp>
        <p:nvSpPr>
          <p:cNvPr id="2" name="part_heading">
            <a:extLst>
              <a:ext uri="{FF2B5EF4-FFF2-40B4-BE49-F238E27FC236}">
                <ns2:creationId id="{5E121230-F9DF-4FA7-8486-C304787B3C5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FD26D231-203C-4120-B75B-2FAD16DBE2F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63EE3FC-9C14-4B68-8147-9477F28562A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D9E785C-A39A-4487-A413-B4920913C13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8BAC44B0-FFCA-4F50-A0BD-19F13B9B5C5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EDA52883-FFE4-4BB4-847F-F1C97E29D94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EA31FBE-ACB7-4167-A403-5E1220994EC6}"/>
              </a:ext>
            </a:extLst>
          </p:cNvPr>
          <p:cNvPicPr>
            <a:picLocks noChangeAspect="1"/>
          </p:cNvPicPr>
          <p:nvPr/>
        </p:nvPicPr>
        <p:blipFill>
          <a:blip ns3:embed="R8d25855a13354d2f"/>
          <a:stretch/>
        </p:blipFill>
        <p:spPr>
          <a:xfrm>
            <a:off x="2000250" y="4622107"/>
            <a:ext cx="14287500" cy="4681336"/>
          </a:xfrm>
          <a:prstGeom prst="rect">
            <a:avLst/>
          </a:prstGeom>
        </p:spPr>
      </p:pic>
    </p:spTree>
    <p:extLst>
      <p:ext uri="{BB962C8B-B14F-4D97-AF65-F5344CB8AC3E}">
        <ns4:creationId val="1531555176"/>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9C6DE67-C05E-4F8A-9FAA-529C38AE1C60}"/>
              </a:ext>
            </a:extLst>
          </p:cNvPr>
          <p:cNvPicPr>
            <a:picLocks noChangeAspect="1"/>
          </p:cNvPicPr>
          <p:nvPr/>
        </p:nvPicPr>
        <p:blipFill>
          <a:blip ns3:embed="R6837c3ee876f4ed2"/>
          <a:stretch/>
        </p:blipFill>
        <p:spPr>
          <a:xfrm>
            <a:off x="16941800" y="382588"/>
            <a:ext cx="1028700" cy="733425"/>
          </a:xfrm>
          <a:prstGeom prst="rect">
            <a:avLst/>
          </a:prstGeom>
        </p:spPr>
      </p:pic>
      <p:sp>
        <p:nvSpPr>
          <p:cNvPr id="2" name="part_heading">
            <a:extLst>
              <a:ext uri="{FF2B5EF4-FFF2-40B4-BE49-F238E27FC236}">
                <ns2:creationId id="{250DFAB1-040C-49DE-B03E-CBE34CB6669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9C9E8409-BCB9-4F4A-9D04-4AA320345F9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B340F55-9CC0-454C-9D32-D5408A400C8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68C196D0-C4F2-4C27-B460-21E09B7FC9A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75DB7CF2-B4E3-480E-89A7-E8BD8510ADE3}"/>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6A848C20-897D-4DC1-B255-23EECD8318E7}"/>
              </a:ext>
            </a:extLst>
          </p:cNvPr>
          <p:cNvPicPr>
            <a:picLocks noChangeAspect="1"/>
          </p:cNvPicPr>
          <p:nvPr/>
        </p:nvPicPr>
        <p:blipFill>
          <a:blip ns3:embed="Ra531a2e2516444db"/>
          <a:stretch/>
        </p:blipFill>
        <p:spPr>
          <a:xfrm>
            <a:off x="11283641" y="4095750"/>
            <a:ext cx="5340968" cy="5286375"/>
          </a:xfrm>
          <a:prstGeom prst="rect">
            <a:avLst/>
          </a:prstGeom>
        </p:spPr>
      </p:pic>
      <p:pic>
        <p:nvPicPr>
          <p:cNvPr id="8" name="">
            <a:extLst>
              <a:ext uri="{FF2B5EF4-FFF2-40B4-BE49-F238E27FC236}">
                <ns2:creationId id="{A0D7D794-CF2B-4C9E-80E9-541CDE5BF9C6}"/>
              </a:ext>
            </a:extLst>
          </p:cNvPr>
          <p:cNvPicPr>
            <a:picLocks noChangeAspect="1"/>
          </p:cNvPicPr>
          <p:nvPr/>
        </p:nvPicPr>
        <p:blipFill>
          <a:blip ns3:embed="R045809553fe94fdc"/>
          <a:stretch/>
        </p:blipFill>
        <p:spPr>
          <a:xfrm>
            <a:off x="2778125" y="5619750"/>
            <a:ext cx="5207000" cy="1190625"/>
          </a:xfrm>
          <a:prstGeom prst="rect">
            <a:avLst/>
          </a:prstGeom>
        </p:spPr>
      </p:pic>
      <p:sp>
        <p:nvSpPr>
          <p:cNvPr id="9" name="symbols">
            <a:extLst>
              <a:ext uri="{FF2B5EF4-FFF2-40B4-BE49-F238E27FC236}">
                <ns2:creationId id="{CE61502F-9CDB-4F46-977D-DC5850C5126B}"/>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365242074"/>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CAE8B251-6FFA-4EF9-95F6-D12E830F3E16}"/>
              </a:ext>
            </a:extLst>
          </p:cNvPr>
          <p:cNvPicPr>
            <a:picLocks noChangeAspect="1"/>
          </p:cNvPicPr>
          <p:nvPr/>
        </p:nvPicPr>
        <p:blipFill>
          <a:blip ns3:embed="Rc9486595452f43d9"/>
          <a:stretch/>
        </p:blipFill>
        <p:spPr>
          <a:xfrm>
            <a:off x="16941800" y="382588"/>
            <a:ext cx="1028700" cy="733425"/>
          </a:xfrm>
          <a:prstGeom prst="rect">
            <a:avLst/>
          </a:prstGeom>
        </p:spPr>
      </p:pic>
      <p:sp>
        <p:nvSpPr>
          <p:cNvPr id="2" name="part_heading">
            <a:extLst>
              <a:ext uri="{FF2B5EF4-FFF2-40B4-BE49-F238E27FC236}">
                <ns2:creationId id="{B6CDE0E2-9324-4376-B367-AE0A163428A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1986212-31A7-44B4-A482-BEC18C04E56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0A5E7F4-442F-4FB8-BDCB-9C5A0D788D9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098AA0A-E2C7-4E0C-8D69-956B0E4BE66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1F5A91CF-2163-4B82-ACD7-7C20CD87101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964542C3-F05F-4AFF-B9B3-5B78202FFCD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40B22D6-D580-48DE-B1E2-A53B1CB7B8A3}"/>
              </a:ext>
            </a:extLst>
          </p:cNvPr>
          <p:cNvPicPr>
            <a:picLocks noChangeAspect="1"/>
          </p:cNvPicPr>
          <p:nvPr/>
        </p:nvPicPr>
        <p:blipFill>
          <a:blip ns3:embed="Rae2496e62c14409b"/>
          <a:stretch/>
        </p:blipFill>
        <p:spPr>
          <a:xfrm>
            <a:off x="3587303" y="4667250"/>
            <a:ext cx="11113394" cy="723900"/>
          </a:xfrm>
          <a:prstGeom prst="rect">
            <a:avLst/>
          </a:prstGeom>
        </p:spPr>
      </p:pic>
      <p:sp>
        <p:nvSpPr>
          <p:cNvPr id="9" name="q1">
            <a:extLst>
              <a:ext uri="{FF2B5EF4-FFF2-40B4-BE49-F238E27FC236}">
                <ns2:creationId id="{5CDA0F1C-0FEA-42C4-B797-CF1D02E0ECD7}"/>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A4FECA0F-6EE7-4AE0-B532-DD0BBB490470}"/>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24C0A72A-882E-4F25-A25F-C2BD5B3598EB}"/>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A82546AD-47E4-4008-8703-12A1BE2A45C2}"/>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35036828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0A99C7A-C43A-4499-8798-9FD654406601}"/>
              </a:ext>
            </a:extLst>
          </p:cNvPr>
          <p:cNvPicPr>
            <a:picLocks noChangeAspect="1"/>
          </p:cNvPicPr>
          <p:nvPr/>
        </p:nvPicPr>
        <p:blipFill>
          <a:blip ns3:embed="Re2fe03bdf98d443d"/>
          <a:stretch/>
        </p:blipFill>
        <p:spPr>
          <a:xfrm>
            <a:off x="4859" y="0"/>
            <a:ext cx="18278283" cy="10287000"/>
          </a:xfrm>
          <a:prstGeom prst="rect">
            <a:avLst/>
          </a:prstGeom>
        </p:spPr>
      </p:pic>
      <p:sp>
        <p:nvSpPr>
          <p:cNvPr id="2" name="reference_green_fade">
            <a:extLst>
              <a:ext uri="{FF2B5EF4-FFF2-40B4-BE49-F238E27FC236}">
                <ns2:creationId id="{30A83DAD-128E-4443-9785-87387A5C5B5D}"/>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F495BE9-26EC-4232-8106-6B119E617C50}"/>
              </a:ext>
            </a:extLst>
          </p:cNvPr>
          <p:cNvPicPr>
            <a:picLocks noChangeAspect="1"/>
          </p:cNvPicPr>
          <p:nvPr/>
        </p:nvPicPr>
        <p:blipFill>
          <a:blip ns3:embed="R783a6223e80f4744"/>
          <a:stretch/>
        </p:blipFill>
        <p:spPr>
          <a:xfrm>
            <a:off x="16916400" y="332392"/>
            <a:ext cx="1079500" cy="668717"/>
          </a:xfrm>
          <a:prstGeom prst="rect">
            <a:avLst/>
          </a:prstGeom>
        </p:spPr>
      </p:pic>
      <p:sp>
        <p:nvSpPr>
          <p:cNvPr id="4" name="copyright">
            <a:extLst>
              <a:ext uri="{FF2B5EF4-FFF2-40B4-BE49-F238E27FC236}">
                <ns2:creationId id="{C1511B81-E6A3-458C-8EEE-BF0A3444286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39F89CD0-8E5C-4A86-8CCC-DFF0BCBF9E9F}"/>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D8673924-48EE-46BD-B9D2-31407D0905AB}"/>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829C279F-F5A6-4095-A4EC-672AF6F0AC13}"/>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380545585"/>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7D7F0567-F767-43C9-BB70-7876DB36E343}"/>
              </a:ext>
            </a:extLst>
          </p:cNvPr>
          <p:cNvPicPr>
            <a:picLocks noChangeAspect="1"/>
          </p:cNvPicPr>
          <p:nvPr/>
        </p:nvPicPr>
        <p:blipFill>
          <a:blip ns3:embed="R3afdabc6cef1417c"/>
          <a:stretch/>
        </p:blipFill>
        <p:spPr>
          <a:xfrm>
            <a:off x="16941800" y="382588"/>
            <a:ext cx="1028700" cy="733425"/>
          </a:xfrm>
          <a:prstGeom prst="rect">
            <a:avLst/>
          </a:prstGeom>
        </p:spPr>
      </p:pic>
      <p:sp>
        <p:nvSpPr>
          <p:cNvPr id="2" name="part_heading">
            <a:extLst>
              <a:ext uri="{FF2B5EF4-FFF2-40B4-BE49-F238E27FC236}">
                <ns2:creationId id="{93CACC54-9B7B-4D52-A09E-F15891F1082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CB1C5DF4-1163-4853-9227-548F7989B22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0E069C7-01D4-4444-9B23-792CC4914E3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B8E4EFC8-DE36-49BA-B026-4EA9EA6AF5D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999D9471-22A8-41E9-B18B-CE33BF53277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44F8AA2D-BB82-4E2B-BB34-2C0C8C2195A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70D1673D-89FB-4A5D-93A8-6CC4E6B4485A}"/>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8B1E63A4-F690-4788-B850-9A71B11E3761}"/>
              </a:ext>
            </a:extLst>
          </p:cNvPr>
          <p:cNvPicPr>
            <a:picLocks noChangeAspect="1"/>
          </p:cNvPicPr>
          <p:nvPr/>
        </p:nvPicPr>
        <p:blipFill>
          <a:blip ns3:embed="Rf0e9cc7a92f54c35"/>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88F09E49-CA28-4658-90A9-E706E1D8585D}"/>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47BEECD2-6EF2-4379-A17F-6896E0517D81}"/>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6C1F74C7-3B82-4238-AC30-0B3E586C53FA}"/>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9166F253-5120-4351-AA5F-01140439114C}"/>
              </a:ext>
            </a:extLst>
          </p:cNvPr>
          <p:cNvPicPr>
            <a:picLocks noChangeAspect="1"/>
          </p:cNvPicPr>
          <p:nvPr/>
        </p:nvPicPr>
        <p:blipFill>
          <a:blip ns3:embed="Rfbb2990cf8f34ea0"/>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E5890BC8-1474-43B1-AC6E-4F20EDBF86FA}"/>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F6117019-427F-4597-A008-5111053CC9AA}"/>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677314077"/>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BDC68D9A-9699-41BC-8031-58F7C8BC36A7}"/>
              </a:ext>
            </a:extLst>
          </p:cNvPr>
          <p:cNvPicPr>
            <a:picLocks noChangeAspect="1"/>
          </p:cNvPicPr>
          <p:nvPr/>
        </p:nvPicPr>
        <p:blipFill>
          <a:blip ns3:embed="Rfab9749a87214cbe"/>
          <a:stretch/>
        </p:blipFill>
        <p:spPr>
          <a:xfrm>
            <a:off x="16941800" y="382588"/>
            <a:ext cx="1028700" cy="733425"/>
          </a:xfrm>
          <a:prstGeom prst="rect">
            <a:avLst/>
          </a:prstGeom>
        </p:spPr>
      </p:pic>
      <p:sp>
        <p:nvSpPr>
          <p:cNvPr id="2" name="part_heading">
            <a:extLst>
              <a:ext uri="{FF2B5EF4-FFF2-40B4-BE49-F238E27FC236}">
                <ns2:creationId id="{B02A6842-59B8-4889-B477-32B210D68D2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A6F9DD2C-ACE0-406E-A41C-B47DD4BB872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943BF8F-5B9D-4074-995A-CFE449A6D43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1106FC6-5172-4265-AEB5-C20836E27C4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9CC619D2-378B-455F-B147-006FE26FE1A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860CB69B-051A-4BC2-8DC7-5C2368745C6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6E088B2-A9DF-4A80-B500-0BA8FE0E683E}"/>
              </a:ext>
            </a:extLst>
          </p:cNvPr>
          <p:cNvPicPr>
            <a:picLocks noChangeAspect="1"/>
          </p:cNvPicPr>
          <p:nvPr/>
        </p:nvPicPr>
        <p:blipFill>
          <a:blip ns3:embed="R75b9a33ca46540c1"/>
          <a:stretch/>
        </p:blipFill>
        <p:spPr>
          <a:xfrm>
            <a:off x="1961408" y="4667250"/>
            <a:ext cx="14365184" cy="723900"/>
          </a:xfrm>
          <a:prstGeom prst="rect">
            <a:avLst/>
          </a:prstGeom>
        </p:spPr>
      </p:pic>
      <p:pic>
        <p:nvPicPr>
          <p:cNvPr id="9" name="">
            <a:extLst>
              <a:ext uri="{FF2B5EF4-FFF2-40B4-BE49-F238E27FC236}">
                <ns2:creationId id="{BE71C67F-B44F-43AD-BF04-FF3FE8A671FF}"/>
              </a:ext>
            </a:extLst>
          </p:cNvPr>
          <p:cNvPicPr>
            <a:picLocks noChangeAspect="1"/>
          </p:cNvPicPr>
          <p:nvPr/>
        </p:nvPicPr>
        <p:blipFill>
          <a:blip ns3:embed="R2223524a183e4405"/>
          <a:stretch/>
        </p:blipFill>
        <p:spPr>
          <a:xfrm>
            <a:off x="1869688" y="5619750"/>
            <a:ext cx="14548624" cy="723900"/>
          </a:xfrm>
          <a:prstGeom prst="rect">
            <a:avLst/>
          </a:prstGeom>
        </p:spPr>
      </p:pic>
      <p:sp>
        <p:nvSpPr>
          <p:cNvPr id="10" name="strip-1">
            <a:extLst>
              <a:ext uri="{FF2B5EF4-FFF2-40B4-BE49-F238E27FC236}">
                <ns2:creationId id="{161BBAEB-E7DF-4717-B7BD-78758391953A}"/>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48509358-7E9D-47F2-9D9A-1DC537C5B330}"/>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B89AE07D-28DD-4570-B149-A4DE78961BCC}"/>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A6A6B31B-7025-4FA2-B7AE-A21A221B0744}"/>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0EC4CED4-1FE8-4A21-AC77-264E0007C31C}"/>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01E8AF55-DD45-4E2D-AE9C-D75B733E1E79}"/>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99FCD117-2F40-47AA-B18A-7E89D19D7752}"/>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B9FECAE1-AAEB-4A45-ACA4-C928579E80D0}"/>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D483336A-3476-4510-8A4E-6B0E9FBE4BCB}"/>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A00055C5-7572-4345-92D9-360080231C73}"/>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2004972129"/>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3B6D461-6630-4EB5-8A7F-C42CA7F42226}"/>
              </a:ext>
            </a:extLst>
          </p:cNvPr>
          <p:cNvPicPr>
            <a:picLocks noChangeAspect="1"/>
          </p:cNvPicPr>
          <p:nvPr/>
        </p:nvPicPr>
        <p:blipFill>
          <a:blip ns3:embed="R8ae1cab8b3be4382"/>
          <a:stretch/>
        </p:blipFill>
        <p:spPr>
          <a:xfrm>
            <a:off x="16941800" y="382588"/>
            <a:ext cx="1028700" cy="733425"/>
          </a:xfrm>
          <a:prstGeom prst="rect">
            <a:avLst/>
          </a:prstGeom>
        </p:spPr>
      </p:pic>
      <p:sp>
        <p:nvSpPr>
          <p:cNvPr id="2" name="part_heading">
            <a:extLst>
              <a:ext uri="{FF2B5EF4-FFF2-40B4-BE49-F238E27FC236}">
                <ns2:creationId id="{97C7C464-1A4E-49AD-B7AC-2CF2FDDB2C3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F8E900EE-19DC-497F-AC81-5BDC3C36123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8C7AB3F-593B-434D-B16A-4DB9F9FFC1E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AF42CFE-55BE-4816-8826-48989C327CD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10E95FE5-3A20-462F-ACA3-70CF33580D8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4DF78772-A680-41D7-B1B2-591F8E64D61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50BF5AF2-C7A5-4924-BA80-AE320992A72E}"/>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D6BA9585-4BD0-43D9-8087-03E5E551E20D}"/>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F0CF3A4B-4BAC-4646-8B9F-21DA6ED196B2}"/>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FD52920E-16FB-4357-A05D-D3F70F1594F9}"/>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8FF01F1F-C00E-4AFB-9BDA-09748D29FB17}"/>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6456A57A-FAFC-4B48-B943-CD209C1F5227}"/>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A4779FD4-3315-4AAD-9AF9-7BE7FCCEAA3D}"/>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0B459B82-7756-459B-9B81-FE2438618248}"/>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E4542DA6-ECB7-47D7-8293-ACC2B17F3AC4}"/>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D219D8C9-E2E7-4B30-986A-CBCEF0E1E43F}"/>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081BD8E7-908D-43D6-9654-E47C2620C708}"/>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A28D5D8A-05B8-45F6-A351-029AC701C53D}"/>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620520962"/>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90D8E3DF-253D-4AFC-BDF1-AADD7E4F0B65}"/>
              </a:ext>
            </a:extLst>
          </p:cNvPr>
          <p:cNvPicPr>
            <a:picLocks noChangeAspect="1"/>
          </p:cNvPicPr>
          <p:nvPr/>
        </p:nvPicPr>
        <p:blipFill>
          <a:blip ns3:embed="Rc7049e91bd624265"/>
          <a:stretch/>
        </p:blipFill>
        <p:spPr>
          <a:xfrm>
            <a:off x="16941800" y="382588"/>
            <a:ext cx="1028700" cy="733425"/>
          </a:xfrm>
          <a:prstGeom prst="rect">
            <a:avLst/>
          </a:prstGeom>
        </p:spPr>
      </p:pic>
      <p:sp>
        <p:nvSpPr>
          <p:cNvPr id="2" name="part_heading">
            <a:extLst>
              <a:ext uri="{FF2B5EF4-FFF2-40B4-BE49-F238E27FC236}">
                <ns2:creationId id="{E0FFECFC-AF63-4A65-BE7C-8212603CABC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D9F6A719-F64B-4B24-8BD6-3CEE8BA337A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A2CFA17-F2C6-45FB-BD70-196E07E75A6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C91B466A-91D9-4D9D-8115-B5D22F9342C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DC57DD11-66A3-4AA0-8A9D-34F6FDFC285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51DD0A5A-EDCD-4ECC-8DAC-93354B8A6A3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6E798A1F-DD25-4A16-A857-DB004B704646}"/>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0DAAB94E-0BF6-4F1C-A62A-D0E6AEF9844F}"/>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184552FF-DB50-4E49-BBA5-2DCDEF9E01A0}"/>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69DA6BED-1728-473B-85E0-20B298C71A05}"/>
              </a:ext>
            </a:extLst>
          </p:cNvPr>
          <p:cNvPicPr>
            <a:picLocks noChangeAspect="1"/>
          </p:cNvPicPr>
          <p:nvPr/>
        </p:nvPicPr>
        <p:blipFill>
          <a:blip ns3:embed="R7d664bde92fd46af"/>
          <a:stretch/>
        </p:blipFill>
        <p:spPr>
          <a:xfrm>
            <a:off x="4476750" y="5018554"/>
            <a:ext cx="12001500" cy="554691"/>
          </a:xfrm>
          <a:prstGeom prst="rect">
            <a:avLst/>
          </a:prstGeom>
        </p:spPr>
      </p:pic>
      <p:sp>
        <p:nvSpPr>
          <p:cNvPr id="12" name="eq-ethanol-calculation">
            <a:extLst>
              <a:ext uri="{FF2B5EF4-FFF2-40B4-BE49-F238E27FC236}">
                <ns2:creationId id="{BDFB16DC-101F-41E2-B204-C6BE82921348}"/>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3724293F-DFBE-4B11-94C5-39B96A3D4597}"/>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5086FE74-6545-4EAF-B549-9C80306906EB}"/>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3F3158F1-BE3B-47AF-846E-70E363F11932}"/>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06E82EEA-1A82-4443-B322-B193D6CC3D51}"/>
              </a:ext>
            </a:extLst>
          </p:cNvPr>
          <p:cNvPicPr>
            <a:picLocks noChangeAspect="1"/>
          </p:cNvPicPr>
          <p:nvPr/>
        </p:nvPicPr>
        <p:blipFill>
          <a:blip ns3:embed="R0821157259f841e5"/>
          <a:stretch/>
        </p:blipFill>
        <p:spPr>
          <a:xfrm>
            <a:off x="4476750" y="7472773"/>
            <a:ext cx="12001500" cy="599254"/>
          </a:xfrm>
          <a:prstGeom prst="rect">
            <a:avLst/>
          </a:prstGeom>
        </p:spPr>
      </p:pic>
      <p:sp>
        <p:nvSpPr>
          <p:cNvPr id="17" name="eq-water-liquid-calculation">
            <a:extLst>
              <a:ext uri="{FF2B5EF4-FFF2-40B4-BE49-F238E27FC236}">
                <ns2:creationId id="{3811C2F7-78D4-4596-84CA-15FF3C736A3D}"/>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254853819"/>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FA0BD166-4282-459D-818A-BF871793FB4A}"/>
              </a:ext>
            </a:extLst>
          </p:cNvPr>
          <p:cNvPicPr>
            <a:picLocks noChangeAspect="1"/>
          </p:cNvPicPr>
          <p:nvPr/>
        </p:nvPicPr>
        <p:blipFill>
          <a:blip ns3:embed="R37a0ab4c463a41f7"/>
          <a:stretch/>
        </p:blipFill>
        <p:spPr>
          <a:xfrm>
            <a:off x="16941800" y="382588"/>
            <a:ext cx="1028700" cy="733425"/>
          </a:xfrm>
          <a:prstGeom prst="rect">
            <a:avLst/>
          </a:prstGeom>
        </p:spPr>
      </p:pic>
      <p:sp>
        <p:nvSpPr>
          <p:cNvPr id="2" name="part_heading">
            <a:extLst>
              <a:ext uri="{FF2B5EF4-FFF2-40B4-BE49-F238E27FC236}">
                <ns2:creationId id="{625FC5F2-1D79-473F-9977-D0E57B4C47B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8763C3B-D2D1-477E-9099-BC96555C890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1A91215-A7BC-40CD-869C-599228AE140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583D51A-865D-4533-8840-CBCB046CD09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D4BD9446-2C3E-4F83-B289-5F9A084F9EE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8D844D24-A381-4FDA-9EC1-83CD663AD63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3083CEE-8684-49F8-9983-86BF8FAFB3C9}"/>
              </a:ext>
            </a:extLst>
          </p:cNvPr>
          <p:cNvPicPr>
            <a:picLocks noChangeAspect="1"/>
          </p:cNvPicPr>
          <p:nvPr/>
        </p:nvPicPr>
        <p:blipFill>
          <a:blip ns3:embed="R05a6fce01dcd440b"/>
          <a:stretch/>
        </p:blipFill>
        <p:spPr>
          <a:xfrm>
            <a:off x="2190750" y="4766442"/>
            <a:ext cx="13906500" cy="3706865"/>
          </a:xfrm>
          <a:prstGeom prst="rect">
            <a:avLst/>
          </a:prstGeom>
        </p:spPr>
      </p:pic>
      <p:sp>
        <p:nvSpPr>
          <p:cNvPr id="9" name="takeaway-box">
            <a:extLst>
              <a:ext uri="{FF2B5EF4-FFF2-40B4-BE49-F238E27FC236}">
                <ns2:creationId id="{1087D98D-40BF-48F3-BEC7-7654990757B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41E4EEFE-48FD-45CC-99EB-38E85963E6B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872102538"/>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87DB8B70-B22F-48FB-A419-91839E180705}"/>
              </a:ext>
            </a:extLst>
          </p:cNvPr>
          <p:cNvPicPr>
            <a:picLocks noChangeAspect="1"/>
          </p:cNvPicPr>
          <p:nvPr/>
        </p:nvPicPr>
        <p:blipFill>
          <a:blip ns3:embed="Re3a0c009a56e4a15"/>
          <a:stretch/>
        </p:blipFill>
        <p:spPr>
          <a:xfrm>
            <a:off x="16941800" y="382588"/>
            <a:ext cx="1028700" cy="733425"/>
          </a:xfrm>
          <a:prstGeom prst="rect">
            <a:avLst/>
          </a:prstGeom>
        </p:spPr>
      </p:pic>
      <p:sp>
        <p:nvSpPr>
          <p:cNvPr id="2" name="part_heading">
            <a:extLst>
              <a:ext uri="{FF2B5EF4-FFF2-40B4-BE49-F238E27FC236}">
                <ns2:creationId id="{74EAEC0E-B990-4CB4-A5AB-2FA4C7E8DB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11CE5E22-6D7B-4161-8985-7C62D18B613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751A5A8-0DDB-4179-8A5E-06DE703C3CA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709532A0-702B-4253-A4D2-7875D4FB080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7292EFEC-0033-480C-BA8E-30778823B78C}"/>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8EBD6DA9-5075-4247-BA97-5EF53F05929F}"/>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68E1CD07-957A-4395-BC6A-37B0B679C778}"/>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55D6A28F-B63E-4DDA-AF3A-601E1014EF56}"/>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E18089E0-F183-46D2-BE70-6FABEDBB37BA}"/>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99E56043-E896-4F47-A9C7-4B7CA50526B3}"/>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6152F08A-36A1-4A73-AD0A-6B32F4B61D72}"/>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6289824A-E242-4783-BC63-05069D75CE3D}"/>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CCD0B71D-5B4B-4DE6-A7AF-3D278DB58F1E}"/>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BB6E6D3A-1465-4EA9-8F96-1D700944A3B5}"/>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A4148A5C-7BD7-491F-ABC0-FCCD1BC69591}"/>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2D2A7E80-A183-4232-B7C1-21DB730F022C}"/>
              </a:ext>
            </a:extLst>
          </p:cNvPr>
          <p:cNvPicPr>
            <a:picLocks noChangeAspect="1"/>
          </p:cNvPicPr>
          <p:nvPr/>
        </p:nvPicPr>
        <p:blipFill>
          <a:blip ns3:embed="R14469c56ba0946da"/>
          <a:stretch/>
        </p:blipFill>
        <p:spPr>
          <a:xfrm>
            <a:off x="12858750" y="6200795"/>
            <a:ext cx="3905250" cy="2933661"/>
          </a:xfrm>
          <a:prstGeom prst="rect">
            <a:avLst/>
          </a:prstGeom>
        </p:spPr>
      </p:pic>
    </p:spTree>
    <p:extLst>
      <p:ext uri="{BB962C8B-B14F-4D97-AF65-F5344CB8AC3E}">
        <ns4:creationId val="751801106"/>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F72F9DA2-D001-4C01-9B0C-B609993E1B20}"/>
              </a:ext>
            </a:extLst>
          </p:cNvPr>
          <p:cNvPicPr>
            <a:picLocks noChangeAspect="1"/>
          </p:cNvPicPr>
          <p:nvPr/>
        </p:nvPicPr>
        <p:blipFill>
          <a:blip ns3:embed="R337819e2677d4a83"/>
          <a:stretch/>
        </p:blipFill>
        <p:spPr>
          <a:xfrm>
            <a:off x="16941800" y="382588"/>
            <a:ext cx="1028700" cy="733425"/>
          </a:xfrm>
          <a:prstGeom prst="rect">
            <a:avLst/>
          </a:prstGeom>
        </p:spPr>
      </p:pic>
      <p:sp>
        <p:nvSpPr>
          <p:cNvPr id="2" name="part_heading">
            <a:extLst>
              <a:ext uri="{FF2B5EF4-FFF2-40B4-BE49-F238E27FC236}">
                <ns2:creationId id="{A1103CB4-E666-4302-B455-F1C7C57F1A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7ADABAB-FA5A-42E9-80CF-718272295CE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F547A31-C633-4BDC-958D-5BA7C1769C5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7B8938E-0517-4443-947A-BE81523E983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B14BDB3C-C5BC-4390-81DC-8E20AD6DF3F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B0812BF1-0E06-41FF-8FC9-DFBBC7921ED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2FCA6A5-0348-4AA3-B9E9-9061CD91ECEC}"/>
              </a:ext>
            </a:extLst>
          </p:cNvPr>
          <p:cNvPicPr>
            <a:picLocks noChangeAspect="1"/>
          </p:cNvPicPr>
          <p:nvPr/>
        </p:nvPicPr>
        <p:blipFill>
          <a:blip ns3:embed="Rf7f69e387f314aa0"/>
          <a:stretch/>
        </p:blipFill>
        <p:spPr>
          <a:xfrm>
            <a:off x="1524000" y="4954549"/>
            <a:ext cx="10191750" cy="2949652"/>
          </a:xfrm>
          <a:prstGeom prst="rect">
            <a:avLst/>
          </a:prstGeom>
        </p:spPr>
      </p:pic>
      <p:sp>
        <p:nvSpPr>
          <p:cNvPr id="9" name="question">
            <a:extLst>
              <a:ext uri="{FF2B5EF4-FFF2-40B4-BE49-F238E27FC236}">
                <ns2:creationId id="{59EC2273-8264-4F35-8F6D-3728EE474F6A}"/>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017F4B8B-A725-4D17-9075-B796319DDBFA}"/>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C4C43385-9DA1-4ADA-9A6D-5C315961D325}"/>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12454991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C02FB02D-5ABF-46D0-AADA-29E5F75FD8D8}"/>
              </a:ext>
            </a:extLst>
          </p:cNvPr>
          <p:cNvPicPr>
            <a:picLocks noChangeAspect="1"/>
          </p:cNvPicPr>
          <p:nvPr/>
        </p:nvPicPr>
        <p:blipFill>
          <a:blip ns3:embed="R87e9289137184236"/>
          <a:stretch/>
        </p:blipFill>
        <p:spPr>
          <a:xfrm>
            <a:off x="4859" y="0"/>
            <a:ext cx="18278283" cy="10287000"/>
          </a:xfrm>
          <a:prstGeom prst="rect">
            <a:avLst/>
          </a:prstGeom>
        </p:spPr>
      </p:pic>
      <p:sp>
        <p:nvSpPr>
          <p:cNvPr id="2" name="reference_green_fade">
            <a:extLst>
              <a:ext uri="{FF2B5EF4-FFF2-40B4-BE49-F238E27FC236}">
                <ns2:creationId id="{BBB1D88E-0C93-4C66-AF71-26C0C7C02EA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7750522-0406-4E29-8BAB-7572A0BAB875}"/>
              </a:ext>
            </a:extLst>
          </p:cNvPr>
          <p:cNvPicPr>
            <a:picLocks noChangeAspect="1"/>
          </p:cNvPicPr>
          <p:nvPr/>
        </p:nvPicPr>
        <p:blipFill>
          <a:blip ns3:embed="R49acc872e6524059"/>
          <a:stretch/>
        </p:blipFill>
        <p:spPr>
          <a:xfrm>
            <a:off x="16916400" y="332392"/>
            <a:ext cx="1079500" cy="668717"/>
          </a:xfrm>
          <a:prstGeom prst="rect">
            <a:avLst/>
          </a:prstGeom>
        </p:spPr>
      </p:pic>
      <p:sp>
        <p:nvSpPr>
          <p:cNvPr id="4" name="copyright">
            <a:extLst>
              <a:ext uri="{FF2B5EF4-FFF2-40B4-BE49-F238E27FC236}">
                <ns2:creationId id="{337F56AC-65B1-4DA9-AF22-7D499F1BFD26}"/>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E892CE8-1EF8-4A2D-88F5-2FA028D2A241}"/>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07F3A16B-8B33-45BB-8C0E-1DA587C4B4DC}"/>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CB224BC2-CBBB-4D05-A1B6-E43E5653750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631291014"/>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A1B2DAA2-3D24-47EB-AE6E-5CFA2B520D8A}"/>
              </a:ext>
            </a:extLst>
          </p:cNvPr>
          <p:cNvPicPr>
            <a:picLocks noChangeAspect="1"/>
          </p:cNvPicPr>
          <p:nvPr/>
        </p:nvPicPr>
        <p:blipFill>
          <a:blip ns3:embed="Rfc27d4aa16be4532"/>
          <a:stretch/>
        </p:blipFill>
        <p:spPr>
          <a:xfrm>
            <a:off x="16941800" y="382588"/>
            <a:ext cx="1028700" cy="733425"/>
          </a:xfrm>
          <a:prstGeom prst="rect">
            <a:avLst/>
          </a:prstGeom>
        </p:spPr>
      </p:pic>
      <p:sp>
        <p:nvSpPr>
          <p:cNvPr id="2" name="part_heading">
            <a:extLst>
              <a:ext uri="{FF2B5EF4-FFF2-40B4-BE49-F238E27FC236}">
                <ns2:creationId id="{3B1CC3B4-673B-4983-B815-56EAF23BFAE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33769C2-E3E3-47DD-AD09-B3A3D7B4ED1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EDEAA90-C545-4C46-BA9E-D96443304B5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CDFC34F6-8F05-4942-9311-EFDAA252D19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99A2E410-5765-4B43-AE83-F2B4D41DF64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AA2654E1-E5E2-419F-81DB-B2AF930081F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9824C6D-EB83-443D-991F-819D106EB630}"/>
              </a:ext>
            </a:extLst>
          </p:cNvPr>
          <p:cNvPicPr>
            <a:picLocks noChangeAspect="1"/>
          </p:cNvPicPr>
          <p:nvPr/>
        </p:nvPicPr>
        <p:blipFill>
          <a:blip ns3:embed="Rd439e0d2d1a74579"/>
          <a:stretch/>
        </p:blipFill>
        <p:spPr>
          <a:xfrm>
            <a:off x="2807847" y="4667250"/>
            <a:ext cx="5147556" cy="3857625"/>
          </a:xfrm>
          <a:prstGeom prst="rect">
            <a:avLst/>
          </a:prstGeom>
        </p:spPr>
      </p:pic>
      <p:sp>
        <p:nvSpPr>
          <p:cNvPr id="9" name="bond-explanation-panel">
            <a:extLst>
              <a:ext uri="{FF2B5EF4-FFF2-40B4-BE49-F238E27FC236}">
                <ns2:creationId id="{ECDDD3EE-987F-4A00-A5BC-7C7FB1872452}"/>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AE91A08E-E079-4758-ADC5-56730045AB65}"/>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6A4740D2-110E-4B37-9DEF-5B5C95850770}"/>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CC833092-2131-42D1-8C51-DCF0D80D16B8}"/>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E1469305-068A-4314-9555-B6A2FCD05478}"/>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6AB69C36-850B-44EF-8D6B-966798E451D5}"/>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CAC7CC4C-6192-4ABB-B137-F93BF2E9B5E5}"/>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937F2C6D-1FA8-44EA-8A83-5A88E0695F79}"/>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2E4DC977-A87C-4072-AA6E-A8986FA1459E}"/>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76074187"/>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CDF7ABF3-E7F1-4D3D-95A9-80BC27AC15E4}"/>
              </a:ext>
            </a:extLst>
          </p:cNvPr>
          <p:cNvPicPr>
            <a:picLocks noChangeAspect="1"/>
          </p:cNvPicPr>
          <p:nvPr/>
        </p:nvPicPr>
        <p:blipFill>
          <a:blip ns3:embed="Ra42ba728a8fd4f88"/>
          <a:stretch/>
        </p:blipFill>
        <p:spPr>
          <a:xfrm>
            <a:off x="16941800" y="382588"/>
            <a:ext cx="1028700" cy="733425"/>
          </a:xfrm>
          <a:prstGeom prst="rect">
            <a:avLst/>
          </a:prstGeom>
        </p:spPr>
      </p:pic>
      <p:sp>
        <p:nvSpPr>
          <p:cNvPr id="2" name="part_heading">
            <a:extLst>
              <a:ext uri="{FF2B5EF4-FFF2-40B4-BE49-F238E27FC236}">
                <ns2:creationId id="{08F21E25-F521-48BF-A58D-3C01710B991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5697238-EAC8-491B-9B93-2ADC1FB0588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E092209-CC69-4463-B6E2-734F47B768E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7F41A11D-7DCA-4E43-A52D-82C281E6942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C6A3C810-F6DD-4A8A-BD18-B2752BB24CD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52616E4D-C15A-4207-AC5B-1C9097AF17A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C9BFE3D-E752-47D3-82A3-83559AAC5908}"/>
              </a:ext>
            </a:extLst>
          </p:cNvPr>
          <p:cNvPicPr>
            <a:picLocks noChangeAspect="1"/>
          </p:cNvPicPr>
          <p:nvPr/>
        </p:nvPicPr>
        <p:blipFill>
          <a:blip ns3:embed="R873fb41896d24702"/>
          <a:stretch/>
        </p:blipFill>
        <p:spPr>
          <a:xfrm>
            <a:off x="2804805" y="4667250"/>
            <a:ext cx="5153641" cy="3857625"/>
          </a:xfrm>
          <a:prstGeom prst="rect">
            <a:avLst/>
          </a:prstGeom>
        </p:spPr>
      </p:pic>
      <p:sp>
        <p:nvSpPr>
          <p:cNvPr id="9" name="bond-explanation-panel">
            <a:extLst>
              <a:ext uri="{FF2B5EF4-FFF2-40B4-BE49-F238E27FC236}">
                <ns2:creationId id="{B4A15684-C356-4757-BF18-B4AB65198A21}"/>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92A5302B-DAD2-4AFF-B185-EABF2A892DA6}"/>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4E084A4B-2E43-4A39-9A6D-DBE889AE4CBA}"/>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267B2B13-8E5C-4515-A309-2BD752060A33}"/>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F825C5B2-E842-4056-9705-3C02C4C315CF}"/>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A06919B1-5CCE-45A5-A19B-F38DA17A1BC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1598D8DE-B533-437B-9626-5563A70B507C}"/>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036968EE-73D5-4114-A9BD-1BA6D9BB14F1}"/>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6E59CFB5-0F3B-4608-B24D-43DD10CCECC2}"/>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09396306"/>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99C7A6C-DEA5-4765-8290-C8F8BA58563A}"/>
              </a:ext>
            </a:extLst>
          </p:cNvPr>
          <p:cNvPicPr>
            <a:picLocks noChangeAspect="1"/>
          </p:cNvPicPr>
          <p:nvPr/>
        </p:nvPicPr>
        <p:blipFill>
          <a:blip ns3:embed="R33ba6f35edb840f1"/>
          <a:stretch/>
        </p:blipFill>
        <p:spPr>
          <a:xfrm>
            <a:off x="16941800" y="382588"/>
            <a:ext cx="1028700" cy="733425"/>
          </a:xfrm>
          <a:prstGeom prst="rect">
            <a:avLst/>
          </a:prstGeom>
        </p:spPr>
      </p:pic>
      <p:sp>
        <p:nvSpPr>
          <p:cNvPr id="2" name="part_heading">
            <a:extLst>
              <a:ext uri="{FF2B5EF4-FFF2-40B4-BE49-F238E27FC236}">
                <ns2:creationId id="{C2D24D9B-AD66-4BD0-9545-D83056C1DF1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C8ABDEF-AADA-4268-953C-49C6822505B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B80E054D-E203-4933-BEF5-566EA7DD9A3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AFAB284E-7217-480E-993A-7F53A683B37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41F22D95-3B54-47F9-81F3-935AB3DEDA1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D8A1B813-70DC-4D2F-A2F9-6F25018CE7E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4174846-E36F-4E38-80C7-54D6BAB2FB39}"/>
              </a:ext>
            </a:extLst>
          </p:cNvPr>
          <p:cNvPicPr>
            <a:picLocks noChangeAspect="1"/>
          </p:cNvPicPr>
          <p:nvPr/>
        </p:nvPicPr>
        <p:blipFill>
          <a:blip ns3:embed="R33720d38b1534c00"/>
          <a:stretch/>
        </p:blipFill>
        <p:spPr>
          <a:xfrm>
            <a:off x="1578835" y="4476750"/>
            <a:ext cx="9986830" cy="5334000"/>
          </a:xfrm>
          <a:prstGeom prst="rect">
            <a:avLst/>
          </a:prstGeom>
        </p:spPr>
      </p:pic>
      <p:sp>
        <p:nvSpPr>
          <p:cNvPr id="9" name="reading-card-1">
            <a:extLst>
              <a:ext uri="{FF2B5EF4-FFF2-40B4-BE49-F238E27FC236}">
                <ns2:creationId id="{DA6E05C3-A388-4AD5-9D10-6D2C01B323D9}"/>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6BE7027F-4B7A-4785-9CAD-2DCD809CCCD7}"/>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46FA944B-5203-4226-8594-507899EA6D2D}"/>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39004E95-2FCA-437D-A27D-71A0D2A043F8}"/>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01CFC62D-66B0-4F1C-90F2-702D144D5592}"/>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11DCDA1D-C3DD-439C-83EF-771FAAF84D98}"/>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3F6A113C-E92C-44FE-B35E-3B93FABAC2D8}"/>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3E43A348-E2A2-4B31-BA84-90A1A46916F3}"/>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E0F6DBDF-D084-4692-88A1-A7E54C81ACE8}"/>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09CAA6EE-0824-401C-82DB-6AE5FF99776C}"/>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07621101-1612-4B60-B0F1-17F769491600}"/>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EB4BFA2D-5E9B-4D07-BC70-19EB717B1064}"/>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E974EB87-DF15-4855-8A06-A3011EE2836A}"/>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A5FA18DD-6954-4011-B89D-4A2FFFDAFE0C}"/>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9AF811CD-D1EE-422C-BAF0-EBCACFBACF1F}"/>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2063185387"/>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C822F74-C90E-405B-8D2F-810663BD2455}"/>
              </a:ext>
            </a:extLst>
          </p:cNvPr>
          <p:cNvPicPr>
            <a:picLocks noChangeAspect="1"/>
          </p:cNvPicPr>
          <p:nvPr/>
        </p:nvPicPr>
        <p:blipFill>
          <a:blip ns3:embed="R9d036e4404bf4020"/>
          <a:stretch/>
        </p:blipFill>
        <p:spPr>
          <a:xfrm>
            <a:off x="16941800" y="382588"/>
            <a:ext cx="1028700" cy="733425"/>
          </a:xfrm>
          <a:prstGeom prst="rect">
            <a:avLst/>
          </a:prstGeom>
        </p:spPr>
      </p:pic>
      <p:sp>
        <p:nvSpPr>
          <p:cNvPr id="2" name="part_heading">
            <a:extLst>
              <a:ext uri="{FF2B5EF4-FFF2-40B4-BE49-F238E27FC236}">
                <ns2:creationId id="{628B506E-0C2B-46D6-86B5-78DAD64094C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DAA1819-8380-4DBF-A5C1-99532B6F826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E180072-761C-46AF-BEA5-DB2D98B8A51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709D3281-C0DB-434B-A0B9-9177EBE1072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84A6C4E7-5839-4EBA-BA3F-4EC61F083F0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546B901B-3A63-420A-B04D-F71E4813D96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A16E896-28C7-488E-A3F9-70874E1E0747}"/>
              </a:ext>
            </a:extLst>
          </p:cNvPr>
          <p:cNvPicPr>
            <a:picLocks noChangeAspect="1"/>
          </p:cNvPicPr>
          <p:nvPr/>
        </p:nvPicPr>
        <p:blipFill>
          <a:blip ns3:embed="Rbb78fa2e79d84786"/>
          <a:stretch/>
        </p:blipFill>
        <p:spPr>
          <a:xfrm>
            <a:off x="5869781" y="4191000"/>
            <a:ext cx="6548438" cy="714375"/>
          </a:xfrm>
          <a:prstGeom prst="rect">
            <a:avLst/>
          </a:prstGeom>
        </p:spPr>
      </p:pic>
      <p:pic>
        <p:nvPicPr>
          <p:cNvPr id="9" name="">
            <a:extLst>
              <a:ext uri="{FF2B5EF4-FFF2-40B4-BE49-F238E27FC236}">
                <ns2:creationId id="{2A529EAF-C5A4-4427-B832-222418A5BE79}"/>
              </a:ext>
            </a:extLst>
          </p:cNvPr>
          <p:cNvPicPr>
            <a:picLocks noChangeAspect="1"/>
          </p:cNvPicPr>
          <p:nvPr/>
        </p:nvPicPr>
        <p:blipFill>
          <a:blip ns3:embed="Ra65a2f973b3d4d24"/>
          <a:stretch/>
        </p:blipFill>
        <p:spPr>
          <a:xfrm>
            <a:off x="3437359" y="5143500"/>
            <a:ext cx="11413282" cy="3190875"/>
          </a:xfrm>
          <a:prstGeom prst="rect">
            <a:avLst/>
          </a:prstGeom>
        </p:spPr>
      </p:pic>
      <p:sp>
        <p:nvSpPr>
          <p:cNvPr id="10" name="conclusion-box">
            <a:extLst>
              <a:ext uri="{FF2B5EF4-FFF2-40B4-BE49-F238E27FC236}">
                <ns2:creationId id="{C42DB169-0B9C-42BB-9D0E-FB6BF715C554}"/>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429155DA-2D2F-4D3A-9CC3-676E87AAE1D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120719636"/>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CAE6990F-C3BE-4706-8729-F30B051974F5}"/>
              </a:ext>
            </a:extLst>
          </p:cNvPr>
          <p:cNvPicPr>
            <a:picLocks noChangeAspect="1"/>
          </p:cNvPicPr>
          <p:nvPr/>
        </p:nvPicPr>
        <p:blipFill>
          <a:blip ns3:embed="R88932f53c0154335"/>
          <a:stretch/>
        </p:blipFill>
        <p:spPr>
          <a:xfrm>
            <a:off x="16941800" y="382588"/>
            <a:ext cx="1028700" cy="733425"/>
          </a:xfrm>
          <a:prstGeom prst="rect">
            <a:avLst/>
          </a:prstGeom>
        </p:spPr>
      </p:pic>
      <p:sp>
        <p:nvSpPr>
          <p:cNvPr id="2" name="part_heading">
            <a:extLst>
              <a:ext uri="{FF2B5EF4-FFF2-40B4-BE49-F238E27FC236}">
                <ns2:creationId id="{26DE6E7C-4327-49D3-B4DD-C7EACF983BE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71C397FE-DF64-4EC5-BD2D-C9F95A373A8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7A5CF08-64CE-4B52-98CD-25297F8C041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94E7AADA-FCF3-4F25-BECD-2C4D0DA831D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612168F7-B419-441E-9E98-7B03ED6D552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6BC0C18B-D8C8-4142-8840-FC9C097587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7BD7FDC9-F521-46F6-BC09-BEBA421AF6DF}"/>
              </a:ext>
            </a:extLst>
          </p:cNvPr>
          <p:cNvSpPr>
            <a:spLocks noGrp="1"/>
          </p:cNvSpPr>
          <p:nvPr/>
        </p:nvSpPr>
        <p:spPr>
          <a:xfrm>
            <a:off x="2286000" y="4857750"/>
            <a:ext cx="13716000" cy="3333750"/>
          </a:xfrm>
          <a:prstGeom prst="roundRect">
            <a:avLst>
              <a:gd name="adj" fmla="val 6286"/>
            </a:avLst>
          </a:prstGeom>
          <a:solidFill>
            <a:srgbClr val="252525"/>
          </a:solidFill>
          <a:ln w="0">
            <a:noFill/>
          </a:ln>
        </p:spPr>
      </p:sp>
      <p:graphicFrame>
        <p:nvGraphicFramePr>
          <p:cNvPr id="9" name="">
            <a:extLst>
              <a:ext uri="{FF2B5EF4-FFF2-40B4-BE49-F238E27FC236}">
                <ns2:creationId id="{79EF87DC-F16C-4073-A2F0-A684FA4D6EAC}"/>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06A90F48-FB45-4C65-B550-DBE744F2A268}"/>
              </a:ext>
            </a:extLst>
          </p:cNvPr>
          <p:cNvSpPr>
            <a:spLocks noGrp="1"/>
          </p:cNvSpPr>
          <p:nvPr/>
        </p:nvSpPr>
        <p:spPr>
          <a:xfrm>
            <a:off x="2628900" y="5805488"/>
            <a:ext cx="13030200" cy="14288"/>
          </a:xfrm>
          <a:prstGeom prst="rect">
            <a:avLst/>
          </a:prstGeom>
          <a:solidFill>
            <a:srgbClr val="777777"/>
          </a:solidFill>
          <a:ln w="0">
            <a:noFill/>
          </a:ln>
        </p:spPr>
      </p:sp>
      <p:sp>
        <p:nvSpPr>
          <p:cNvPr id="11" name="table-row-rule-2">
            <a:extLst>
              <a:ext uri="{FF2B5EF4-FFF2-40B4-BE49-F238E27FC236}">
                <ns2:creationId id="{D73BE2E2-0FB1-49FD-9307-72391ADCC8D2}"/>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FD0DC124-A8B1-4A3C-8099-F6673B057B10}"/>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CEFEAB9D-F83F-4BB2-8E67-CEEAB677C64A}"/>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2977E64A-50EC-4BA3-906F-18CB28EBD66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56234630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C5BE8CDE-0538-4ECC-9D4D-10213CDDCCCC}"/>
              </a:ext>
            </a:extLst>
          </p:cNvPr>
          <p:cNvPicPr>
            <a:picLocks noChangeAspect="1"/>
          </p:cNvPicPr>
          <p:nvPr/>
        </p:nvPicPr>
        <p:blipFill>
          <a:blip ns3:embed="Rb000b3caf88a457b"/>
          <a:stretch/>
        </p:blipFill>
        <p:spPr>
          <a:xfrm>
            <a:off x="16941800" y="382588"/>
            <a:ext cx="1028700" cy="733425"/>
          </a:xfrm>
          <a:prstGeom prst="rect">
            <a:avLst/>
          </a:prstGeom>
        </p:spPr>
      </p:pic>
      <p:sp>
        <p:nvSpPr>
          <p:cNvPr id="2" name="part_heading">
            <a:extLst>
              <a:ext uri="{FF2B5EF4-FFF2-40B4-BE49-F238E27FC236}">
                <ns2:creationId id="{F5A4A540-9A11-4F3C-AD8B-F0F3683E596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6C3C191-1EEA-4331-B2AA-E7BF5A8CE8F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34CCD53-143A-45CA-8F45-F146BE776F5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CBA5C2F5-38FB-43B9-84E9-B196310A4A5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BA47C51F-0427-4599-81BE-56AE513C843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36B8585B-0AD0-46CB-B4D7-EBB0B5677D6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BEDF576-F0CD-4CA1-A248-1002E68BC84A}"/>
              </a:ext>
            </a:extLst>
          </p:cNvPr>
          <p:cNvPicPr>
            <a:picLocks noChangeAspect="1"/>
          </p:cNvPicPr>
          <p:nvPr/>
        </p:nvPicPr>
        <p:blipFill>
          <a:blip ns3:embed="Rc3f3845d0e404e67"/>
          <a:stretch/>
        </p:blipFill>
        <p:spPr>
          <a:xfrm>
            <a:off x="2136321" y="4676775"/>
            <a:ext cx="14015357" cy="714375"/>
          </a:xfrm>
          <a:prstGeom prst="rect">
            <a:avLst/>
          </a:prstGeom>
        </p:spPr>
      </p:pic>
      <p:sp>
        <p:nvSpPr>
          <p:cNvPr id="9" name="step-strip-0">
            <a:extLst>
              <a:ext uri="{FF2B5EF4-FFF2-40B4-BE49-F238E27FC236}">
                <ns2:creationId id="{19162DDE-7C31-488E-B5D6-2FBD3310B1EC}"/>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F5DB0982-B7E9-42CE-AB80-EB34C5A8F507}"/>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BB71A056-CDAD-4A19-AE60-534B906FE316}"/>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26840806-DB53-4300-A7EF-FC9073B8A4E9}"/>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F5081150-99AD-4E9C-BB31-347247A15BF0}"/>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254A6844-EB2C-4F23-9202-BEDE6EE3C64B}"/>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68177F98-C8B1-46A8-BC5B-626F10497388}"/>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D1E47281-7439-478E-8C9A-AFDCDDA3D66C}"/>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AACFCFCA-9F4D-46F8-BD76-DB101D329467}"/>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4ED995B3-FF85-4216-A331-CF620744AE65}"/>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6B29F829-C8AA-43BD-BEB1-ACDD6985B0B5}"/>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83663C76-BECE-4351-B56D-90FB439D33CE}"/>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7619109D-2AFF-4FA9-A306-2190CACAFCDD}"/>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89D9B654-CE65-435B-BAE4-75273253CEFE}"/>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560BB4CC-0A7A-4E15-BD77-162C38031411}"/>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480752877"/>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6014641E-8BB2-499C-891E-ACB07D3254A6}"/>
              </a:ext>
            </a:extLst>
          </p:cNvPr>
          <p:cNvPicPr>
            <a:picLocks noChangeAspect="1"/>
          </p:cNvPicPr>
          <p:nvPr/>
        </p:nvPicPr>
        <p:blipFill>
          <a:blip ns3:embed="Re6398053fe3949c7"/>
          <a:stretch/>
        </p:blipFill>
        <p:spPr>
          <a:xfrm>
            <a:off x="16941800" y="382588"/>
            <a:ext cx="1028700" cy="733425"/>
          </a:xfrm>
          <a:prstGeom prst="rect">
            <a:avLst/>
          </a:prstGeom>
        </p:spPr>
      </p:pic>
      <p:sp>
        <p:nvSpPr>
          <p:cNvPr id="2" name="part_heading">
            <a:extLst>
              <a:ext uri="{FF2B5EF4-FFF2-40B4-BE49-F238E27FC236}">
                <ns2:creationId id="{1405B0B5-9DFC-44B4-AD65-ECBFCD88B7C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0D0CE3A-AEB6-4ADE-B099-0495615BCB4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49EA57B-51CF-414F-9F62-09C1903720B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C652AF3-4C79-4CBB-92F8-3645BCB9FBF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00232CB7-3BB4-4F2F-8329-146E91D6392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1543D186-612D-4875-9E5C-867D1BFAB1E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DDA2CD1B-6485-4E54-96AB-0C99CDBA95A4}"/>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7831D0A9-7D02-43A9-A5C0-B25917804397}"/>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3787CC80-71C1-4F94-A5E0-3E45AEB6D688}"/>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830FDE90-6FBA-4173-8F61-107F62C20301}"/>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7CF5D19C-5283-4F5A-9EDC-FCC7519CDB2F}"/>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D0BB9D9A-F490-4190-AB65-0E17DAD0E314}"/>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777CE87E-6E43-46F5-BFFD-657CFF759A28}"/>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8F7434FB-62EA-4705-A2AE-F97A1723ED0A}"/>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32081123-BF78-4F10-B5A5-98033AD29EE6}"/>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A52E9627-AABD-4D39-B6B6-693319670748}"/>
              </a:ext>
            </a:extLst>
          </p:cNvPr>
          <p:cNvPicPr>
            <a:picLocks noChangeAspect="1"/>
          </p:cNvPicPr>
          <p:nvPr/>
        </p:nvPicPr>
        <p:blipFill>
          <a:blip ns3:embed="R44803d4a90a245f3"/>
          <a:stretch/>
        </p:blipFill>
        <p:spPr>
          <a:xfrm>
            <a:off x="1895084" y="8096250"/>
            <a:ext cx="14497833" cy="723900"/>
          </a:xfrm>
          <a:prstGeom prst="rect">
            <a:avLst/>
          </a:prstGeom>
        </p:spPr>
      </p:pic>
    </p:spTree>
    <p:extLst>
      <p:ext uri="{BB962C8B-B14F-4D97-AF65-F5344CB8AC3E}">
        <ns4:creationId val="246075730"/>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C903068-E3D1-4538-849E-F47013D808D1}"/>
              </a:ext>
            </a:extLst>
          </p:cNvPr>
          <p:cNvPicPr>
            <a:picLocks noChangeAspect="1"/>
          </p:cNvPicPr>
          <p:nvPr/>
        </p:nvPicPr>
        <p:blipFill>
          <a:blip ns3:embed="R45d6d048a5da4e48"/>
          <a:stretch/>
        </p:blipFill>
        <p:spPr>
          <a:xfrm>
            <a:off x="16941800" y="382588"/>
            <a:ext cx="1028700" cy="733425"/>
          </a:xfrm>
          <a:prstGeom prst="rect">
            <a:avLst/>
          </a:prstGeom>
        </p:spPr>
      </p:pic>
      <p:sp>
        <p:nvSpPr>
          <p:cNvPr id="2" name="part_heading">
            <a:extLst>
              <a:ext uri="{FF2B5EF4-FFF2-40B4-BE49-F238E27FC236}">
                <ns2:creationId id="{4C22615A-2895-4BFD-BE0B-4337E9119F9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9A05D10E-4BAE-44A7-BF5E-E5BDC2DD16A6}"/>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3651D12A-E8C8-4A2C-A463-D5AF8E05C60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E3FD5141-6AF0-401F-99BA-50D3A4D461F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EFF57C88-80E8-4509-81E7-5195D13BBD0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31C84559-AAD4-4396-A021-A012789ADBED}"/>
              </a:ext>
            </a:extLst>
          </p:cNvPr>
          <p:cNvSpPr>
            <a:spLocks noGrp="1"/>
          </p:cNvSpPr>
          <p:nvPr/>
        </p:nvSpPr>
        <p:spPr>
          <a:xfrm>
            <a:off x="1905000" y="4762500"/>
            <a:ext cx="14478000" cy="4286250"/>
          </a:xfrm>
          <a:prstGeom prst="roundRect">
            <a:avLst>
              <a:gd name="adj" fmla="val 4889"/>
            </a:avLst>
          </a:prstGeom>
          <a:solidFill>
            <a:srgbClr val="252525"/>
          </a:solidFill>
          <a:ln w="0">
            <a:noFill/>
          </a:ln>
        </p:spPr>
      </p:sp>
      <p:graphicFrame>
        <p:nvGraphicFramePr>
          <p:cNvPr id="8" name="">
            <a:extLst>
              <a:ext uri="{FF2B5EF4-FFF2-40B4-BE49-F238E27FC236}">
                <ns2:creationId id="{616577FE-0466-4F8E-9E48-CB53576A9F42}"/>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  /  흡열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0D894F6A-D56C-4952-B810-1764AF144283}"/>
              </a:ext>
            </a:extLst>
          </p:cNvPr>
          <p:cNvSpPr>
            <a:spLocks noGrp="1"/>
          </p:cNvSpPr>
          <p:nvPr/>
        </p:nvSpPr>
        <p:spPr>
          <a:xfrm>
            <a:off x="2247900" y="5756910"/>
            <a:ext cx="13792200" cy="14288"/>
          </a:xfrm>
          <a:prstGeom prst="rect">
            <a:avLst/>
          </a:prstGeom>
          <a:solidFill>
            <a:srgbClr val="777777"/>
          </a:solidFill>
          <a:ln w="0">
            <a:noFill/>
          </a:ln>
        </p:spPr>
      </p:sp>
      <p:sp>
        <p:nvSpPr>
          <p:cNvPr id="10" name="table-row-rule-2">
            <a:extLst>
              <a:ext uri="{FF2B5EF4-FFF2-40B4-BE49-F238E27FC236}">
                <ns2:creationId id="{C20ED0DF-A584-43E4-9E2B-E8DC5312D6B5}"/>
              </a:ext>
            </a:extLst>
          </p:cNvPr>
          <p:cNvSpPr>
            <a:spLocks noGrp="1"/>
          </p:cNvSpPr>
          <p:nvPr/>
        </p:nvSpPr>
        <p:spPr>
          <a:xfrm>
            <a:off x="2247900" y="6522720"/>
            <a:ext cx="13792200" cy="14288"/>
          </a:xfrm>
          <a:prstGeom prst="rect">
            <a:avLst/>
          </a:prstGeom>
          <a:solidFill>
            <a:srgbClr val="777777"/>
          </a:solidFill>
          <a:ln w="0">
            <a:noFill/>
          </a:ln>
        </p:spPr>
      </p:sp>
      <p:sp>
        <p:nvSpPr>
          <p:cNvPr id="11" name="table-row-rule-3">
            <a:extLst>
              <a:ext uri="{FF2B5EF4-FFF2-40B4-BE49-F238E27FC236}">
                <ns2:creationId id="{11CDDFA7-392E-4C3F-B933-51C4B00171B1}"/>
              </a:ext>
            </a:extLst>
          </p:cNvPr>
          <p:cNvSpPr>
            <a:spLocks noGrp="1"/>
          </p:cNvSpPr>
          <p:nvPr/>
        </p:nvSpPr>
        <p:spPr>
          <a:xfrm>
            <a:off x="2247900" y="7288530"/>
            <a:ext cx="13792200" cy="14288"/>
          </a:xfrm>
          <a:prstGeom prst="rect">
            <a:avLst/>
          </a:prstGeom>
          <a:solidFill>
            <a:srgbClr val="777777"/>
          </a:solidFill>
          <a:ln w="0">
            <a:noFill/>
          </a:ln>
        </p:spPr>
      </p:sp>
      <p:sp>
        <p:nvSpPr>
          <p:cNvPr id="12" name="table-row-rule-4">
            <a:extLst>
              <a:ext uri="{FF2B5EF4-FFF2-40B4-BE49-F238E27FC236}">
                <ns2:creationId id="{70DD3DC3-0586-4114-A537-E03BB948CAC1}"/>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1768754804"/>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13D0E769-DFD1-4F8E-84D4-B7C0A90E1C6D}"/>
              </a:ext>
            </a:extLst>
          </p:cNvPr>
          <p:cNvPicPr>
            <a:picLocks noChangeAspect="1"/>
          </p:cNvPicPr>
          <p:nvPr/>
        </p:nvPicPr>
        <p:blipFill>
          <a:blip ns3:embed="R9e666a1856444d29"/>
          <a:stretch/>
        </p:blipFill>
        <p:spPr>
          <a:xfrm>
            <a:off x="16941800" y="382588"/>
            <a:ext cx="1028700" cy="733425"/>
          </a:xfrm>
          <a:prstGeom prst="rect">
            <a:avLst/>
          </a:prstGeom>
        </p:spPr>
      </p:pic>
      <p:sp>
        <p:nvSpPr>
          <p:cNvPr id="2" name="part_heading">
            <a:extLst>
              <a:ext uri="{FF2B5EF4-FFF2-40B4-BE49-F238E27FC236}">
                <ns2:creationId id="{0E6AF7EC-D1D3-4196-932C-961493738C0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9D86A71F-C0FF-43D7-AA72-A2B4DEB31D01}"/>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82A967D9-A283-47D7-B9FD-AF3768A7D71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DEE5BA43-A552-4BF7-A7B1-579068F25F5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7A4CC862-342C-4B5D-8BD7-885C8A04B8E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53EA734B-376D-4438-BC4A-74D797027878}"/>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91E63937-7473-479B-9AEE-A3FED02D85C1}"/>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0DC9B4E0-DA0A-4E83-A9AA-82FF6CCD6ED8}"/>
              </a:ext>
            </a:extLst>
          </p:cNvPr>
          <p:cNvPicPr>
            <a:picLocks noChangeAspect="1"/>
          </p:cNvPicPr>
          <p:nvPr/>
        </p:nvPicPr>
        <p:blipFill>
          <a:blip ns3:embed="Rb961551d52844c23"/>
          <a:stretch/>
        </p:blipFill>
        <p:spPr>
          <a:xfrm>
            <a:off x="1809750" y="6081617"/>
            <a:ext cx="4095750" cy="3076766"/>
          </a:xfrm>
          <a:prstGeom prst="rect">
            <a:avLst/>
          </a:prstGeom>
        </p:spPr>
      </p:pic>
      <p:sp>
        <p:nvSpPr>
          <p:cNvPr id="10" name="recap-card-1">
            <a:extLst>
              <a:ext uri="{FF2B5EF4-FFF2-40B4-BE49-F238E27FC236}">
                <ns2:creationId id="{046D5A7F-DBDF-445D-83C5-631576536DC9}"/>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79695A15-2BA1-4797-8801-48EE12426E64}"/>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4619EDB6-D246-43FB-8F16-8201BA7B7694}"/>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B5F564CF-4C68-4A9B-A04E-D8A90F00370D}"/>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8A64951F-3433-4260-9D0F-E3670D3F41CE}"/>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CB5FC4EB-0C31-411C-BEA2-0B780FA90A91}"/>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C15F04C3-7845-4F85-9DFA-17699D25213F}"/>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D29FE908-970C-4544-B78A-6F3A20558A6E}"/>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CB91205B-C91B-4059-A05A-4BD9D9919AF9}"/>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DC91517D-C0A3-43A8-B9CE-C18D12FC15FC}"/>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283B1718-7EE9-4C0C-89C4-349730CEA7EA}"/>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18B4BC84-18E6-455D-9875-17CCEE3A5499}"/>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BF8A50F6-8B40-426C-B76D-52FFA656399F}"/>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D5A65118-8BC3-49A9-9183-AB5096183A48}"/>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83082882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2026-10-19T23:28:13.9660000Z</dcterms:created>
  <dcterms:modified xsi:type="dcterms:W3CDTF">2026-10-19T23:28:13.9660000Z</dcterms:modified>
</coreProperties>
</file>