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e4f7d2d97e4670" /><Relationship Type="http://schemas.openxmlformats.org/officeDocument/2006/relationships/extended-properties" Target="/docProps/app.xml" Id="R8af75b0236b44d32" /><Relationship Type="http://schemas.openxmlformats.org/officeDocument/2006/relationships/officeDocument" Target="/ppt/presentation.xml" Id="R19629fae542a46bc" /></Relationships>
</file>

<file path=ppt/presentation.xml><?xml version="1.0" encoding="utf-8"?>
<p:presentation xmlns:p="http://schemas.openxmlformats.org/presentationml/2006/main">
  <p:sldMasterIdLst>
    <p:sldMasterId xmlns:r="http://schemas.openxmlformats.org/officeDocument/2006/relationships" id="2147483648" r:id="Rdab527a985c94219"/>
  </p:sldMasterIdLst>
  <p:notesMasterIdLst>
    <p:notesMasterId xmlns:r="http://schemas.openxmlformats.org/officeDocument/2006/relationships" r:id="Rfa28ea6f0b0843db"/>
  </p:notesMasterIdLst>
  <p:sldIdLst>
    <p:sldId xmlns:r="http://schemas.openxmlformats.org/officeDocument/2006/relationships" id="256" r:id="Rb114c1f06ef44a90"/>
    <p:sldId xmlns:r="http://schemas.openxmlformats.org/officeDocument/2006/relationships" id="257" r:id="R0c6515bb545c467d"/>
    <p:sldId xmlns:r="http://schemas.openxmlformats.org/officeDocument/2006/relationships" id="258" r:id="R94b6d96d1a224e91"/>
    <p:sldId xmlns:r="http://schemas.openxmlformats.org/officeDocument/2006/relationships" id="259" r:id="R4f26246b7abf4afb"/>
    <p:sldId xmlns:r="http://schemas.openxmlformats.org/officeDocument/2006/relationships" id="260" r:id="R4e3f699576d545bb"/>
    <p:sldId xmlns:r="http://schemas.openxmlformats.org/officeDocument/2006/relationships" id="261" r:id="R9532f5a36cc54335"/>
    <p:sldId xmlns:r="http://schemas.openxmlformats.org/officeDocument/2006/relationships" id="262" r:id="R2f885a02bd81423f"/>
    <p:sldId xmlns:r="http://schemas.openxmlformats.org/officeDocument/2006/relationships" id="263" r:id="R27c3c57f39b44544"/>
    <p:sldId xmlns:r="http://schemas.openxmlformats.org/officeDocument/2006/relationships" id="264" r:id="R2f87b6742111484f"/>
    <p:sldId xmlns:r="http://schemas.openxmlformats.org/officeDocument/2006/relationships" id="265" r:id="Rbc9e13c5acb64d64"/>
    <p:sldId xmlns:r="http://schemas.openxmlformats.org/officeDocument/2006/relationships" id="266" r:id="R50494d9bda404d92"/>
    <p:sldId xmlns:r="http://schemas.openxmlformats.org/officeDocument/2006/relationships" id="267" r:id="Rfbf89573c5214303"/>
    <p:sldId xmlns:r="http://schemas.openxmlformats.org/officeDocument/2006/relationships" id="268" r:id="Read77461832245de"/>
    <p:sldId xmlns:r="http://schemas.openxmlformats.org/officeDocument/2006/relationships" id="269" r:id="Rd27149a5d65a46f0"/>
    <p:sldId xmlns:r="http://schemas.openxmlformats.org/officeDocument/2006/relationships" id="270" r:id="Rb07dcce1d45847a2"/>
    <p:sldId xmlns:r="http://schemas.openxmlformats.org/officeDocument/2006/relationships" id="271" r:id="R91643bc5fe2547cf"/>
    <p:sldId xmlns:r="http://schemas.openxmlformats.org/officeDocument/2006/relationships" id="272" r:id="R41005587b74e413d"/>
    <p:sldId xmlns:r="http://schemas.openxmlformats.org/officeDocument/2006/relationships" id="273" r:id="R913df5dee7624ca0"/>
    <p:sldId xmlns:r="http://schemas.openxmlformats.org/officeDocument/2006/relationships" id="274" r:id="Rd482825bcf504629"/>
    <p:sldId xmlns:r="http://schemas.openxmlformats.org/officeDocument/2006/relationships" id="275" r:id="R45f643b7fdb54b49"/>
    <p:sldId xmlns:r="http://schemas.openxmlformats.org/officeDocument/2006/relationships" id="276" r:id="Rf6f447cf2e7844b8"/>
    <p:sldId xmlns:r="http://schemas.openxmlformats.org/officeDocument/2006/relationships" id="277" r:id="Rc940743b0a8d4250"/>
    <p:sldId xmlns:r="http://schemas.openxmlformats.org/officeDocument/2006/relationships" id="278" r:id="R1102f2ec204547ce"/>
    <p:sldId xmlns:r="http://schemas.openxmlformats.org/officeDocument/2006/relationships" id="279" r:id="Re9d2fbc785194835"/>
    <p:sldId xmlns:r="http://schemas.openxmlformats.org/officeDocument/2006/relationships" id="280" r:id="Rab5c14ae475c42b9"/>
    <p:sldId xmlns:r="http://schemas.openxmlformats.org/officeDocument/2006/relationships" id="281" r:id="R5486eed2f70e4349"/>
    <p:sldId xmlns:r="http://schemas.openxmlformats.org/officeDocument/2006/relationships" id="282" r:id="Rc13ba08371694f50"/>
    <p:sldId xmlns:r="http://schemas.openxmlformats.org/officeDocument/2006/relationships" id="283" r:id="Re8d207f411e44a35"/>
    <p:sldId xmlns:r="http://schemas.openxmlformats.org/officeDocument/2006/relationships" id="284" r:id="R10df18d30ceb4438"/>
    <p:sldId xmlns:r="http://schemas.openxmlformats.org/officeDocument/2006/relationships" id="285" r:id="R1a29563898bc4202"/>
    <p:sldId xmlns:r="http://schemas.openxmlformats.org/officeDocument/2006/relationships" id="286" r:id="R28f7733126f8436d"/>
    <p:sldId xmlns:r="http://schemas.openxmlformats.org/officeDocument/2006/relationships" id="287" r:id="Rdb702f9bbcc54e1c"/>
    <p:sldId xmlns:r="http://schemas.openxmlformats.org/officeDocument/2006/relationships" id="288" r:id="Raa993ee551a04df5"/>
    <p:sldId xmlns:r="http://schemas.openxmlformats.org/officeDocument/2006/relationships" id="289" r:id="R3630c07ae1584906"/>
    <p:sldId xmlns:r="http://schemas.openxmlformats.org/officeDocument/2006/relationships" id="290" r:id="R14f3d9cd5db04650"/>
    <p:sldId xmlns:r="http://schemas.openxmlformats.org/officeDocument/2006/relationships" id="291" r:id="R4bf331dc0412492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06bfbf6ecd4bb2" /><Relationship Type="http://schemas.openxmlformats.org/officeDocument/2006/relationships/slideMaster" Target="/ppt/slideMasters/slideMaster1.xml" Id="Rdab527a985c94219" /><Relationship Type="http://schemas.openxmlformats.org/officeDocument/2006/relationships/notesMaster" Target="/ppt/notesMasters/notesMaster1.xml" Id="Rfa28ea6f0b0843db" /><Relationship Type="http://schemas.openxmlformats.org/officeDocument/2006/relationships/presProps" Target="/ppt/presProps.xml" Id="Rf950b3e52ce64752" /><Relationship Type="http://schemas.openxmlformats.org/officeDocument/2006/relationships/tableStyles" Target="/ppt/tableStyles.xml" Id="R636271b6bdec4a91" /><Relationship Type="http://schemas.openxmlformats.org/officeDocument/2006/relationships/slide" Target="/ppt/slides/slide1.xml" Id="Rb114c1f06ef44a90" /><Relationship Type="http://schemas.openxmlformats.org/officeDocument/2006/relationships/slide" Target="/ppt/slides/slide2.xml" Id="R0c6515bb545c467d" /><Relationship Type="http://schemas.openxmlformats.org/officeDocument/2006/relationships/slide" Target="/ppt/slides/slide3.xml" Id="R94b6d96d1a224e91" /><Relationship Type="http://schemas.openxmlformats.org/officeDocument/2006/relationships/slide" Target="/ppt/slides/slide4.xml" Id="R4f26246b7abf4afb" /><Relationship Type="http://schemas.openxmlformats.org/officeDocument/2006/relationships/slide" Target="/ppt/slides/slide5.xml" Id="R4e3f699576d545bb" /><Relationship Type="http://schemas.openxmlformats.org/officeDocument/2006/relationships/slide" Target="/ppt/slides/slide6.xml" Id="R9532f5a36cc54335" /><Relationship Type="http://schemas.openxmlformats.org/officeDocument/2006/relationships/slide" Target="/ppt/slides/slide7.xml" Id="R2f885a02bd81423f" /><Relationship Type="http://schemas.openxmlformats.org/officeDocument/2006/relationships/slide" Target="/ppt/slides/slide8.xml" Id="R27c3c57f39b44544" /><Relationship Type="http://schemas.openxmlformats.org/officeDocument/2006/relationships/slide" Target="/ppt/slides/slide9.xml" Id="R2f87b6742111484f" /><Relationship Type="http://schemas.openxmlformats.org/officeDocument/2006/relationships/slide" Target="/ppt/slides/slide10.xml" Id="Rbc9e13c5acb64d64" /><Relationship Type="http://schemas.openxmlformats.org/officeDocument/2006/relationships/slide" Target="/ppt/slides/slide11.xml" Id="R50494d9bda404d92" /><Relationship Type="http://schemas.openxmlformats.org/officeDocument/2006/relationships/slide" Target="/ppt/slides/slide12.xml" Id="Rfbf89573c5214303" /><Relationship Type="http://schemas.openxmlformats.org/officeDocument/2006/relationships/slide" Target="/ppt/slides/slide13.xml" Id="Read77461832245de" /><Relationship Type="http://schemas.openxmlformats.org/officeDocument/2006/relationships/slide" Target="/ppt/slides/slide14.xml" Id="Rd27149a5d65a46f0" /><Relationship Type="http://schemas.openxmlformats.org/officeDocument/2006/relationships/slide" Target="/ppt/slides/slide15.xml" Id="Rb07dcce1d45847a2" /><Relationship Type="http://schemas.openxmlformats.org/officeDocument/2006/relationships/slide" Target="/ppt/slides/slide16.xml" Id="R91643bc5fe2547cf" /><Relationship Type="http://schemas.openxmlformats.org/officeDocument/2006/relationships/slide" Target="/ppt/slides/slide17.xml" Id="R41005587b74e413d" /><Relationship Type="http://schemas.openxmlformats.org/officeDocument/2006/relationships/slide" Target="/ppt/slides/slide18.xml" Id="R913df5dee7624ca0" /><Relationship Type="http://schemas.openxmlformats.org/officeDocument/2006/relationships/slide" Target="/ppt/slides/slide19.xml" Id="Rd482825bcf504629" /><Relationship Type="http://schemas.openxmlformats.org/officeDocument/2006/relationships/slide" Target="/ppt/slides/slide20.xml" Id="R45f643b7fdb54b49" /><Relationship Type="http://schemas.openxmlformats.org/officeDocument/2006/relationships/slide" Target="/ppt/slides/slide21.xml" Id="Rf6f447cf2e7844b8" /><Relationship Type="http://schemas.openxmlformats.org/officeDocument/2006/relationships/slide" Target="/ppt/slides/slide22.xml" Id="Rc940743b0a8d4250" /><Relationship Type="http://schemas.openxmlformats.org/officeDocument/2006/relationships/slide" Target="/ppt/slides/slide23.xml" Id="R1102f2ec204547ce" /><Relationship Type="http://schemas.openxmlformats.org/officeDocument/2006/relationships/slide" Target="/ppt/slides/slide24.xml" Id="Re9d2fbc785194835" /><Relationship Type="http://schemas.openxmlformats.org/officeDocument/2006/relationships/slide" Target="/ppt/slides/slide25.xml" Id="Rab5c14ae475c42b9" /><Relationship Type="http://schemas.openxmlformats.org/officeDocument/2006/relationships/slide" Target="/ppt/slides/slide26.xml" Id="R5486eed2f70e4349" /><Relationship Type="http://schemas.openxmlformats.org/officeDocument/2006/relationships/slide" Target="/ppt/slides/slide27.xml" Id="Rc13ba08371694f50" /><Relationship Type="http://schemas.openxmlformats.org/officeDocument/2006/relationships/slide" Target="/ppt/slides/slide28.xml" Id="Re8d207f411e44a35" /><Relationship Type="http://schemas.openxmlformats.org/officeDocument/2006/relationships/slide" Target="/ppt/slides/slide29.xml" Id="R10df18d30ceb4438" /><Relationship Type="http://schemas.openxmlformats.org/officeDocument/2006/relationships/slide" Target="/ppt/slides/slide30.xml" Id="R1a29563898bc4202" /><Relationship Type="http://schemas.openxmlformats.org/officeDocument/2006/relationships/slide" Target="/ppt/slides/slide31.xml" Id="R28f7733126f8436d" /><Relationship Type="http://schemas.openxmlformats.org/officeDocument/2006/relationships/slide" Target="/ppt/slides/slide32.xml" Id="Rdb702f9bbcc54e1c" /><Relationship Type="http://schemas.openxmlformats.org/officeDocument/2006/relationships/slide" Target="/ppt/slides/slide33.xml" Id="Raa993ee551a04df5" /><Relationship Type="http://schemas.openxmlformats.org/officeDocument/2006/relationships/slide" Target="/ppt/slides/slide34.xml" Id="R3630c07ae1584906" /><Relationship Type="http://schemas.openxmlformats.org/officeDocument/2006/relationships/slide" Target="/ppt/slides/slide35.xml" Id="R14f3d9cd5db04650" /><Relationship Type="http://schemas.openxmlformats.org/officeDocument/2006/relationships/slide" Target="/ppt/slides/slide36.xml" Id="R4bf331dc041249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a703ed4d4f45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c29c60ccd1472b" /><Relationship Type="http://schemas.openxmlformats.org/officeDocument/2006/relationships/notesMaster" Target="/ppt/notesMasters/notesMaster1.xml" Id="Rfba976a8acec48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ea5d205ebf4c1e" /><Relationship Type="http://schemas.openxmlformats.org/officeDocument/2006/relationships/notesMaster" Target="/ppt/notesMasters/notesMaster1.xml" Id="R26b88eed7d0c4b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539d21a6754083" /><Relationship Type="http://schemas.openxmlformats.org/officeDocument/2006/relationships/notesMaster" Target="/ppt/notesMasters/notesMaster1.xml" Id="R4641da2491ab42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dbee1863b8432f" /><Relationship Type="http://schemas.openxmlformats.org/officeDocument/2006/relationships/notesMaster" Target="/ppt/notesMasters/notesMaster1.xml" Id="R09a639b5299f44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121e92fa8a405c" /><Relationship Type="http://schemas.openxmlformats.org/officeDocument/2006/relationships/notesMaster" Target="/ppt/notesMasters/notesMaster1.xml" Id="Ra319a9fb06f1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0522b371b3418d" /><Relationship Type="http://schemas.openxmlformats.org/officeDocument/2006/relationships/notesMaster" Target="/ppt/notesMasters/notesMaster1.xml" Id="Ref7fbffbdcfc49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3ae40dfccd406d" /><Relationship Type="http://schemas.openxmlformats.org/officeDocument/2006/relationships/notesMaster" Target="/ppt/notesMasters/notesMaster1.xml" Id="Rb6953246c03a4a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3defa80a4140b4" /><Relationship Type="http://schemas.openxmlformats.org/officeDocument/2006/relationships/notesMaster" Target="/ppt/notesMasters/notesMaster1.xml" Id="Rd45919faf45b4b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63a76732a24e8d" /><Relationship Type="http://schemas.openxmlformats.org/officeDocument/2006/relationships/notesMaster" Target="/ppt/notesMasters/notesMaster1.xml" Id="Ra6594adef73346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f8ce1883b94554" /><Relationship Type="http://schemas.openxmlformats.org/officeDocument/2006/relationships/notesMaster" Target="/ppt/notesMasters/notesMaster1.xml" Id="Rfe9d5cf2acd84a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b966153ecf43f9" /><Relationship Type="http://schemas.openxmlformats.org/officeDocument/2006/relationships/notesMaster" Target="/ppt/notesMasters/notesMaster1.xml" Id="Rbaff9d265bd94a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29560ac14d42b3" /><Relationship Type="http://schemas.openxmlformats.org/officeDocument/2006/relationships/notesMaster" Target="/ppt/notesMasters/notesMaster1.xml" Id="Rbee6391eb94749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7a1d01e2e14662" /><Relationship Type="http://schemas.openxmlformats.org/officeDocument/2006/relationships/notesMaster" Target="/ppt/notesMasters/notesMaster1.xml" Id="Rd2fb8373676d4e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a3a3ab76f4464a" /><Relationship Type="http://schemas.openxmlformats.org/officeDocument/2006/relationships/notesMaster" Target="/ppt/notesMasters/notesMaster1.xml" Id="Rf4aafd121ebc40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70304fbf854289" /><Relationship Type="http://schemas.openxmlformats.org/officeDocument/2006/relationships/notesMaster" Target="/ppt/notesMasters/notesMaster1.xml" Id="Rd8bfe313bfbc4f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c8ce1875834092" /><Relationship Type="http://schemas.openxmlformats.org/officeDocument/2006/relationships/notesMaster" Target="/ppt/notesMasters/notesMaster1.xml" Id="Rbce784efbc7e47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36c9b9a4b44778" /><Relationship Type="http://schemas.openxmlformats.org/officeDocument/2006/relationships/notesMaster" Target="/ppt/notesMasters/notesMaster1.xml" Id="R112421a5702846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773b6aaa7947a5" /><Relationship Type="http://schemas.openxmlformats.org/officeDocument/2006/relationships/notesMaster" Target="/ppt/notesMasters/notesMaster1.xml" Id="R736b67123bf64c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3c92dec967417f" /><Relationship Type="http://schemas.openxmlformats.org/officeDocument/2006/relationships/notesMaster" Target="/ppt/notesMasters/notesMaster1.xml" Id="Rd5cabc6e73e944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8e7885070b4eee" /><Relationship Type="http://schemas.openxmlformats.org/officeDocument/2006/relationships/notesMaster" Target="/ppt/notesMasters/notesMaster1.xml" Id="Rd080ee45fe7c430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325ab262a74201" /><Relationship Type="http://schemas.openxmlformats.org/officeDocument/2006/relationships/notesMaster" Target="/ppt/notesMasters/notesMaster1.xml" Id="Rdb87fde7cfad4f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ab28bbd7914055" /><Relationship Type="http://schemas.openxmlformats.org/officeDocument/2006/relationships/notesMaster" Target="/ppt/notesMasters/notesMaster1.xml" Id="R2aec2bfd08524f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d312374f26472c" /><Relationship Type="http://schemas.openxmlformats.org/officeDocument/2006/relationships/notesMaster" Target="/ppt/notesMasters/notesMaster1.xml" Id="R8cf2e6beb1934e6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86070910a842f1" /><Relationship Type="http://schemas.openxmlformats.org/officeDocument/2006/relationships/notesMaster" Target="/ppt/notesMasters/notesMaster1.xml" Id="R90f9bf1e38f846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d0e4b4446640e0" /><Relationship Type="http://schemas.openxmlformats.org/officeDocument/2006/relationships/notesMaster" Target="/ppt/notesMasters/notesMaster1.xml" Id="R581b8b7a36604c0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31ef74c73e44bd" /><Relationship Type="http://schemas.openxmlformats.org/officeDocument/2006/relationships/notesMaster" Target="/ppt/notesMasters/notesMaster1.xml" Id="R396c910a21fd4ae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950adedec3547f8" /><Relationship Type="http://schemas.openxmlformats.org/officeDocument/2006/relationships/notesMaster" Target="/ppt/notesMasters/notesMaster1.xml" Id="R76b5def108844a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f9fe66a2b5643d4" /><Relationship Type="http://schemas.openxmlformats.org/officeDocument/2006/relationships/notesMaster" Target="/ppt/notesMasters/notesMaster1.xml" Id="R6c523c5946b944e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22e3caba31345ac" /><Relationship Type="http://schemas.openxmlformats.org/officeDocument/2006/relationships/notesMaster" Target="/ppt/notesMasters/notesMaster1.xml" Id="R2b15c1b971e84d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6e30774bec340b7" /><Relationship Type="http://schemas.openxmlformats.org/officeDocument/2006/relationships/notesMaster" Target="/ppt/notesMasters/notesMaster1.xml" Id="R3fac228650dd49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b88f0139544ab6" /><Relationship Type="http://schemas.openxmlformats.org/officeDocument/2006/relationships/notesMaster" Target="/ppt/notesMasters/notesMaster1.xml" Id="R0566c999e89841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98c1ea2ff64d90" /><Relationship Type="http://schemas.openxmlformats.org/officeDocument/2006/relationships/notesMaster" Target="/ppt/notesMasters/notesMaster1.xml" Id="R77214a3a4cd249a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8e8ed272fa74652" /><Relationship Type="http://schemas.openxmlformats.org/officeDocument/2006/relationships/notesMaster" Target="/ppt/notesMasters/notesMaster1.xml" Id="R91c37c902b234e6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cb1738e6c804761" /><Relationship Type="http://schemas.openxmlformats.org/officeDocument/2006/relationships/notesMaster" Target="/ppt/notesMasters/notesMaster1.xml" Id="Rc23b1f9cf8cc4e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e518be898ce41a8" /><Relationship Type="http://schemas.openxmlformats.org/officeDocument/2006/relationships/notesMaster" Target="/ppt/notesMasters/notesMaster1.xml" Id="R186a6cc41b3b4ff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c0bacedc6a84c1f" /><Relationship Type="http://schemas.openxmlformats.org/officeDocument/2006/relationships/notesMaster" Target="/ppt/notesMasters/notesMaster1.xml" Id="R6fa2da438c2d4e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 엔탈피, Part 2 열화학 반응식, Part 3 연료의 효율성, Part 4 결합 에너지와 반응 엔탈피 순서로 배웁니다.</a:t>
            </a:r>
          </a:p>
          <a:p xmlns:a="http://schemas.openxmlformats.org/drawingml/2006/main">
            <a:r>
              <a:t>화면에서 가리킬 순서: 왼쪽에서 오른쪽으로 네 파트</a:t>
            </a:r>
          </a:p>
          <a:p xmlns:a="http://schemas.openxmlformats.org/drawingml/2006/main">
            <a:r>
              <a:t>오개념 점검: 세 파트를 독립적인 암기 목록처럼 설명하지 않는다.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발열·흡열 반응의 예시를 먼저 살펴본 뒤 엔탈피와 반응 엔탈피를 정의합니다.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 그 밖을 주위라고 합니다. 발열 반응은 반응계에서 주위로 열을 방출하는 반응입니다. 도시가스의 주성분인 메테인이 연소할 때 주위로 열이 나옵니다. 철이 산소와 반응하는 산화도 발열 반응이며, 손난로는 철 가루가 빠르게 산화될 때 나오는 열을 이용합니다. 발열이라는 말은 반응계를 기준으로 열이 밖으로 나간다는 뜻입니다. 반응계가 방출한 열을 받은 주위는 일반적으로 따뜻해집니다.</a:t>
            </a:r>
          </a:p>
          <a:p xmlns:a="http://schemas.openxmlformats.org/drawingml/2006/main">
            <a:r>
              <a:t>화면에서 가리킬 순서: 발열 정의 → 메테인 연소 → 철의 산화 → 반응계에서 주위로 열 이동</a:t>
            </a:r>
          </a:p>
          <a:p xmlns:a="http://schemas.openxmlformats.org/drawingml/2006/main">
            <a:r>
              <a:t>오개념 점검: 발열 반응에서 반응계와 주위를 구분한다. 손난로는 흔드는 동작 자체가 에너지원이 아니다.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흡열 반응은 반응계가 주위에서 열을 흡수하는 반응입니다. 냉각 팩에서 질산 암모늄이 물에 용해될 때 주변에서 열을 흡수하므로 팩 주변이 차가워집니다. 제빵 소다의 성분인 탄산수소 나트륨이 분해되는 반응도 흡열 반응으로, 열을 공급해야 진행됩니다. 모든 흡열 반응이 저절로 진행하면서 차가워지는 것은 아닙니다. 가열하는 동안에는 공급받는 열과 반응에 흡수되는 열을 구분합니다. 이제 물질이 가진 에너지와 반응 전후의 변화량을 나타내는 개념으로 연결하겠습니다.</a:t>
            </a:r>
          </a:p>
          <a:p xmlns:a="http://schemas.openxmlformats.org/drawingml/2006/main">
            <a:r>
              <a:t>화면에서 가리킬 순서: 흡열 정의 → 냉각 팩의 용해 → 탄산수소 나트륨 분해 → 주위에서 반응계로 열 이동</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교과서에서는 일정한 압력에서 어떤 물질이 갖는 에너지의 양을 엔탈피라고 정의하고 H로 나타냅니다. 엔탈피는 온도 자체나 이동하는 열의 이름이 아닙니다. 물질의 종류와 양, 상태 등 조건을 함께 생각해야 합니다. 엔탈피의 절대값을 직접 정하기보다는 반응 전후의 변화량을 출입하는 열로 구한다는 점이 중요합니다. 다음 장에서는 엔탈피 H와 변화량 ΔH를 구분하겠습니다.</a:t>
            </a:r>
          </a:p>
          <a:p xmlns:a="http://schemas.openxmlformats.org/drawingml/2006/main">
            <a:r>
              <a:t>화면에서 가리킬 순서: 엔탈피 H → 일정한 압력 조건 → 에너지의 양 → H와 변화량의 구분</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 엔탈피는 일정한 압력에서 화학 반응이 일어날 때의 엔탈피 변화이며 ΔH로 나타냅니다. 델타는 변화량이라는 뜻입니다. 생성물의 엔탈피 합에서 반응물의 엔탈피 합을 뺍니다. 즉 반응 후에서 반응 전을 빼는 순서입니다. H는 엔탈피를, ΔH는 그 변화량을 가리키므로 서로 구분합니다. 일정한 압력에서 팽창과 수축 이외의 일이 없을 때 반응계가 주고받는 열은 이 변화량과 같습니다. 생성물 쪽이 낮으면 ΔH가 음수이고 열을 방출합니다. 생성물 쪽이 높으면 ΔH가 양수이고 열을 흡수합니다. 다음 장의 교과서 그래프로 확인하겠습니다.</a:t>
            </a:r>
          </a:p>
          <a:p xmlns:a="http://schemas.openxmlformats.org/drawingml/2006/main">
            <a:r>
              <a:t>화면에서 가리킬 순서: 반응 엔탈피 ΔH 정의 → 생성물의 엔탈피 합 − 반응물의 엔탈피 합 → 반응 후 − 반응 전</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생성물과 반응물의 엔탈피 높이를 그래프에서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반응식에 물질의 상태와 반응 엔탈피를 함께 표시하겠습니다. 같은 반응도 양이나 상태가 달라지면 출입하는 열이 달라지는지 살펴봅니다.</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8631ce44c240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1b4feb50e34b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3f08f780d946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ca7afeeba142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af03ca17bf46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1925365bf941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17BAFC-B54B-4B46-A94A-1F16BC66160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A3278A-4437-4B6C-AD60-D31C8E0B99C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F7291B-1BFD-4982-98F6-4A65860D417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F959AC-26E9-492B-A451-626809F974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BFB106-4A31-4E50-B33C-E24246B2248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1FA048-6D04-4F3A-92DE-D93E3B731A5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EAD33B-9C27-479F-BE8C-D9FBE366F4D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EAB709-6FB2-4095-8A7F-4ADAAD52AEB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A7FE43-DB06-4E6E-8B5C-3F904265543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5BA917-0A45-410F-91E2-15AE552B9C4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5fef5a872a4b9e" /><Relationship Type="http://schemas.openxmlformats.org/officeDocument/2006/relationships/slideLayout" Target="/ppt/slideLayouts/slideLayout1.xml" Id="R7802e47ac6e34454" /><Relationship Type="http://schemas.openxmlformats.org/officeDocument/2006/relationships/slideLayout" Target="/ppt/slideLayouts/slideLayout2.xml" Id="R63f7409dbe504df3" /><Relationship Type="http://schemas.openxmlformats.org/officeDocument/2006/relationships/slideLayout" Target="/ppt/slideLayouts/slideLayout3.xml" Id="R780383af4b374b85" /><Relationship Type="http://schemas.openxmlformats.org/officeDocument/2006/relationships/slideLayout" Target="/ppt/slideLayouts/slideLayout4.xml" Id="R2cd8f4861f5142ea" /><Relationship Type="http://schemas.openxmlformats.org/officeDocument/2006/relationships/slideLayout" Target="/ppt/slideLayouts/slideLayout5.xml" Id="Rf95e3e1472fc44aa" /><Relationship Type="http://schemas.openxmlformats.org/officeDocument/2006/relationships/slideLayout" Target="/ppt/slideLayouts/slideLayout6.xml" Id="R5229513df77249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2e47ac6e34454"/>
    <p:sldLayoutId xmlns:r="http://schemas.openxmlformats.org/officeDocument/2006/relationships" id="2147483650" r:id="R63f7409dbe504df3"/>
    <p:sldLayoutId xmlns:r="http://schemas.openxmlformats.org/officeDocument/2006/relationships" id="2147483651" r:id="R780383af4b374b85"/>
    <p:sldLayoutId xmlns:r="http://schemas.openxmlformats.org/officeDocument/2006/relationships" id="2147483652" r:id="R2cd8f4861f5142ea"/>
    <p:sldLayoutId xmlns:r="http://schemas.openxmlformats.org/officeDocument/2006/relationships" id="2147483653" r:id="Rf95e3e1472fc44aa"/>
    <p:sldLayoutId xmlns:r="http://schemas.openxmlformats.org/officeDocument/2006/relationships" id="2147483654" r:id="R5229513df77249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7e84793c9e4851" /><Relationship Type="http://schemas.openxmlformats.org/officeDocument/2006/relationships/image" Target="/ppt/media/image.png" Id="Rfb7198f51a824694" /><Relationship Type="http://schemas.openxmlformats.org/officeDocument/2006/relationships/image" Target="/ppt/media/image2.png" Id="Rb10631fd1b804b01" /><Relationship Type="http://schemas.openxmlformats.org/officeDocument/2006/relationships/image" Target="/ppt/media/image3.png" Id="Rbbf43292bbcd48bc" /><Relationship Type="http://schemas.openxmlformats.org/officeDocument/2006/relationships/image" Target="/ppt/media/image4.png" Id="Rbd9a277ac50c4516" /><Relationship Type="http://schemas.openxmlformats.org/officeDocument/2006/relationships/notesSlide" Target="/ppt/notesSlides/notesSlide1.xml" Id="Raa3271452aea40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77349e119740bd" /><Relationship Type="http://schemas.openxmlformats.org/officeDocument/2006/relationships/image" Target="/ppt/media/image5.png" Id="R7132747aa2f6484c" /><Relationship Type="http://schemas.openxmlformats.org/officeDocument/2006/relationships/notesSlide" Target="/ppt/notesSlides/notesSlide2.xml" Id="Rfb1c5aeb9e2c48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c59aef5c194607" /><Relationship Type="http://schemas.openxmlformats.org/officeDocument/2006/relationships/image" Target="/ppt/media/image6.png" Id="R56e8f3eefc0d4d79" /><Relationship Type="http://schemas.openxmlformats.org/officeDocument/2006/relationships/image" Target="/ppt/media/image7.png" Id="R36f96db3f274486a" /><Relationship Type="http://schemas.openxmlformats.org/officeDocument/2006/relationships/image" Target="/ppt/media/image8.png" Id="R8426adb911ad4470" /><Relationship Type="http://schemas.openxmlformats.org/officeDocument/2006/relationships/notesSlide" Target="/ppt/notesSlides/notesSlide3.xml" Id="Rb3ce58f9dae44f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125023c71d4a5b" /><Relationship Type="http://schemas.openxmlformats.org/officeDocument/2006/relationships/image" Target="/ppt/media/image9.png" Id="Re0bfb86a8f034ef5" /><Relationship Type="http://schemas.openxmlformats.org/officeDocument/2006/relationships/image" Target="/ppt/media/image10.png" Id="R2c03f617f5984cd1" /><Relationship Type="http://schemas.openxmlformats.org/officeDocument/2006/relationships/notesSlide" Target="/ppt/notesSlides/notesSlide4.xml" Id="Rdd143b8ed9fe4b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49f239546941c3" /><Relationship Type="http://schemas.openxmlformats.org/officeDocument/2006/relationships/image" Target="/ppt/media/image11.png" Id="R2f376c271e8d4769" /><Relationship Type="http://schemas.openxmlformats.org/officeDocument/2006/relationships/image" Target="/ppt/media/image12.png" Id="R42104d3d8ca0406f" /><Relationship Type="http://schemas.openxmlformats.org/officeDocument/2006/relationships/notesSlide" Target="/ppt/notesSlides/notesSlide5.xml" Id="Rb9883f15bfb94c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dbb073475c45b4" /><Relationship Type="http://schemas.openxmlformats.org/officeDocument/2006/relationships/image" Target="/ppt/media/image13.png" Id="Ra02f64e302f1465d" /><Relationship Type="http://schemas.openxmlformats.org/officeDocument/2006/relationships/image" Target="/ppt/media/image14.png" Id="R5fb5d7f68f83441e" /><Relationship Type="http://schemas.openxmlformats.org/officeDocument/2006/relationships/image" Target="/ppt/media/image15.png" Id="Rad734668b3084eac" /><Relationship Type="http://schemas.openxmlformats.org/officeDocument/2006/relationships/notesSlide" Target="/ppt/notesSlides/notesSlide6.xml" Id="Reb35a379cdbd47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17a4ecf5524b4f" /><Relationship Type="http://schemas.openxmlformats.org/officeDocument/2006/relationships/image" Target="/ppt/media/image16.png" Id="Rf1547450d33a474f" /><Relationship Type="http://schemas.openxmlformats.org/officeDocument/2006/relationships/image" Target="/ppt/media/image17.png" Id="Rd309436cee284550" /><Relationship Type="http://schemas.openxmlformats.org/officeDocument/2006/relationships/image" Target="/ppt/media/image18.png" Id="Rbeaa2de5687c40c5" /><Relationship Type="http://schemas.openxmlformats.org/officeDocument/2006/relationships/notesSlide" Target="/ppt/notesSlides/notesSlide7.xml" Id="Ra674e8e1e6fc4a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4efe4d3e604f05" /><Relationship Type="http://schemas.openxmlformats.org/officeDocument/2006/relationships/image" Target="/ppt/media/image19.png" Id="Rddbe732801b4488f" /><Relationship Type="http://schemas.openxmlformats.org/officeDocument/2006/relationships/notesSlide" Target="/ppt/notesSlides/notesSlide8.xml" Id="R59cc58fb67f44d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7ae44c11894a3b" /><Relationship Type="http://schemas.openxmlformats.org/officeDocument/2006/relationships/image" Target="/ppt/media/image20.png" Id="R70896576e5ca4ee7" /><Relationship Type="http://schemas.openxmlformats.org/officeDocument/2006/relationships/image" Target="/ppt/media/image21.png" Id="R662fada87d594cc3" /><Relationship Type="http://schemas.openxmlformats.org/officeDocument/2006/relationships/notesSlide" Target="/ppt/notesSlides/notesSlide9.xml" Id="Rdf7f13b19b79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821fe451b4406e" /><Relationship Type="http://schemas.openxmlformats.org/officeDocument/2006/relationships/image" Target="/ppt/media/image22.png" Id="Rb102bd8b61b24f8c" /><Relationship Type="http://schemas.openxmlformats.org/officeDocument/2006/relationships/image" Target="/ppt/media/image23.png" Id="Rc9528a0f5c394536" /><Relationship Type="http://schemas.openxmlformats.org/officeDocument/2006/relationships/image" Target="/ppt/media/image24.png" Id="Rc3528ccbb69a4f8e" /><Relationship Type="http://schemas.openxmlformats.org/officeDocument/2006/relationships/notesSlide" Target="/ppt/notesSlides/notesSlide10.xml" Id="R40f8a38280bc46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60c3f2ccbd4e1d" /><Relationship Type="http://schemas.openxmlformats.org/officeDocument/2006/relationships/image" Target="/ppt/media/image25.png" Id="R72edffe35ec94ceb" /><Relationship Type="http://schemas.openxmlformats.org/officeDocument/2006/relationships/image" Target="/ppt/media/image26.png" Id="Rb3af3775828e4e36" /><Relationship Type="http://schemas.openxmlformats.org/officeDocument/2006/relationships/notesSlide" Target="/ppt/notesSlides/notesSlide11.xml" Id="Rf00279f83e3d41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5f1a57f5fb4b41" /><Relationship Type="http://schemas.openxmlformats.org/officeDocument/2006/relationships/image" Target="/ppt/media/image27.png" Id="R7769359f6d4e4714" /><Relationship Type="http://schemas.openxmlformats.org/officeDocument/2006/relationships/image" Target="/ppt/media/image28.png" Id="Rbc325b9fe9d2400d" /><Relationship Type="http://schemas.openxmlformats.org/officeDocument/2006/relationships/image" Target="/ppt/media/image29.png" Id="Rcb504fee47e54d6f" /><Relationship Type="http://schemas.openxmlformats.org/officeDocument/2006/relationships/notesSlide" Target="/ppt/notesSlides/notesSlide12.xml" Id="R6a6ceabc399d46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2ee4d7f9324cbc" /><Relationship Type="http://schemas.openxmlformats.org/officeDocument/2006/relationships/image" Target="/ppt/media/image30.png" Id="R2c482080e3cd4547" /><Relationship Type="http://schemas.openxmlformats.org/officeDocument/2006/relationships/image" Target="/ppt/media/image31.png" Id="R912efe5beb3d42a2" /><Relationship Type="http://schemas.openxmlformats.org/officeDocument/2006/relationships/notesSlide" Target="/ppt/notesSlides/notesSlide13.xml" Id="R699a1f50873442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21bd1cd4264437" /><Relationship Type="http://schemas.openxmlformats.org/officeDocument/2006/relationships/image" Target="/ppt/media/image32.png" Id="Re97e5d72623b4e82" /><Relationship Type="http://schemas.openxmlformats.org/officeDocument/2006/relationships/image" Target="/ppt/media/image33.png" Id="Rfa5a6962804e40ab" /><Relationship Type="http://schemas.openxmlformats.org/officeDocument/2006/relationships/notesSlide" Target="/ppt/notesSlides/notesSlide14.xml" Id="R94b10e28fde24c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e21ce600d04483d" /><Relationship Type="http://schemas.openxmlformats.org/officeDocument/2006/relationships/image" Target="/ppt/media/image34.png" Id="R3bc9009f1d334884" /><Relationship Type="http://schemas.openxmlformats.org/officeDocument/2006/relationships/image" Target="/ppt/media/image35.png" Id="Rfc4c12c901474fad" /><Relationship Type="http://schemas.openxmlformats.org/officeDocument/2006/relationships/image" Target="/ppt/media/image36.png" Id="R8d235281523248d3" /><Relationship Type="http://schemas.openxmlformats.org/officeDocument/2006/relationships/notesSlide" Target="/ppt/notesSlides/notesSlide15.xml" Id="R072a2379be884c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cdb1520152a4db9" /><Relationship Type="http://schemas.openxmlformats.org/officeDocument/2006/relationships/image" Target="/ppt/media/image37.png" Id="Rb5a05c22daca4117" /><Relationship Type="http://schemas.openxmlformats.org/officeDocument/2006/relationships/image" Target="/ppt/media/image38.png" Id="R67cac2dab0a24687" /><Relationship Type="http://schemas.openxmlformats.org/officeDocument/2006/relationships/notesSlide" Target="/ppt/notesSlides/notesSlide16.xml" Id="Rc276b03ff45b4a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09cee7c6984f82" /><Relationship Type="http://schemas.openxmlformats.org/officeDocument/2006/relationships/image" Target="/ppt/media/image39.png" Id="R73b04fd4ec0b445c" /><Relationship Type="http://schemas.openxmlformats.org/officeDocument/2006/relationships/image" Target="/ppt/media/image40.png" Id="R1266c8e3383e4050" /><Relationship Type="http://schemas.openxmlformats.org/officeDocument/2006/relationships/image" Target="/ppt/media/image41.png" Id="Re8562594a8564c8e" /><Relationship Type="http://schemas.openxmlformats.org/officeDocument/2006/relationships/notesSlide" Target="/ppt/notesSlides/notesSlide17.xml" Id="Reef7d82ec92f45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3f5229a96c4ef2" /><Relationship Type="http://schemas.openxmlformats.org/officeDocument/2006/relationships/image" Target="/ppt/media/image42.png" Id="R412d1dfcf3434b8e" /><Relationship Type="http://schemas.openxmlformats.org/officeDocument/2006/relationships/image" Target="/ppt/media/image43.png" Id="R42efeb3a917b4e6f" /><Relationship Type="http://schemas.openxmlformats.org/officeDocument/2006/relationships/notesSlide" Target="/ppt/notesSlides/notesSlide18.xml" Id="R428278f1aaca4ee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b814dcff9974c14" /><Relationship Type="http://schemas.openxmlformats.org/officeDocument/2006/relationships/image" Target="/ppt/media/image44.png" Id="Rc2e1f98ff24244d6" /><Relationship Type="http://schemas.openxmlformats.org/officeDocument/2006/relationships/image" Target="/ppt/media/image45.png" Id="R90ed2b50a9cc45b1" /><Relationship Type="http://schemas.openxmlformats.org/officeDocument/2006/relationships/notesSlide" Target="/ppt/notesSlides/notesSlide19.xml" Id="Rc76d8d5515434a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5b218e15e134313" /><Relationship Type="http://schemas.openxmlformats.org/officeDocument/2006/relationships/image" Target="/ppt/media/image46.png" Id="R70a6a16d5e1e40de" /><Relationship Type="http://schemas.openxmlformats.org/officeDocument/2006/relationships/image" Target="/ppt/media/image47.png" Id="Re18c0aef5bfb48aa" /><Relationship Type="http://schemas.openxmlformats.org/officeDocument/2006/relationships/image" Target="/ppt/media/image48.png" Id="Rc00567a5b6de40f9" /><Relationship Type="http://schemas.openxmlformats.org/officeDocument/2006/relationships/notesSlide" Target="/ppt/notesSlides/notesSlide20.xml" Id="R24a35277d8834c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5e7877a88c34a50" /><Relationship Type="http://schemas.openxmlformats.org/officeDocument/2006/relationships/image" Target="/ppt/media/image49.png" Id="R041342c25bab4cc7" /><Relationship Type="http://schemas.openxmlformats.org/officeDocument/2006/relationships/image" Target="/ppt/media/image50.png" Id="R60e4de25d4fa4061" /><Relationship Type="http://schemas.openxmlformats.org/officeDocument/2006/relationships/image" Target="/ppt/media/image51.png" Id="Rffb2d37e26854942" /><Relationship Type="http://schemas.openxmlformats.org/officeDocument/2006/relationships/notesSlide" Target="/ppt/notesSlides/notesSlide21.xml" Id="Rfd0464b22f4c4f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bf39860d0a4ec8" /><Relationship Type="http://schemas.openxmlformats.org/officeDocument/2006/relationships/image" Target="/ppt/media/image52.png" Id="R821f2b2108e241f4" /><Relationship Type="http://schemas.openxmlformats.org/officeDocument/2006/relationships/notesSlide" Target="/ppt/notesSlides/notesSlide22.xml" Id="R6d07722d3e5d48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faff3ba910347f1" /><Relationship Type="http://schemas.openxmlformats.org/officeDocument/2006/relationships/image" Target="/ppt/media/image53.png" Id="R8f5218976afb42f0" /><Relationship Type="http://schemas.openxmlformats.org/officeDocument/2006/relationships/image" Target="/ppt/media/image54.png" Id="R60250e105bf24a4b" /><Relationship Type="http://schemas.openxmlformats.org/officeDocument/2006/relationships/image" Target="/ppt/media/image55.png" Id="R1e7a26a8281844ce" /><Relationship Type="http://schemas.openxmlformats.org/officeDocument/2006/relationships/notesSlide" Target="/ppt/notesSlides/notesSlide23.xml" Id="Rb21745cd719544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99a352d22f54060" /><Relationship Type="http://schemas.openxmlformats.org/officeDocument/2006/relationships/image" Target="/ppt/media/image56.png" Id="Rfeb12ac385eb44dd" /><Relationship Type="http://schemas.openxmlformats.org/officeDocument/2006/relationships/image" Target="/ppt/media/image57.png" Id="R1648398c22524f07" /><Relationship Type="http://schemas.openxmlformats.org/officeDocument/2006/relationships/notesSlide" Target="/ppt/notesSlides/notesSlide24.xml" Id="R4767efc53f704e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80d3f76dee94546" /><Relationship Type="http://schemas.openxmlformats.org/officeDocument/2006/relationships/image" Target="/ppt/media/image58.png" Id="R48ca053351044115" /><Relationship Type="http://schemas.openxmlformats.org/officeDocument/2006/relationships/image" Target="/ppt/media/image59.png" Id="R13ad437be2154a37" /><Relationship Type="http://schemas.openxmlformats.org/officeDocument/2006/relationships/notesSlide" Target="/ppt/notesSlides/notesSlide25.xml" Id="R33731c02312a4b2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f0fed0d5937414d" /><Relationship Type="http://schemas.openxmlformats.org/officeDocument/2006/relationships/image" Target="/ppt/media/image60.png" Id="Rb05cb0df6060431b" /><Relationship Type="http://schemas.openxmlformats.org/officeDocument/2006/relationships/notesSlide" Target="/ppt/notesSlides/notesSlide26.xml" Id="R44a61809d99343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a352675e18f4b9d" /><Relationship Type="http://schemas.openxmlformats.org/officeDocument/2006/relationships/image" Target="/ppt/media/image61.png" Id="R2e86b90bb89e47b1" /><Relationship Type="http://schemas.openxmlformats.org/officeDocument/2006/relationships/image" Target="/ppt/media/image62.png" Id="R1417e2f6798a4651" /><Relationship Type="http://schemas.openxmlformats.org/officeDocument/2006/relationships/notesSlide" Target="/ppt/notesSlides/notesSlide27.xml" Id="R88a01eebc1d34c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780bf6810de4eb8" /><Relationship Type="http://schemas.openxmlformats.org/officeDocument/2006/relationships/image" Target="/ppt/media/image63.png" Id="R44de5cb602b046bc" /><Relationship Type="http://schemas.openxmlformats.org/officeDocument/2006/relationships/image" Target="/ppt/media/image64.png" Id="R484e440887cc40ef" /><Relationship Type="http://schemas.openxmlformats.org/officeDocument/2006/relationships/notesSlide" Target="/ppt/notesSlides/notesSlide28.xml" Id="R23e17010ef7842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6e4a304c02e4277" /><Relationship Type="http://schemas.openxmlformats.org/officeDocument/2006/relationships/image" Target="/ppt/media/image65.png" Id="R88dd061fbc634946" /><Relationship Type="http://schemas.openxmlformats.org/officeDocument/2006/relationships/image" Target="/ppt/media/image66.png" Id="R4f3ba88d06d14c90" /><Relationship Type="http://schemas.openxmlformats.org/officeDocument/2006/relationships/notesSlide" Target="/ppt/notesSlides/notesSlide29.xml" Id="R43585d6cdea14e2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fcb9906dda247b1" /><Relationship Type="http://schemas.openxmlformats.org/officeDocument/2006/relationships/image" Target="/ppt/media/image67.png" Id="R76f40dd93b08442b" /><Relationship Type="http://schemas.openxmlformats.org/officeDocument/2006/relationships/image" Target="/ppt/media/image68.png" Id="Rbf163fda1a9d431f" /><Relationship Type="http://schemas.openxmlformats.org/officeDocument/2006/relationships/notesSlide" Target="/ppt/notesSlides/notesSlide30.xml" Id="Re48af4e9814849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e795fe7db7f4e8d" /><Relationship Type="http://schemas.openxmlformats.org/officeDocument/2006/relationships/image" Target="/ppt/media/image69.png" Id="R1a16d8f43af94936" /><Relationship Type="http://schemas.openxmlformats.org/officeDocument/2006/relationships/image" Target="/ppt/media/image70.png" Id="Rf8ceb894aaed417d" /><Relationship Type="http://schemas.openxmlformats.org/officeDocument/2006/relationships/image" Target="/ppt/media/image71.png" Id="R5c4cbee6240847ab" /><Relationship Type="http://schemas.openxmlformats.org/officeDocument/2006/relationships/notesSlide" Target="/ppt/notesSlides/notesSlide31.xml" Id="R9b5118e67f8d466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c7c4fc704b148a2" /><Relationship Type="http://schemas.openxmlformats.org/officeDocument/2006/relationships/image" Target="/ppt/media/image72.png" Id="R92660d6f119c487d" /><Relationship Type="http://schemas.openxmlformats.org/officeDocument/2006/relationships/notesSlide" Target="/ppt/notesSlides/notesSlide32.xml" Id="R2a185c6033254b7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83b50a35df544b4" /><Relationship Type="http://schemas.openxmlformats.org/officeDocument/2006/relationships/image" Target="/ppt/media/image73.png" Id="Rd6fed1771fdc41da" /><Relationship Type="http://schemas.openxmlformats.org/officeDocument/2006/relationships/image" Target="/ppt/media/image74.png" Id="Ra35e80bacfa949c1" /><Relationship Type="http://schemas.openxmlformats.org/officeDocument/2006/relationships/notesSlide" Target="/ppt/notesSlides/notesSlide33.xml" Id="R34f7bce00b9644c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2ea0cc6608449fc" /><Relationship Type="http://schemas.openxmlformats.org/officeDocument/2006/relationships/image" Target="/ppt/media/image75.png" Id="Rdc4d98b328484100" /><Relationship Type="http://schemas.openxmlformats.org/officeDocument/2006/relationships/image" Target="/ppt/media/image76.png" Id="Ra9655b1ecd8143e6" /><Relationship Type="http://schemas.openxmlformats.org/officeDocument/2006/relationships/notesSlide" Target="/ppt/notesSlides/notesSlide34.xml" Id="Rbe7b36dcd5234e8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6fbf17c1abf462e" /><Relationship Type="http://schemas.openxmlformats.org/officeDocument/2006/relationships/image" Target="/ppt/media/image77.png" Id="R39e79172f7114050" /><Relationship Type="http://schemas.openxmlformats.org/officeDocument/2006/relationships/notesSlide" Target="/ppt/notesSlides/notesSlide35.xml" Id="R5eea0abfa87142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cb23af35cb642c4" /><Relationship Type="http://schemas.openxmlformats.org/officeDocument/2006/relationships/image" Target="/ppt/media/image78.png" Id="Receae15411c3472b" /><Relationship Type="http://schemas.openxmlformats.org/officeDocument/2006/relationships/image" Target="/ppt/media/image79.png" Id="R4e444e4f518c47dc" /><Relationship Type="http://schemas.openxmlformats.org/officeDocument/2006/relationships/notesSlide" Target="/ppt/notesSlides/notesSlide36.xml" Id="R077f016093a1492c"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53384B60-16AE-407B-AA45-9C6BE6E361B7}"/>
              </a:ext>
            </a:extLst>
          </p:cNvPr>
          <p:cNvPicPr>
            <a:picLocks noChangeAspect="1"/>
          </p:cNvPicPr>
          <p:nvPr/>
        </p:nvPicPr>
        <p:blipFill>
          <a:blip ns3:embed="Rfb7198f51a824694"/>
          <a:stretch/>
        </p:blipFill>
        <p:spPr>
          <a:xfrm>
            <a:off x="4859" y="0"/>
            <a:ext cx="18278283" cy="10287000"/>
          </a:xfrm>
          <a:prstGeom prst="rect">
            <a:avLst/>
          </a:prstGeom>
        </p:spPr>
      </p:pic>
      <p:sp>
        <p:nvSpPr>
          <p:cNvPr id="2" name="reference_green_fade">
            <a:extLst>
              <a:ext uri="{FF2B5EF4-FFF2-40B4-BE49-F238E27FC236}">
                <ns2:creationId id="{59716874-A325-4946-8A89-29C8C59C91F3}"/>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DE8E04D9-EA78-4D30-9C62-329D2287EE74}"/>
              </a:ext>
            </a:extLst>
          </p:cNvPr>
          <p:cNvPicPr>
            <a:picLocks noChangeAspect="1"/>
          </p:cNvPicPr>
          <p:nvPr/>
        </p:nvPicPr>
        <p:blipFill>
          <a:blip ns3:embed="Rb10631fd1b804b01"/>
          <a:stretch/>
        </p:blipFill>
        <p:spPr>
          <a:xfrm>
            <a:off x="16941800" y="382588"/>
            <a:ext cx="1028700" cy="733425"/>
          </a:xfrm>
          <a:prstGeom prst="rect">
            <a:avLst/>
          </a:prstGeom>
        </p:spPr>
      </p:pic>
      <p:sp>
        <p:nvSpPr>
          <p:cNvPr id="4" name="copyright">
            <a:extLst>
              <a:ext uri="{FF2B5EF4-FFF2-40B4-BE49-F238E27FC236}">
                <ns2:creationId id="{5FC986E3-EE4A-4299-9E33-A1EED6F97BFD}"/>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76C9519F-92DA-47E4-A312-3341621F5197}"/>
              </a:ext>
            </a:extLst>
          </p:cNvPr>
          <p:cNvPicPr>
            <a:picLocks noChangeAspect="1"/>
          </p:cNvPicPr>
          <p:nvPr/>
        </p:nvPicPr>
        <p:blipFill>
          <a:blip ns3:embed="Rbbf43292bbcd48bc"/>
          <a:stretch/>
        </p:blipFill>
        <p:spPr>
          <a:xfrm>
            <a:off x="1320800" y="5207000"/>
            <a:ext cx="1447800" cy="609600"/>
          </a:xfrm>
          <a:prstGeom prst="rect">
            <a:avLst/>
          </a:prstGeom>
        </p:spPr>
      </p:pic>
      <p:pic>
        <p:nvPicPr>
          <p:cNvPr id="6" name="">
            <a:extLst>
              <a:ext uri="{FF2B5EF4-FFF2-40B4-BE49-F238E27FC236}">
                <ns2:creationId id="{71618E32-AAC1-4F88-A6E7-92D56584FE8F}"/>
              </a:ext>
            </a:extLst>
          </p:cNvPr>
          <p:cNvPicPr>
            <a:picLocks noChangeAspect="1"/>
          </p:cNvPicPr>
          <p:nvPr/>
        </p:nvPicPr>
        <p:blipFill>
          <a:blip ns3:embed="Rbd9a277ac50c4516"/>
          <a:stretch/>
        </p:blipFill>
        <p:spPr>
          <a:xfrm>
            <a:off x="15252700" y="410251"/>
            <a:ext cx="1473200" cy="627298"/>
          </a:xfrm>
          <a:prstGeom prst="rect">
            <a:avLst/>
          </a:prstGeom>
        </p:spPr>
      </p:pic>
      <p:sp>
        <p:nvSpPr>
          <p:cNvPr id="7" name="title-line0">
            <a:extLst>
              <a:ext uri="{FF2B5EF4-FFF2-40B4-BE49-F238E27FC236}">
                <ns2:creationId id="{B814542F-0A92-4BCB-AB18-E567B68CD69F}"/>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4B85CFA6-C684-40B9-B4A7-6AC12412FA77}"/>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82CB4003-C89E-41F3-A4F1-39682B55CA08}"/>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788642844"/>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0AEC6C6B-9D13-4730-9D10-70010CFB1515}"/>
              </a:ext>
            </a:extLst>
          </p:cNvPr>
          <p:cNvPicPr>
            <a:picLocks noChangeAspect="1"/>
          </p:cNvPicPr>
          <p:nvPr/>
        </p:nvPicPr>
        <p:blipFill>
          <a:blip ns3:embed="R7132747aa2f6484c"/>
          <a:stretch/>
        </p:blipFill>
        <p:spPr>
          <a:xfrm>
            <a:off x="16941800" y="382588"/>
            <a:ext cx="1028700" cy="733425"/>
          </a:xfrm>
          <a:prstGeom prst="rect">
            <a:avLst/>
          </a:prstGeom>
        </p:spPr>
      </p:pic>
      <p:sp>
        <p:nvSpPr>
          <p:cNvPr id="2" name="copyright">
            <a:extLst>
              <a:ext uri="{FF2B5EF4-FFF2-40B4-BE49-F238E27FC236}">
                <ns2:creationId id="{BE39139D-7C5B-4371-B11C-F70FA73091C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A72B391F-E395-4427-9FF5-C58B91F165E3}"/>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4BFD8BAB-12B4-4F8C-AB11-DC1983EBE28E}"/>
              </a:ext>
            </a:extLst>
          </p:cNvPr>
          <p:cNvSpPr>
            <a:spLocks noGrp="1"/>
          </p:cNvSpPr>
          <p:nvPr/>
        </p:nvSpPr>
        <p:spPr>
          <a:xfrm>
            <a:off x="1619250" y="4572000"/>
            <a:ext cx="3714750" cy="3238500"/>
          </a:xfrm>
          <a:prstGeom prst="chevron">
            <a:avLst>
              <a:gd name="adj" fmla="val 10000"/>
            </a:avLst>
          </a:prstGeom>
          <a:solidFill>
            <a:srgbClr val="202020"/>
          </a:solidFill>
          <a:ln w="0">
            <a:noFill/>
          </a:ln>
        </p:spPr>
      </p:sp>
      <p:sp>
        <p:nvSpPr>
          <p:cNvPr id="5" name="part-label-0">
            <a:extLst>
              <a:ext uri="{FF2B5EF4-FFF2-40B4-BE49-F238E27FC236}">
                <ns2:creationId id="{D9483549-FEA5-4A6F-AE7E-379DC6262C5D}"/>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F4C07FCE-EEEA-464C-A1B6-B8FFC67EBD27}"/>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3BDCAE94-3CEC-4850-91DD-A8053A09DC91}"/>
              </a:ext>
            </a:extLst>
          </p:cNvPr>
          <p:cNvSpPr>
            <a:spLocks noGrp="1"/>
          </p:cNvSpPr>
          <p:nvPr/>
        </p:nvSpPr>
        <p:spPr>
          <a:xfrm>
            <a:off x="5429250" y="4572000"/>
            <a:ext cx="3714750" cy="3238500"/>
          </a:xfrm>
          <a:prstGeom prst="chevron">
            <a:avLst>
              <a:gd name="adj" fmla="val 10000"/>
            </a:avLst>
          </a:prstGeom>
          <a:solidFill>
            <a:srgbClr val="202020"/>
          </a:solidFill>
          <a:ln w="0">
            <a:noFill/>
          </a:ln>
        </p:spPr>
      </p:sp>
      <p:sp>
        <p:nvSpPr>
          <p:cNvPr id="8" name="part-label-1">
            <a:extLst>
              <a:ext uri="{FF2B5EF4-FFF2-40B4-BE49-F238E27FC236}">
                <ns2:creationId id="{B2A57BDC-BD51-4A46-BAAF-76CE78CDDFD9}"/>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141FE2AD-DAF1-4941-AA24-F1C12AFA4860}"/>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CF768E70-0622-43A9-891B-0D9F078F9F68}"/>
              </a:ext>
            </a:extLst>
          </p:cNvPr>
          <p:cNvSpPr>
            <a:spLocks noGrp="1"/>
          </p:cNvSpPr>
          <p:nvPr/>
        </p:nvSpPr>
        <p:spPr>
          <a:xfrm>
            <a:off x="9239250" y="4572000"/>
            <a:ext cx="3714750" cy="3238500"/>
          </a:xfrm>
          <a:prstGeom prst="chevron">
            <a:avLst>
              <a:gd name="adj" fmla="val 10000"/>
            </a:avLst>
          </a:prstGeom>
          <a:solidFill>
            <a:srgbClr val="202020"/>
          </a:solidFill>
          <a:ln w="0">
            <a:noFill/>
          </a:ln>
        </p:spPr>
      </p:sp>
      <p:sp>
        <p:nvSpPr>
          <p:cNvPr id="11" name="part-label-2">
            <a:extLst>
              <a:ext uri="{FF2B5EF4-FFF2-40B4-BE49-F238E27FC236}">
                <ns2:creationId id="{DCB27AC2-41A2-4506-9ECB-A301607D7420}"/>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35F43692-026B-4AC7-AEA8-1DBDECAB0D79}"/>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AAF303B8-BDD7-476E-97A8-F920A8458751}"/>
              </a:ext>
            </a:extLst>
          </p:cNvPr>
          <p:cNvSpPr>
            <a:spLocks noGrp="1"/>
          </p:cNvSpPr>
          <p:nvPr/>
        </p:nvSpPr>
        <p:spPr>
          <a:xfrm>
            <a:off x="13049250" y="4572000"/>
            <a:ext cx="3714750" cy="3238500"/>
          </a:xfrm>
          <a:prstGeom prst="chevron">
            <a:avLst>
              <a:gd name="adj" fmla="val 10000"/>
            </a:avLst>
          </a:prstGeom>
          <a:solidFill>
            <a:srgbClr val="202020"/>
          </a:solidFill>
          <a:ln w="0">
            <a:noFill/>
          </a:ln>
        </p:spPr>
      </p:sp>
      <p:sp>
        <p:nvSpPr>
          <p:cNvPr id="14" name="part-label-3">
            <a:extLst>
              <a:ext uri="{FF2B5EF4-FFF2-40B4-BE49-F238E27FC236}">
                <ns2:creationId id="{BDE8B612-C2EF-4B24-BBA2-F981FBB5DFE4}"/>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96435AF0-A95F-455E-BE62-3D377FE260EA}"/>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6EBAE148-7649-4AE0-956A-EB67D0634C3B}"/>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50277042"/>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C9E9055B-6474-49A8-B6B1-83C51DA1FC52}"/>
              </a:ext>
            </a:extLst>
          </p:cNvPr>
          <p:cNvPicPr>
            <a:picLocks noChangeAspect="1"/>
          </p:cNvPicPr>
          <p:nvPr/>
        </p:nvPicPr>
        <p:blipFill>
          <a:blip ns3:embed="R56e8f3eefc0d4d79"/>
          <a:stretch/>
        </p:blipFill>
        <p:spPr>
          <a:xfrm>
            <a:off x="1482979" y="4038600"/>
            <a:ext cx="15322041" cy="3683000"/>
          </a:xfrm>
          <a:prstGeom prst="rect">
            <a:avLst/>
          </a:prstGeom>
        </p:spPr>
      </p:pic>
      <p:pic>
        <p:nvPicPr>
          <p:cNvPr id="2" name="">
            <a:extLst>
              <a:ext uri="{FF2B5EF4-FFF2-40B4-BE49-F238E27FC236}">
                <ns2:creationId id="{1F56608F-2C5C-4693-958F-595448A56A55}"/>
              </a:ext>
            </a:extLst>
          </p:cNvPr>
          <p:cNvPicPr>
            <a:picLocks noChangeAspect="1"/>
          </p:cNvPicPr>
          <p:nvPr/>
        </p:nvPicPr>
        <p:blipFill>
          <a:blip ns3:embed="R36f96db3f274486a"/>
          <a:stretch/>
        </p:blipFill>
        <p:spPr>
          <a:xfrm>
            <a:off x="15914688" y="5372100"/>
            <a:ext cx="2066925" cy="4381500"/>
          </a:xfrm>
          <a:prstGeom prst="rect">
            <a:avLst/>
          </a:prstGeom>
        </p:spPr>
      </p:pic>
      <p:pic>
        <p:nvPicPr>
          <p:cNvPr id="3" name="">
            <a:extLst>
              <a:ext uri="{FF2B5EF4-FFF2-40B4-BE49-F238E27FC236}">
                <ns2:creationId id="{7E398509-CDA1-4776-B963-326B54AB539E}"/>
              </a:ext>
            </a:extLst>
          </p:cNvPr>
          <p:cNvPicPr>
            <a:picLocks noChangeAspect="1"/>
          </p:cNvPicPr>
          <p:nvPr/>
        </p:nvPicPr>
        <p:blipFill>
          <a:blip ns3:embed="R8426adb911ad4470"/>
          <a:stretch/>
        </p:blipFill>
        <p:spPr>
          <a:xfrm>
            <a:off x="16941800" y="382588"/>
            <a:ext cx="1028700" cy="733425"/>
          </a:xfrm>
          <a:prstGeom prst="rect">
            <a:avLst/>
          </a:prstGeom>
        </p:spPr>
      </p:pic>
      <p:sp>
        <p:nvSpPr>
          <p:cNvPr id="4" name="copyright">
            <a:extLst>
              <a:ext uri="{FF2B5EF4-FFF2-40B4-BE49-F238E27FC236}">
                <ns2:creationId id="{82BE4669-2B9B-49FF-87A9-E75E533FB6C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07CC3A3B-38DE-4516-8068-A2BD02CCACE0}"/>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54A1E2EE-2E5E-4336-894D-F8F36B4EABE8}"/>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0216D3F4-30B0-4993-9225-4B3411D55CC5}"/>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E877187C-907A-4645-8D95-CADF33EEE033}"/>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764F9F5C-E5AD-49B7-9A0B-A329BC378F57}"/>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1F595642-FF6C-4D24-A9C5-A846D10844F5}"/>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81E506A3-C66C-4EBF-AF1D-AC9AF3066BA7}"/>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F7668CB3-7303-4508-87F5-8515CB9585DE}"/>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3C5ADA9E-AD0C-4857-9D9B-38CDA358DF20}"/>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92690844-BE92-42FD-B277-93DCA0DC1B8C}"/>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888844081"/>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F8B6E224-92DA-4A5C-8F83-4F1EEAED2F68}"/>
              </a:ext>
            </a:extLst>
          </p:cNvPr>
          <p:cNvPicPr>
            <a:picLocks noChangeAspect="1"/>
          </p:cNvPicPr>
          <p:nvPr/>
        </p:nvPicPr>
        <p:blipFill>
          <a:blip ns3:embed="Re0bfb86a8f034ef5"/>
          <a:stretch/>
        </p:blipFill>
        <p:spPr>
          <a:xfrm>
            <a:off x="16941800" y="382588"/>
            <a:ext cx="1028700" cy="733425"/>
          </a:xfrm>
          <a:prstGeom prst="rect">
            <a:avLst/>
          </a:prstGeom>
        </p:spPr>
      </p:pic>
      <p:sp>
        <p:nvSpPr>
          <p:cNvPr id="2" name="copyright">
            <a:extLst>
              <a:ext uri="{FF2B5EF4-FFF2-40B4-BE49-F238E27FC236}">
                <ns2:creationId id="{AF78233E-448E-4017-940B-4A82F5B6D787}"/>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C14012A4-6B51-47CE-AF33-84268A0E3086}"/>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7E384186-AF66-4290-A200-8AF4340E0EDD}"/>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9324BAB0-FB4E-4818-B201-C78FC7DC6182}"/>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71800A0B-7861-4D48-8A0B-7B72D9F3C2E5}"/>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E1C4FEDC-E395-4BC5-A309-3A0DC8799583}"/>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D0849B3A-D100-403F-82AE-A9F78E10BE50}"/>
              </a:ext>
            </a:extLst>
          </p:cNvPr>
          <p:cNvPicPr>
            <a:picLocks noChangeAspect="1"/>
          </p:cNvPicPr>
          <p:nvPr/>
        </p:nvPicPr>
        <p:blipFill>
          <a:blip ns3:embed="R2c03f617f5984cd1"/>
          <a:stretch/>
        </p:blipFill>
        <p:spPr>
          <a:xfrm>
            <a:off x="5715000" y="4722634"/>
            <a:ext cx="6858000" cy="5151794"/>
          </a:xfrm>
          <a:prstGeom prst="rect">
            <a:avLst/>
          </a:prstGeom>
        </p:spPr>
      </p:pic>
    </p:spTree>
    <p:extLst>
      <p:ext uri="{BB962C8B-B14F-4D97-AF65-F5344CB8AC3E}">
        <ns4:creationId val="666097579"/>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4F56EFB-B851-4FA3-813B-B2E5D1CE8260}"/>
              </a:ext>
            </a:extLst>
          </p:cNvPr>
          <p:cNvPicPr>
            <a:picLocks noChangeAspect="1"/>
          </p:cNvPicPr>
          <p:nvPr/>
        </p:nvPicPr>
        <p:blipFill>
          <a:blip ns3:embed="R2f376c271e8d4769"/>
          <a:stretch/>
        </p:blipFill>
        <p:spPr>
          <a:xfrm>
            <a:off x="4859" y="0"/>
            <a:ext cx="18278283" cy="10287000"/>
          </a:xfrm>
          <a:prstGeom prst="rect">
            <a:avLst/>
          </a:prstGeom>
        </p:spPr>
      </p:pic>
      <p:sp>
        <p:nvSpPr>
          <p:cNvPr id="2" name="reference_green_fade">
            <a:extLst>
              <a:ext uri="{FF2B5EF4-FFF2-40B4-BE49-F238E27FC236}">
                <ns2:creationId id="{D18EBF66-5B9E-4537-8EBB-DDEE06C59B71}"/>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3FB90AB0-C6D7-40C8-AB57-D8C0B385BB05}"/>
              </a:ext>
            </a:extLst>
          </p:cNvPr>
          <p:cNvPicPr>
            <a:picLocks noChangeAspect="1"/>
          </p:cNvPicPr>
          <p:nvPr/>
        </p:nvPicPr>
        <p:blipFill>
          <a:blip ns3:embed="R42104d3d8ca0406f"/>
          <a:stretch/>
        </p:blipFill>
        <p:spPr>
          <a:xfrm>
            <a:off x="16916400" y="332392"/>
            <a:ext cx="1079500" cy="668717"/>
          </a:xfrm>
          <a:prstGeom prst="rect">
            <a:avLst/>
          </a:prstGeom>
        </p:spPr>
      </p:pic>
      <p:sp>
        <p:nvSpPr>
          <p:cNvPr id="4" name="copyright">
            <a:extLst>
              <a:ext uri="{FF2B5EF4-FFF2-40B4-BE49-F238E27FC236}">
                <ns2:creationId id="{4EC2CB49-9FD7-43F3-A847-5A5F06436B1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580985E8-4113-42EB-BB89-A309671E3FAD}"/>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940700AC-A842-4435-AE9B-A158FADCCA3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3F287A60-0108-4A5C-9542-351CCA9DC0B7}"/>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1688208230"/>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D0F3F173-3471-4835-8C5C-8673AA52176B}"/>
              </a:ext>
            </a:extLst>
          </p:cNvPr>
          <p:cNvPicPr>
            <a:picLocks noChangeAspect="1"/>
          </p:cNvPicPr>
          <p:nvPr/>
        </p:nvPicPr>
        <p:blipFill>
          <a:blip ns3:embed="Ra02f64e302f1465d"/>
          <a:stretch/>
        </p:blipFill>
        <p:spPr>
          <a:xfrm>
            <a:off x="16941800" y="382588"/>
            <a:ext cx="1028700" cy="733425"/>
          </a:xfrm>
          <a:prstGeom prst="rect">
            <a:avLst/>
          </a:prstGeom>
        </p:spPr>
      </p:pic>
      <p:sp>
        <p:nvSpPr>
          <p:cNvPr id="2" name="part_heading">
            <a:extLst>
              <a:ext uri="{FF2B5EF4-FFF2-40B4-BE49-F238E27FC236}">
                <ns2:creationId id="{FEEFD255-4FDA-49CC-BC71-D9ECBC28ADC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F101BD09-68F6-45DA-B279-632D951742B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E9A9599-20A6-42BF-AA8A-3BC7B486ED2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AED1F5F6-B9D9-4D77-9A9A-604A487CE4F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E967DCF7-5CD3-4CAF-86BB-80D785DB37E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반응이 일어나는 물질은 반응계, 그 밖은 주위</a:t>
            </a:r>
          </a:p>
        </p:txBody>
      </p:sp>
      <p:sp>
        <p:nvSpPr>
          <p:cNvPr id="7" name="copyright">
            <a:extLst>
              <a:ext uri="{FF2B5EF4-FFF2-40B4-BE49-F238E27FC236}">
                <ns2:creationId id="{1740A6E9-548C-4F61-8E4E-5B2DC17B229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DA0A4DBB-C01E-4B5D-85D5-92964B86C1B2}"/>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9D986940-9914-41ED-9663-C91E996801C3}"/>
              </a:ext>
            </a:extLst>
          </p:cNvPr>
          <p:cNvPicPr>
            <a:picLocks noChangeAspect="1"/>
          </p:cNvPicPr>
          <p:nvPr/>
        </p:nvPicPr>
        <p:blipFill>
          <a:blip ns3:embed="R5fb5d7f68f83441e"/>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5E4C29A6-A81A-48FB-BB61-6928D8EFAAE9}"/>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7D178755-DE78-462B-9555-CD7E4493BD20}"/>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93562022-AB72-4774-AEB4-1B12AD429623}"/>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371676C6-9FE2-4E75-9723-10594AEFD261}"/>
              </a:ext>
            </a:extLst>
          </p:cNvPr>
          <p:cNvPicPr>
            <a:picLocks noChangeAspect="1"/>
          </p:cNvPicPr>
          <p:nvPr/>
        </p:nvPicPr>
        <p:blipFill>
          <a:blip ns3:embed="Rad734668b3084eac"/>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BB4E3AB6-EA06-42FC-AB48-F6541716E41B}"/>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31F71727-A52F-4F2E-A366-1A86C576A913}"/>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869298764"/>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693C3229-602E-4A49-AA9F-073A85B6D403}"/>
              </a:ext>
            </a:extLst>
          </p:cNvPr>
          <p:cNvPicPr>
            <a:picLocks noChangeAspect="1"/>
          </p:cNvPicPr>
          <p:nvPr/>
        </p:nvPicPr>
        <p:blipFill>
          <a:blip ns3:embed="Rf1547450d33a474f"/>
          <a:stretch/>
        </p:blipFill>
        <p:spPr>
          <a:xfrm>
            <a:off x="16941800" y="382588"/>
            <a:ext cx="1028700" cy="733425"/>
          </a:xfrm>
          <a:prstGeom prst="rect">
            <a:avLst/>
          </a:prstGeom>
        </p:spPr>
      </p:pic>
      <p:sp>
        <p:nvSpPr>
          <p:cNvPr id="2" name="part_heading">
            <a:extLst>
              <a:ext uri="{FF2B5EF4-FFF2-40B4-BE49-F238E27FC236}">
                <ns2:creationId id="{09F83881-79CA-4770-B6D3-7FB11473DD8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50F04035-D5F6-4132-BC8A-54CC3D37787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83B64A6-8F4A-4E02-92AB-BD20C908170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6F237228-7F9B-4AF9-8218-E9018ADF8CE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8B65CC7B-C065-4AC8-9552-B11734DB00D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열을 흡수하는 반응계를 기준으로 설명한다</a:t>
            </a:r>
          </a:p>
        </p:txBody>
      </p:sp>
      <p:sp>
        <p:nvSpPr>
          <p:cNvPr id="7" name="copyright">
            <a:extLst>
              <a:ext uri="{FF2B5EF4-FFF2-40B4-BE49-F238E27FC236}">
                <ns2:creationId id="{3047F6E8-4935-4488-A783-578A807AF4B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24342512-2573-4263-8CDA-E7C6A50C3192}"/>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16B9B923-7C6D-4FEE-B7D7-4C5E54A01FAD}"/>
              </a:ext>
            </a:extLst>
          </p:cNvPr>
          <p:cNvPicPr>
            <a:picLocks noChangeAspect="1"/>
          </p:cNvPicPr>
          <p:nvPr/>
        </p:nvPicPr>
        <p:blipFill>
          <a:blip ns3:embed="Rd309436cee284550"/>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E483E7C8-F611-40D0-92B3-4FCDAB8A1567}"/>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C7C5945A-23FF-4A49-9310-339F6FA77E4F}"/>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F7234A20-B90F-4E1B-80DA-21167CD2165A}"/>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57081ECD-8106-4A62-8F57-A5F2811A269D}"/>
              </a:ext>
            </a:extLst>
          </p:cNvPr>
          <p:cNvPicPr>
            <a:picLocks noChangeAspect="1"/>
          </p:cNvPicPr>
          <p:nvPr/>
        </p:nvPicPr>
        <p:blipFill>
          <a:blip ns3:embed="Rbeaa2de5687c40c5"/>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D27D754D-3569-4F0F-A5B9-1C80E9B53FED}"/>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E8F43310-3EE5-4883-9FAB-17E459B5D0B0}"/>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357457701"/>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0031A600-2033-4BDD-B205-4614F41E4764}"/>
              </a:ext>
            </a:extLst>
          </p:cNvPr>
          <p:cNvPicPr>
            <a:picLocks noChangeAspect="1"/>
          </p:cNvPicPr>
          <p:nvPr/>
        </p:nvPicPr>
        <p:blipFill>
          <a:blip ns3:embed="Rddbe732801b4488f"/>
          <a:stretch/>
        </p:blipFill>
        <p:spPr>
          <a:xfrm>
            <a:off x="16941800" y="382588"/>
            <a:ext cx="1028700" cy="733425"/>
          </a:xfrm>
          <a:prstGeom prst="rect">
            <a:avLst/>
          </a:prstGeom>
        </p:spPr>
      </p:pic>
      <p:sp>
        <p:nvSpPr>
          <p:cNvPr id="2" name="part_heading">
            <a:extLst>
              <a:ext uri="{FF2B5EF4-FFF2-40B4-BE49-F238E27FC236}">
                <ns2:creationId id="{8DF256B2-9E96-495B-8804-2A6A1F499CA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27DFC0A8-3C79-4BD3-9220-8BF6EE02461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7AF5687-4FE2-4BAC-A36E-CE6A969CB27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93A4A27A-9EC8-4B4D-A09E-A739D2032D8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엔탈피는 물질이 갖는 에너지의 양이다</a:t>
            </a:r>
          </a:p>
        </p:txBody>
      </p:sp>
      <p:sp>
        <p:nvSpPr>
          <p:cNvPr id="6" name="explanation">
            <a:extLst>
              <a:ext uri="{FF2B5EF4-FFF2-40B4-BE49-F238E27FC236}">
                <ns2:creationId id="{0B308BA9-1BCC-48AC-B59F-3B34E08DF6A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압력에서의 에너지를 </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로 나타낸다</a:t>
            </a:r>
          </a:p>
        </p:txBody>
      </p:sp>
      <p:sp>
        <p:nvSpPr>
          <p:cNvPr id="7" name="copyright">
            <a:extLst>
              <a:ext uri="{FF2B5EF4-FFF2-40B4-BE49-F238E27FC236}">
                <ns2:creationId id="{AB5A29C9-79F7-4C10-AED9-F196A6E052D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symbol">
            <a:extLst>
              <a:ext uri="{FF2B5EF4-FFF2-40B4-BE49-F238E27FC236}">
                <ns2:creationId id="{10D0E831-2A50-4BEC-89A2-D75E7AE12FD4}"/>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9" name="enthalpy-name">
            <a:extLst>
              <a:ext uri="{FF2B5EF4-FFF2-40B4-BE49-F238E27FC236}">
                <ns2:creationId id="{E3BC4987-8CB8-45D5-8825-B25F69F22C18}"/>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10" name="definition-panel">
            <a:extLst>
              <a:ext uri="{FF2B5EF4-FFF2-40B4-BE49-F238E27FC236}">
                <ns2:creationId id="{EFE52FD9-28DE-4EA8-8E4B-3A2945FDBA55}"/>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1" name="definition-condition">
            <a:extLst>
              <a:ext uri="{FF2B5EF4-FFF2-40B4-BE49-F238E27FC236}">
                <ns2:creationId id="{BB16FB07-C73D-4A51-9651-795B30FAB1BD}"/>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2" name="definition-body">
            <a:extLst>
              <a:ext uri="{FF2B5EF4-FFF2-40B4-BE49-F238E27FC236}">
                <ns2:creationId id="{1A7622DC-6A73-487F-8ACE-B02695D72377}"/>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
        <p:nvSpPr>
          <p:cNvPr id="13" name="takeaway-box">
            <a:extLst>
              <a:ext uri="{FF2B5EF4-FFF2-40B4-BE49-F238E27FC236}">
                <ns2:creationId id="{7ED08F20-5504-4A8F-A928-0430B0E5BC27}"/>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23F67EC4-1D15-4EEC-B6E4-6E0DA483F5C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전후의 엔탈피 변화는 출입하는 열로 구할 수 있다</a:t>
            </a:r>
          </a:p>
        </p:txBody>
      </p:sp>
    </p:spTree>
    <p:extLst>
      <p:ext uri="{BB962C8B-B14F-4D97-AF65-F5344CB8AC3E}">
        <ns4:creationId val="432460158"/>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E130057A-0144-49A5-AD01-E4D4CF9BFAB5}"/>
              </a:ext>
            </a:extLst>
          </p:cNvPr>
          <p:cNvPicPr>
            <a:picLocks noChangeAspect="1"/>
          </p:cNvPicPr>
          <p:nvPr/>
        </p:nvPicPr>
        <p:blipFill>
          <a:blip ns3:embed="R70896576e5ca4ee7"/>
          <a:stretch/>
        </p:blipFill>
        <p:spPr>
          <a:xfrm>
            <a:off x="16941800" y="382588"/>
            <a:ext cx="1028700" cy="733425"/>
          </a:xfrm>
          <a:prstGeom prst="rect">
            <a:avLst/>
          </a:prstGeom>
        </p:spPr>
      </p:pic>
      <p:sp>
        <p:nvSpPr>
          <p:cNvPr id="2" name="part_heading">
            <a:extLst>
              <a:ext uri="{FF2B5EF4-FFF2-40B4-BE49-F238E27FC236}">
                <ns2:creationId id="{03BEB55F-4F6A-47B1-BF9A-C0AF1B2A564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A04ECFC4-57FE-4B6B-A150-74AA9294E8C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60B08CE-246A-4CFA-9017-671A718910B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97B62353-3DE7-4E17-8359-F74B0656494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엔탈피는 반응 전후 엔탈피의 변화량이다</a:t>
            </a:r>
          </a:p>
        </p:txBody>
      </p:sp>
      <p:sp>
        <p:nvSpPr>
          <p:cNvPr id="6" name="explanation">
            <a:extLst>
              <a:ext uri="{FF2B5EF4-FFF2-40B4-BE49-F238E27FC236}">
                <ns2:creationId id="{7DF37197-3FE7-4691-8F33-78489F35BBF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a:t>
            </a:r>
          </a:p>
        </p:txBody>
      </p:sp>
      <p:sp>
        <p:nvSpPr>
          <p:cNvPr id="7" name="copyright">
            <a:extLst>
              <a:ext uri="{FF2B5EF4-FFF2-40B4-BE49-F238E27FC236}">
                <ns2:creationId id="{F6C1D5DE-5BB9-411E-A394-DC06C4C6E30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6967902-8090-4338-8826-87E6092B0E69}"/>
              </a:ext>
            </a:extLst>
          </p:cNvPr>
          <p:cNvPicPr>
            <a:picLocks noChangeAspect="1"/>
          </p:cNvPicPr>
          <p:nvPr/>
        </p:nvPicPr>
        <p:blipFill>
          <a:blip ns3:embed="R662fada87d594cc3"/>
          <a:stretch/>
        </p:blipFill>
        <p:spPr>
          <a:xfrm>
            <a:off x="1238250" y="4990042"/>
            <a:ext cx="15811500" cy="878417"/>
          </a:xfrm>
          <a:prstGeom prst="rect">
            <a:avLst/>
          </a:prstGeom>
        </p:spPr>
      </p:pic>
      <p:sp>
        <p:nvSpPr>
          <p:cNvPr id="9" name="after-label">
            <a:extLst>
              <a:ext uri="{FF2B5EF4-FFF2-40B4-BE49-F238E27FC236}">
                <ns2:creationId id="{2A438167-3606-4246-BB83-07E347A2F500}"/>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FD6F6EDA-6026-4DDB-A972-055EB230745B}"/>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A8D39FFD-BD17-41EA-B1D5-8EC034A9652F}"/>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
        <p:nvSpPr>
          <p:cNvPr id="12" name="takeaway-box">
            <a:extLst>
              <a:ext uri="{FF2B5EF4-FFF2-40B4-BE49-F238E27FC236}">
                <ns2:creationId id="{F362AEC3-F4F8-45D5-B8BB-25D354134792}"/>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3" name="takeaway">
            <a:extLst>
              <a:ext uri="{FF2B5EF4-FFF2-40B4-BE49-F238E27FC236}">
                <ns2:creationId id="{7101CF13-3252-41EF-B367-E53E338E434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생성물의 엔탈피 합에서 반응물의 엔탈피 합을 뺀다</a:t>
            </a:r>
          </a:p>
        </p:txBody>
      </p:sp>
    </p:spTree>
    <p:extLst>
      <p:ext uri="{BB962C8B-B14F-4D97-AF65-F5344CB8AC3E}">
        <ns4:creationId val="948103783"/>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F4B4555-945E-40AF-B0EB-9A61C70E8ED8}"/>
              </a:ext>
            </a:extLst>
          </p:cNvPr>
          <p:cNvPicPr>
            <a:picLocks noChangeAspect="1"/>
          </p:cNvPicPr>
          <p:nvPr/>
        </p:nvPicPr>
        <p:blipFill>
          <a:blip ns3:embed="Rb102bd8b61b24f8c"/>
          <a:stretch/>
        </p:blipFill>
        <p:spPr>
          <a:xfrm>
            <a:off x="16941800" y="382588"/>
            <a:ext cx="1028700" cy="733425"/>
          </a:xfrm>
          <a:prstGeom prst="rect">
            <a:avLst/>
          </a:prstGeom>
        </p:spPr>
      </p:pic>
      <p:sp>
        <p:nvSpPr>
          <p:cNvPr id="2" name="part_heading">
            <a:extLst>
              <a:ext uri="{FF2B5EF4-FFF2-40B4-BE49-F238E27FC236}">
                <ns2:creationId id="{66B0D341-742B-431E-B564-5358CD35EAB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0C224912-913D-49E6-BF27-FFC92727A59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F27D22C-3F07-4282-A187-3FE0909D102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E0B69E3C-3BEC-4E6D-884D-587EA489376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9A6739FD-EF67-461D-9811-2AB8B3332F3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E103C5E9-2E64-49CD-90C3-147682EA4F0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FD268D3-D851-4B6C-8287-B000CD32D790}"/>
              </a:ext>
            </a:extLst>
          </p:cNvPr>
          <p:cNvPicPr>
            <a:picLocks noChangeAspect="1"/>
          </p:cNvPicPr>
          <p:nvPr/>
        </p:nvPicPr>
        <p:blipFill>
          <a:blip ns3:embed="Rc9528a0f5c394536"/>
          <a:stretch/>
        </p:blipFill>
        <p:spPr>
          <a:xfrm>
            <a:off x="2884112" y="4762500"/>
            <a:ext cx="5280776" cy="4857750"/>
          </a:xfrm>
          <a:prstGeom prst="rect">
            <a:avLst/>
          </a:prstGeom>
        </p:spPr>
      </p:pic>
      <p:pic>
        <p:nvPicPr>
          <p:cNvPr id="9" name="">
            <a:extLst>
              <a:ext uri="{FF2B5EF4-FFF2-40B4-BE49-F238E27FC236}">
                <ns2:creationId id="{B2590298-0095-47E2-ACE3-E497919DEA10}"/>
              </a:ext>
            </a:extLst>
          </p:cNvPr>
          <p:cNvPicPr>
            <a:picLocks noChangeAspect="1"/>
          </p:cNvPicPr>
          <p:nvPr/>
        </p:nvPicPr>
        <p:blipFill>
          <a:blip ns3:embed="Rc3528ccbb69a4f8e"/>
          <a:stretch/>
        </p:blipFill>
        <p:spPr>
          <a:xfrm>
            <a:off x="10116062" y="4762500"/>
            <a:ext cx="5294877" cy="4857750"/>
          </a:xfrm>
          <a:prstGeom prst="rect">
            <a:avLst/>
          </a:prstGeom>
        </p:spPr>
      </p:pic>
    </p:spTree>
    <p:extLst>
      <p:ext uri="{BB962C8B-B14F-4D97-AF65-F5344CB8AC3E}">
        <ns4:creationId val="519705983"/>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38DFD2B-78BC-4B45-B164-821B59C4B602}"/>
              </a:ext>
            </a:extLst>
          </p:cNvPr>
          <p:cNvPicPr>
            <a:picLocks noChangeAspect="1"/>
          </p:cNvPicPr>
          <p:nvPr/>
        </p:nvPicPr>
        <p:blipFill>
          <a:blip ns3:embed="R72edffe35ec94ceb"/>
          <a:stretch/>
        </p:blipFill>
        <p:spPr>
          <a:xfrm>
            <a:off x="4859" y="0"/>
            <a:ext cx="18278283" cy="10287000"/>
          </a:xfrm>
          <a:prstGeom prst="rect">
            <a:avLst/>
          </a:prstGeom>
        </p:spPr>
      </p:pic>
      <p:sp>
        <p:nvSpPr>
          <p:cNvPr id="2" name="reference_green_fade">
            <a:extLst>
              <a:ext uri="{FF2B5EF4-FFF2-40B4-BE49-F238E27FC236}">
                <ns2:creationId id="{0A586770-D69F-474B-B7EC-A181843818A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7E7A312-2753-45B0-8EAC-C70FB81CF0C3}"/>
              </a:ext>
            </a:extLst>
          </p:cNvPr>
          <p:cNvPicPr>
            <a:picLocks noChangeAspect="1"/>
          </p:cNvPicPr>
          <p:nvPr/>
        </p:nvPicPr>
        <p:blipFill>
          <a:blip ns3:embed="Rb3af3775828e4e36"/>
          <a:stretch/>
        </p:blipFill>
        <p:spPr>
          <a:xfrm>
            <a:off x="16916400" y="332392"/>
            <a:ext cx="1079500" cy="668717"/>
          </a:xfrm>
          <a:prstGeom prst="rect">
            <a:avLst/>
          </a:prstGeom>
        </p:spPr>
      </p:pic>
      <p:sp>
        <p:nvSpPr>
          <p:cNvPr id="4" name="copyright">
            <a:extLst>
              <a:ext uri="{FF2B5EF4-FFF2-40B4-BE49-F238E27FC236}">
                <ns2:creationId id="{353F89D9-9FB7-43BE-96FE-6D41B51636E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D129DB99-E800-42EF-80AF-285345205C9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73905AF5-89B3-406B-933B-1DB6D9F1BDC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0E8134A3-0425-448D-9063-983EF62B5D09}"/>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697162015"/>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A779F103-401F-46B1-B7CA-4FA9311FE40F}"/>
              </a:ext>
            </a:extLst>
          </p:cNvPr>
          <p:cNvPicPr>
            <a:picLocks noChangeAspect="1"/>
          </p:cNvPicPr>
          <p:nvPr/>
        </p:nvPicPr>
        <p:blipFill>
          <a:blip ns3:embed="R7769359f6d4e4714"/>
          <a:stretch/>
        </p:blipFill>
        <p:spPr>
          <a:xfrm>
            <a:off x="16941800" y="382588"/>
            <a:ext cx="1028700" cy="733425"/>
          </a:xfrm>
          <a:prstGeom prst="rect">
            <a:avLst/>
          </a:prstGeom>
        </p:spPr>
      </p:pic>
      <p:sp>
        <p:nvSpPr>
          <p:cNvPr id="2" name="part_heading">
            <a:extLst>
              <a:ext uri="{FF2B5EF4-FFF2-40B4-BE49-F238E27FC236}">
                <ns2:creationId id="{CBE59FE2-EDDC-472B-92A1-169E3E51946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951DDE76-B580-4969-9078-557B26C594E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E75DECB-0463-48F9-BD7B-145C249E735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5C8F729-6219-41D6-A02F-907E4CBB28E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516CD530-D42D-48DC-B0EA-E33B2F42229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A948794E-D04A-41F6-9830-5F157D01281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DAC48D1-7FEB-4925-B55D-0B297B164019}"/>
              </a:ext>
            </a:extLst>
          </p:cNvPr>
          <p:cNvPicPr>
            <a:picLocks noChangeAspect="1"/>
          </p:cNvPicPr>
          <p:nvPr/>
        </p:nvPicPr>
        <p:blipFill>
          <a:blip ns3:embed="Rbc325b9fe9d2400d"/>
          <a:stretch/>
        </p:blipFill>
        <p:spPr>
          <a:xfrm>
            <a:off x="1838727" y="4762500"/>
            <a:ext cx="14610545" cy="723900"/>
          </a:xfrm>
          <a:prstGeom prst="rect">
            <a:avLst/>
          </a:prstGeom>
        </p:spPr>
      </p:pic>
      <p:pic>
        <p:nvPicPr>
          <p:cNvPr id="9" name="">
            <a:extLst>
              <a:ext uri="{FF2B5EF4-FFF2-40B4-BE49-F238E27FC236}">
                <ns2:creationId id="{02A77CF7-E053-4720-B883-AA794F98C2EB}"/>
              </a:ext>
            </a:extLst>
          </p:cNvPr>
          <p:cNvPicPr>
            <a:picLocks noChangeAspect="1"/>
          </p:cNvPicPr>
          <p:nvPr/>
        </p:nvPicPr>
        <p:blipFill>
          <a:blip ns3:embed="Rcb504fee47e54d6f"/>
          <a:stretch/>
        </p:blipFill>
        <p:spPr>
          <a:xfrm>
            <a:off x="3050349" y="5810250"/>
            <a:ext cx="12187303" cy="723900"/>
          </a:xfrm>
          <a:prstGeom prst="rect">
            <a:avLst/>
          </a:prstGeom>
        </p:spPr>
      </p:pic>
      <p:sp>
        <p:nvSpPr>
          <p:cNvPr id="10" name="interpretation-panel">
            <a:extLst>
              <a:ext uri="{FF2B5EF4-FFF2-40B4-BE49-F238E27FC236}">
                <ns2:creationId id="{58427C08-4101-4C43-BCBE-CAAFAA6AC0FF}"/>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E0AE71F1-1814-4B24-A338-8A12CD990899}"/>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76251294-8188-447A-AF2D-2F73A9FCC6A4}"/>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377762627"/>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67772076-139F-4690-9EB7-5D957FA5C4EF}"/>
              </a:ext>
            </a:extLst>
          </p:cNvPr>
          <p:cNvPicPr>
            <a:picLocks noChangeAspect="1"/>
          </p:cNvPicPr>
          <p:nvPr/>
        </p:nvPicPr>
        <p:blipFill>
          <a:blip ns3:embed="R2c482080e3cd4547"/>
          <a:stretch/>
        </p:blipFill>
        <p:spPr>
          <a:xfrm>
            <a:off x="16941800" y="382588"/>
            <a:ext cx="1028700" cy="733425"/>
          </a:xfrm>
          <a:prstGeom prst="rect">
            <a:avLst/>
          </a:prstGeom>
        </p:spPr>
      </p:pic>
      <p:sp>
        <p:nvSpPr>
          <p:cNvPr id="2" name="part_heading">
            <a:extLst>
              <a:ext uri="{FF2B5EF4-FFF2-40B4-BE49-F238E27FC236}">
                <ns2:creationId id="{887DFB5E-95CA-4C95-BC95-6079EED7128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BA3DD5F-E7F1-4D87-8900-0A011C9DFFE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D77E2DD-796C-4D68-AE7E-CE141FA5F71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6092EB0-0C72-4D2D-A80F-F6339E64354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3A38AC59-A54D-4AB0-85C7-17C573BA136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E6DB5536-57FF-4127-88F3-3EFD2BE8CC4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29E5548-C015-4691-A319-635C1887515C}"/>
              </a:ext>
            </a:extLst>
          </p:cNvPr>
          <p:cNvPicPr>
            <a:picLocks noChangeAspect="1"/>
          </p:cNvPicPr>
          <p:nvPr/>
        </p:nvPicPr>
        <p:blipFill>
          <a:blip ns3:embed="R912efe5beb3d42a2"/>
          <a:stretch/>
        </p:blipFill>
        <p:spPr>
          <a:xfrm>
            <a:off x="5003602" y="4524375"/>
            <a:ext cx="8280797" cy="4762500"/>
          </a:xfrm>
          <a:prstGeom prst="rect">
            <a:avLst/>
          </a:prstGeom>
        </p:spPr>
      </p:pic>
    </p:spTree>
    <p:extLst>
      <p:ext uri="{BB962C8B-B14F-4D97-AF65-F5344CB8AC3E}">
        <ns4:creationId val="1192834291"/>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17ACC65E-7029-43A0-893A-76720DD3DCBB}"/>
              </a:ext>
            </a:extLst>
          </p:cNvPr>
          <p:cNvPicPr>
            <a:picLocks noChangeAspect="1"/>
          </p:cNvPicPr>
          <p:nvPr/>
        </p:nvPicPr>
        <p:blipFill>
          <a:blip ns3:embed="Re97e5d72623b4e82"/>
          <a:stretch/>
        </p:blipFill>
        <p:spPr>
          <a:xfrm>
            <a:off x="16941800" y="382588"/>
            <a:ext cx="1028700" cy="733425"/>
          </a:xfrm>
          <a:prstGeom prst="rect">
            <a:avLst/>
          </a:prstGeom>
        </p:spPr>
      </p:pic>
      <p:sp>
        <p:nvSpPr>
          <p:cNvPr id="2" name="part_heading">
            <a:extLst>
              <a:ext uri="{FF2B5EF4-FFF2-40B4-BE49-F238E27FC236}">
                <ns2:creationId id="{B2349003-BCC0-4AB0-8394-FE7AF019079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5AF3FA11-CE89-461D-B429-C9C0FD730BE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B3C3DEF9-C30E-4205-8C2F-3C85AD2605E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FD27994-9A70-41D4-AEE2-23BAA91F801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F58BD9FD-6BE6-48C4-AFB2-9225E08B865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4A87BAF2-CEBD-43D0-AC0F-C33F0401AB4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F8A60DD-22BB-452E-BF17-CC0568DC9155}"/>
              </a:ext>
            </a:extLst>
          </p:cNvPr>
          <p:cNvPicPr>
            <a:picLocks noChangeAspect="1"/>
          </p:cNvPicPr>
          <p:nvPr/>
        </p:nvPicPr>
        <p:blipFill>
          <a:blip ns3:embed="Rfa5a6962804e40ab"/>
          <a:stretch/>
        </p:blipFill>
        <p:spPr>
          <a:xfrm>
            <a:off x="4000500" y="5017064"/>
            <a:ext cx="10287000" cy="2062622"/>
          </a:xfrm>
          <a:prstGeom prst="rect">
            <a:avLst/>
          </a:prstGeom>
        </p:spPr>
      </p:pic>
      <p:sp>
        <p:nvSpPr>
          <p:cNvPr id="9" name="takeaway-box">
            <a:extLst>
              <a:ext uri="{FF2B5EF4-FFF2-40B4-BE49-F238E27FC236}">
                <ns2:creationId id="{13028D71-EDB5-4B13-B1C7-DE68989BA265}"/>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044B9020-7B2F-4837-A930-012D85F50FED}"/>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874532734"/>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620D1C5D-9AA5-41F6-90BA-1FFE768C5E16}"/>
              </a:ext>
            </a:extLst>
          </p:cNvPr>
          <p:cNvPicPr>
            <a:picLocks noChangeAspect="1"/>
          </p:cNvPicPr>
          <p:nvPr/>
        </p:nvPicPr>
        <p:blipFill>
          <a:blip ns3:embed="R3bc9009f1d334884"/>
          <a:stretch/>
        </p:blipFill>
        <p:spPr>
          <a:xfrm>
            <a:off x="16941800" y="382588"/>
            <a:ext cx="1028700" cy="733425"/>
          </a:xfrm>
          <a:prstGeom prst="rect">
            <a:avLst/>
          </a:prstGeom>
        </p:spPr>
      </p:pic>
      <p:sp>
        <p:nvSpPr>
          <p:cNvPr id="2" name="part_heading">
            <a:extLst>
              <a:ext uri="{FF2B5EF4-FFF2-40B4-BE49-F238E27FC236}">
                <ns2:creationId id="{BDFA598E-B1AC-474E-9317-E483CC3004A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9FED3C77-0218-43C8-9A39-D89D5D55933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4D27873-34A5-41B4-A13F-52921144004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BCCE0D6-BBE9-4E8B-AFC0-8B6E52B36BA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C16DBEA6-50F1-45CE-A55F-ACBDC107934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36EDE3E3-0903-4AFB-AC64-C0FBBD801E2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3AA6684-4937-417A-8B02-6A39581B61D0}"/>
              </a:ext>
            </a:extLst>
          </p:cNvPr>
          <p:cNvPicPr>
            <a:picLocks noChangeAspect="1"/>
          </p:cNvPicPr>
          <p:nvPr/>
        </p:nvPicPr>
        <p:blipFill>
          <a:blip ns3:embed="Rfc4c12c901474fad"/>
          <a:stretch/>
        </p:blipFill>
        <p:spPr>
          <a:xfrm>
            <a:off x="2000250" y="4675188"/>
            <a:ext cx="14287500" cy="793750"/>
          </a:xfrm>
          <a:prstGeom prst="rect">
            <a:avLst/>
          </a:prstGeom>
        </p:spPr>
      </p:pic>
      <p:pic>
        <p:nvPicPr>
          <p:cNvPr id="9" name="">
            <a:extLst>
              <a:ext uri="{FF2B5EF4-FFF2-40B4-BE49-F238E27FC236}">
                <ns2:creationId id="{B0634ED9-8F40-4CC8-8275-ABC61AB04DC7}"/>
              </a:ext>
            </a:extLst>
          </p:cNvPr>
          <p:cNvPicPr>
            <a:picLocks noChangeAspect="1"/>
          </p:cNvPicPr>
          <p:nvPr/>
        </p:nvPicPr>
        <p:blipFill>
          <a:blip ns3:embed="R8d235281523248d3"/>
          <a:stretch/>
        </p:blipFill>
        <p:spPr>
          <a:xfrm>
            <a:off x="7098994" y="5810250"/>
            <a:ext cx="4090013" cy="3762375"/>
          </a:xfrm>
          <a:prstGeom prst="rect">
            <a:avLst/>
          </a:prstGeom>
        </p:spPr>
      </p:pic>
    </p:spTree>
    <p:extLst>
      <p:ext uri="{BB962C8B-B14F-4D97-AF65-F5344CB8AC3E}">
        <ns4:creationId val="551880359"/>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F030758-5594-4DCA-A663-481E5916861C}"/>
              </a:ext>
            </a:extLst>
          </p:cNvPr>
          <p:cNvPicPr>
            <a:picLocks noChangeAspect="1"/>
          </p:cNvPicPr>
          <p:nvPr/>
        </p:nvPicPr>
        <p:blipFill>
          <a:blip ns3:embed="Rb5a05c22daca4117"/>
          <a:stretch/>
        </p:blipFill>
        <p:spPr>
          <a:xfrm>
            <a:off x="16941800" y="382588"/>
            <a:ext cx="1028700" cy="733425"/>
          </a:xfrm>
          <a:prstGeom prst="rect">
            <a:avLst/>
          </a:prstGeom>
        </p:spPr>
      </p:pic>
      <p:sp>
        <p:nvSpPr>
          <p:cNvPr id="2" name="part_heading">
            <a:extLst>
              <a:ext uri="{FF2B5EF4-FFF2-40B4-BE49-F238E27FC236}">
                <ns2:creationId id="{B8C0E7BD-9D37-4A20-8024-3914B5BCE0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5973D5FD-CB92-4629-8F75-C4E8129923C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7DD6B23-AA4A-461B-BB2C-2A257F82AA0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CED13CB-EFAA-4D39-9A68-CFB3BE52EFC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AD3DDB57-610C-4855-AE5D-49F049B314A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FC4F9A09-F34C-4291-87B2-857617A8A5F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2AAABE2-EACE-43D8-AC5E-ACDE7F698C6D}"/>
              </a:ext>
            </a:extLst>
          </p:cNvPr>
          <p:cNvPicPr>
            <a:picLocks noChangeAspect="1"/>
          </p:cNvPicPr>
          <p:nvPr/>
        </p:nvPicPr>
        <p:blipFill>
          <a:blip ns3:embed="R67cac2dab0a24687"/>
          <a:stretch/>
        </p:blipFill>
        <p:spPr>
          <a:xfrm>
            <a:off x="2000250" y="4622107"/>
            <a:ext cx="14287500" cy="4681336"/>
          </a:xfrm>
          <a:prstGeom prst="rect">
            <a:avLst/>
          </a:prstGeom>
        </p:spPr>
      </p:pic>
    </p:spTree>
    <p:extLst>
      <p:ext uri="{BB962C8B-B14F-4D97-AF65-F5344CB8AC3E}">
        <ns4:creationId val="1380991884"/>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878DBAAF-2410-46C2-93ED-474DC4CAEC16}"/>
              </a:ext>
            </a:extLst>
          </p:cNvPr>
          <p:cNvPicPr>
            <a:picLocks noChangeAspect="1"/>
          </p:cNvPicPr>
          <p:nvPr/>
        </p:nvPicPr>
        <p:blipFill>
          <a:blip ns3:embed="R73b04fd4ec0b445c"/>
          <a:stretch/>
        </p:blipFill>
        <p:spPr>
          <a:xfrm>
            <a:off x="16941800" y="382588"/>
            <a:ext cx="1028700" cy="733425"/>
          </a:xfrm>
          <a:prstGeom prst="rect">
            <a:avLst/>
          </a:prstGeom>
        </p:spPr>
      </p:pic>
      <p:sp>
        <p:nvSpPr>
          <p:cNvPr id="2" name="part_heading">
            <a:extLst>
              <a:ext uri="{FF2B5EF4-FFF2-40B4-BE49-F238E27FC236}">
                <ns2:creationId id="{6B111209-B2E4-4075-BE4D-1365DA2CB7E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2F5255A-B47C-4C4B-8A18-AE29A2F19BA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9B9133F-7AE2-43FC-8ABA-FF20928A71F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36B86B46-D5B9-4FC5-B985-324CBC9576D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D38B008-BF31-4519-BEDB-188BC49BCE85}"/>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507D1643-DF05-445D-B26C-CD11C4602A87}"/>
              </a:ext>
            </a:extLst>
          </p:cNvPr>
          <p:cNvPicPr>
            <a:picLocks noChangeAspect="1"/>
          </p:cNvPicPr>
          <p:nvPr/>
        </p:nvPicPr>
        <p:blipFill>
          <a:blip ns3:embed="R1266c8e3383e4050"/>
          <a:stretch/>
        </p:blipFill>
        <p:spPr>
          <a:xfrm>
            <a:off x="11283641" y="4095750"/>
            <a:ext cx="5340968" cy="5286375"/>
          </a:xfrm>
          <a:prstGeom prst="rect">
            <a:avLst/>
          </a:prstGeom>
        </p:spPr>
      </p:pic>
      <p:pic>
        <p:nvPicPr>
          <p:cNvPr id="8" name="">
            <a:extLst>
              <a:ext uri="{FF2B5EF4-FFF2-40B4-BE49-F238E27FC236}">
                <ns2:creationId id="{BF0D8B2D-5822-4DF2-8980-35FA813F93DB}"/>
              </a:ext>
            </a:extLst>
          </p:cNvPr>
          <p:cNvPicPr>
            <a:picLocks noChangeAspect="1"/>
          </p:cNvPicPr>
          <p:nvPr/>
        </p:nvPicPr>
        <p:blipFill>
          <a:blip ns3:embed="Re8562594a8564c8e"/>
          <a:stretch/>
        </p:blipFill>
        <p:spPr>
          <a:xfrm>
            <a:off x="2778125" y="5619750"/>
            <a:ext cx="5207000" cy="1190625"/>
          </a:xfrm>
          <a:prstGeom prst="rect">
            <a:avLst/>
          </a:prstGeom>
        </p:spPr>
      </p:pic>
      <p:sp>
        <p:nvSpPr>
          <p:cNvPr id="9" name="symbols">
            <a:extLst>
              <a:ext uri="{FF2B5EF4-FFF2-40B4-BE49-F238E27FC236}">
                <ns2:creationId id="{6A582D18-0A72-438D-B912-7029FFEB6342}"/>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773614008"/>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BBD8E8BF-201E-4FC2-A75A-8C97FDF22801}"/>
              </a:ext>
            </a:extLst>
          </p:cNvPr>
          <p:cNvPicPr>
            <a:picLocks noChangeAspect="1"/>
          </p:cNvPicPr>
          <p:nvPr/>
        </p:nvPicPr>
        <p:blipFill>
          <a:blip ns3:embed="R412d1dfcf3434b8e"/>
          <a:stretch/>
        </p:blipFill>
        <p:spPr>
          <a:xfrm>
            <a:off x="16941800" y="382588"/>
            <a:ext cx="1028700" cy="733425"/>
          </a:xfrm>
          <a:prstGeom prst="rect">
            <a:avLst/>
          </a:prstGeom>
        </p:spPr>
      </p:pic>
      <p:sp>
        <p:nvSpPr>
          <p:cNvPr id="2" name="part_heading">
            <a:extLst>
              <a:ext uri="{FF2B5EF4-FFF2-40B4-BE49-F238E27FC236}">
                <ns2:creationId id="{F2EF032E-BE6A-461D-BDDE-988815590A8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32FF1CF-E3AD-46AA-8B94-0858B08D048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71B008B-2839-4233-8014-5A20D08D651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A0C1752-D97A-4E1B-B44E-0DE2A281136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DD2CBDBE-4507-4003-A2EC-8AD3AF8930D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773D010F-CCED-4F38-85BB-39C4A9F3665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07CA245-2E7E-436C-BFA8-57C3FA4B4428}"/>
              </a:ext>
            </a:extLst>
          </p:cNvPr>
          <p:cNvPicPr>
            <a:picLocks noChangeAspect="1"/>
          </p:cNvPicPr>
          <p:nvPr/>
        </p:nvPicPr>
        <p:blipFill>
          <a:blip ns3:embed="R42efeb3a917b4e6f"/>
          <a:stretch/>
        </p:blipFill>
        <p:spPr>
          <a:xfrm>
            <a:off x="3587303" y="4667250"/>
            <a:ext cx="11113394" cy="723900"/>
          </a:xfrm>
          <a:prstGeom prst="rect">
            <a:avLst/>
          </a:prstGeom>
        </p:spPr>
      </p:pic>
      <p:sp>
        <p:nvSpPr>
          <p:cNvPr id="9" name="q1">
            <a:extLst>
              <a:ext uri="{FF2B5EF4-FFF2-40B4-BE49-F238E27FC236}">
                <ns2:creationId id="{89DB6F9F-DE8C-41BA-91FC-B7EBF45AD20B}"/>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E24058B9-C0C9-4737-93BF-0AD21BA1061C}"/>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0958911D-71C4-4724-8319-49FA5DC1AE52}"/>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E3C23344-364B-4A44-B9B8-C52F480850FF}"/>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6186953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08FDB57-8BBB-4BDB-9CE4-67485EC7A581}"/>
              </a:ext>
            </a:extLst>
          </p:cNvPr>
          <p:cNvPicPr>
            <a:picLocks noChangeAspect="1"/>
          </p:cNvPicPr>
          <p:nvPr/>
        </p:nvPicPr>
        <p:blipFill>
          <a:blip ns3:embed="Rc2e1f98ff24244d6"/>
          <a:stretch/>
        </p:blipFill>
        <p:spPr>
          <a:xfrm>
            <a:off x="4859" y="0"/>
            <a:ext cx="18278283" cy="10287000"/>
          </a:xfrm>
          <a:prstGeom prst="rect">
            <a:avLst/>
          </a:prstGeom>
        </p:spPr>
      </p:pic>
      <p:sp>
        <p:nvSpPr>
          <p:cNvPr id="2" name="reference_green_fade">
            <a:extLst>
              <a:ext uri="{FF2B5EF4-FFF2-40B4-BE49-F238E27FC236}">
                <ns2:creationId id="{BFA46143-8981-4088-B717-82DF638EC766}"/>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C017B035-5D80-4DA9-8DCB-E3832A934E0E}"/>
              </a:ext>
            </a:extLst>
          </p:cNvPr>
          <p:cNvPicPr>
            <a:picLocks noChangeAspect="1"/>
          </p:cNvPicPr>
          <p:nvPr/>
        </p:nvPicPr>
        <p:blipFill>
          <a:blip ns3:embed="R90ed2b50a9cc45b1"/>
          <a:stretch/>
        </p:blipFill>
        <p:spPr>
          <a:xfrm>
            <a:off x="16916400" y="332392"/>
            <a:ext cx="1079500" cy="668717"/>
          </a:xfrm>
          <a:prstGeom prst="rect">
            <a:avLst/>
          </a:prstGeom>
        </p:spPr>
      </p:pic>
      <p:sp>
        <p:nvSpPr>
          <p:cNvPr id="4" name="copyright">
            <a:extLst>
              <a:ext uri="{FF2B5EF4-FFF2-40B4-BE49-F238E27FC236}">
                <ns2:creationId id="{F2B55972-74B2-4BC5-A75A-ACDFF60176B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8491CE1-BD80-416F-A5F7-E1349DF062E6}"/>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945C06DD-06E4-4920-A5D0-5265A27984B3}"/>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EC682248-2641-481A-A3ED-4E9D68649A4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290486667"/>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12B1BE11-1F2B-48A7-9A72-6C39FE32D2A0}"/>
              </a:ext>
            </a:extLst>
          </p:cNvPr>
          <p:cNvPicPr>
            <a:picLocks noChangeAspect="1"/>
          </p:cNvPicPr>
          <p:nvPr/>
        </p:nvPicPr>
        <p:blipFill>
          <a:blip ns3:embed="R70a6a16d5e1e40de"/>
          <a:stretch/>
        </p:blipFill>
        <p:spPr>
          <a:xfrm>
            <a:off x="16941800" y="382588"/>
            <a:ext cx="1028700" cy="733425"/>
          </a:xfrm>
          <a:prstGeom prst="rect">
            <a:avLst/>
          </a:prstGeom>
        </p:spPr>
      </p:pic>
      <p:sp>
        <p:nvSpPr>
          <p:cNvPr id="2" name="part_heading">
            <a:extLst>
              <a:ext uri="{FF2B5EF4-FFF2-40B4-BE49-F238E27FC236}">
                <ns2:creationId id="{A9AC56C8-1EE3-4F31-8E46-3B1569821EB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45BFC133-46E6-46BF-BC32-D39C38707E5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1D65A7F-F039-4B24-9A2F-B3E261ADC3E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421C8A56-595B-4921-B6CC-78F9428A044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C83588F5-98F2-44F0-8DA2-62F6AB6020A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2F737ECF-2CF6-4426-A76B-9686B6B83A6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BCCA0C6F-07A4-488A-AD28-65532540DABA}"/>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A89A29F8-3021-4D1B-B3C6-37AE96FD79E3}"/>
              </a:ext>
            </a:extLst>
          </p:cNvPr>
          <p:cNvPicPr>
            <a:picLocks noChangeAspect="1"/>
          </p:cNvPicPr>
          <p:nvPr/>
        </p:nvPicPr>
        <p:blipFill>
          <a:blip ns3:embed="Re18c0aef5bfb48aa"/>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A452A312-00F2-480E-95E2-31C1E189039D}"/>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8A14A47B-075B-40D5-A652-15521CC38103}"/>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4ACDE05A-2D2A-4759-A2C3-D0A2800B2F32}"/>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DC412BED-19F6-4D98-A5CC-9D0AE694B6AB}"/>
              </a:ext>
            </a:extLst>
          </p:cNvPr>
          <p:cNvPicPr>
            <a:picLocks noChangeAspect="1"/>
          </p:cNvPicPr>
          <p:nvPr/>
        </p:nvPicPr>
        <p:blipFill>
          <a:blip ns3:embed="Rc00567a5b6de40f9"/>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8412EE6F-BD42-405A-B035-0E07328B8FB7}"/>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547712D5-601B-4E73-B09D-4734DC701FFD}"/>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707825484"/>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186C0429-1D5C-4AF2-A0C7-45048F151EFC}"/>
              </a:ext>
            </a:extLst>
          </p:cNvPr>
          <p:cNvPicPr>
            <a:picLocks noChangeAspect="1"/>
          </p:cNvPicPr>
          <p:nvPr/>
        </p:nvPicPr>
        <p:blipFill>
          <a:blip ns3:embed="R041342c25bab4cc7"/>
          <a:stretch/>
        </p:blipFill>
        <p:spPr>
          <a:xfrm>
            <a:off x="16941800" y="382588"/>
            <a:ext cx="1028700" cy="733425"/>
          </a:xfrm>
          <a:prstGeom prst="rect">
            <a:avLst/>
          </a:prstGeom>
        </p:spPr>
      </p:pic>
      <p:sp>
        <p:nvSpPr>
          <p:cNvPr id="2" name="part_heading">
            <a:extLst>
              <a:ext uri="{FF2B5EF4-FFF2-40B4-BE49-F238E27FC236}">
                <ns2:creationId id="{C8BA3305-438F-4568-887C-457036FC599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D3373F77-24E4-4930-A99D-79B21E54F59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5D4CB04-8E2B-48B6-A9FA-28A7BBC6F2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DC5D24C-9AAF-4AF0-8BBE-D5F8B3D4264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3D66813D-B941-404B-974B-405790B4E38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1F065D4D-6CA9-4414-9A39-1DC5936A367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E929BB7-B474-443D-B581-9E74AD7F0333}"/>
              </a:ext>
            </a:extLst>
          </p:cNvPr>
          <p:cNvPicPr>
            <a:picLocks noChangeAspect="1"/>
          </p:cNvPicPr>
          <p:nvPr/>
        </p:nvPicPr>
        <p:blipFill>
          <a:blip ns3:embed="R60e4de25d4fa4061"/>
          <a:stretch/>
        </p:blipFill>
        <p:spPr>
          <a:xfrm>
            <a:off x="1961408" y="4667250"/>
            <a:ext cx="14365184" cy="723900"/>
          </a:xfrm>
          <a:prstGeom prst="rect">
            <a:avLst/>
          </a:prstGeom>
        </p:spPr>
      </p:pic>
      <p:pic>
        <p:nvPicPr>
          <p:cNvPr id="9" name="">
            <a:extLst>
              <a:ext uri="{FF2B5EF4-FFF2-40B4-BE49-F238E27FC236}">
                <ns2:creationId id="{E0A8C124-A233-4722-82F0-8D123A5D70FC}"/>
              </a:ext>
            </a:extLst>
          </p:cNvPr>
          <p:cNvPicPr>
            <a:picLocks noChangeAspect="1"/>
          </p:cNvPicPr>
          <p:nvPr/>
        </p:nvPicPr>
        <p:blipFill>
          <a:blip ns3:embed="Rffb2d37e26854942"/>
          <a:stretch/>
        </p:blipFill>
        <p:spPr>
          <a:xfrm>
            <a:off x="1869688" y="5619750"/>
            <a:ext cx="14548624" cy="723900"/>
          </a:xfrm>
          <a:prstGeom prst="rect">
            <a:avLst/>
          </a:prstGeom>
        </p:spPr>
      </p:pic>
      <p:sp>
        <p:nvSpPr>
          <p:cNvPr id="10" name="strip-1">
            <a:extLst>
              <a:ext uri="{FF2B5EF4-FFF2-40B4-BE49-F238E27FC236}">
                <ns2:creationId id="{82E295A1-4EA6-4017-86C0-07B9072E00A9}"/>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6E0B8D9D-E140-4A59-8323-342A4B489719}"/>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87FAF47A-0CE2-4B30-83E6-C3A9B8143A42}"/>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57045AE7-7461-44B2-9B3E-BEB8F0063A57}"/>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B34033B9-713C-40C6-B161-8E31BB56AB0E}"/>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9799474B-6566-462C-B5CB-1FF36F5A0937}"/>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3CF51DBD-40B7-4243-9816-087951295DB9}"/>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2D993A73-E76B-4080-BF36-9C06F13A9671}"/>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51A39EC4-4FF6-4670-800E-40419E8FA47D}"/>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D9A2227B-5396-435A-85BC-C26D7CE493C4}"/>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515359981"/>
      </p:ext>
    </p:extLst>
  </p:cSld>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E9352CA9-436A-4AF3-89C4-5CD77BDAD0F9}"/>
              </a:ext>
            </a:extLst>
          </p:cNvPr>
          <p:cNvPicPr>
            <a:picLocks noChangeAspect="1"/>
          </p:cNvPicPr>
          <p:nvPr/>
        </p:nvPicPr>
        <p:blipFill>
          <a:blip ns3:embed="R821f2b2108e241f4"/>
          <a:stretch/>
        </p:blipFill>
        <p:spPr>
          <a:xfrm>
            <a:off x="16941800" y="382588"/>
            <a:ext cx="1028700" cy="733425"/>
          </a:xfrm>
          <a:prstGeom prst="rect">
            <a:avLst/>
          </a:prstGeom>
        </p:spPr>
      </p:pic>
      <p:sp>
        <p:nvSpPr>
          <p:cNvPr id="2" name="part_heading">
            <a:extLst>
              <a:ext uri="{FF2B5EF4-FFF2-40B4-BE49-F238E27FC236}">
                <ns2:creationId id="{60787658-E269-47C8-9E61-0CE032C2A38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725EA5B9-9CA2-437F-B955-6695A94BECF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B2EB600-ABDC-406E-A1DF-2921DB2ADEC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FB74B41-AFC5-4189-98DD-795DFE8EFBF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F03F0408-4017-4849-A24A-3C0FD2EAA2E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BD44B993-E968-4FCE-B148-BD0BD1CF8FF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BBEC57D2-F614-4857-AFB2-E5DE11B730E0}"/>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977B56FF-7911-4E1F-9804-56C31239B56F}"/>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66613950-2D1F-49E7-8A97-DA43B3C931FF}"/>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A3CCAFFB-994B-45AE-8F18-17F8B664C6D7}"/>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19F8753A-B64B-41FA-8216-FEF4ECBC4C6C}"/>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64478912-ABC0-4387-A089-EE47C1099C00}"/>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6C1395EE-772B-422A-8F95-5140572376C7}"/>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59EAB8A5-0403-4931-AF96-45392B3D209B}"/>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9EC9B8E4-66B6-4B80-B565-810C682FD645}"/>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BAA11C72-AB45-45A6-B0DD-D0B0B33022DA}"/>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C266C452-3E7B-4FE3-B72A-4644E9C7810D}"/>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565BA270-9698-4B26-8E6D-26B26BBA20B6}"/>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934475979"/>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10981107-9AC4-4864-B1DF-D9F2DB88CEFF}"/>
              </a:ext>
            </a:extLst>
          </p:cNvPr>
          <p:cNvPicPr>
            <a:picLocks noChangeAspect="1"/>
          </p:cNvPicPr>
          <p:nvPr/>
        </p:nvPicPr>
        <p:blipFill>
          <a:blip ns3:embed="R8f5218976afb42f0"/>
          <a:stretch/>
        </p:blipFill>
        <p:spPr>
          <a:xfrm>
            <a:off x="16941800" y="382588"/>
            <a:ext cx="1028700" cy="733425"/>
          </a:xfrm>
          <a:prstGeom prst="rect">
            <a:avLst/>
          </a:prstGeom>
        </p:spPr>
      </p:pic>
      <p:sp>
        <p:nvSpPr>
          <p:cNvPr id="2" name="part_heading">
            <a:extLst>
              <a:ext uri="{FF2B5EF4-FFF2-40B4-BE49-F238E27FC236}">
                <ns2:creationId id="{4EB8633F-FA02-462E-B1FA-1559180E1C7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AB00BB0F-04A0-408C-95F5-781ED84A5C9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16248F0-F98D-42D6-9DB8-B3FD5888826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4BEA27AB-4177-46B7-8F28-FE5465696AA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F972B9B4-A286-4192-B7B3-8EF0DD4DE95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8D3F7BFB-E570-41B2-9651-D331B0F5597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A0063FC2-DCB6-4FCB-945E-1C86CD32F5A7}"/>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E1AF4143-2CAD-4C1E-8EA9-DD8457D2A11B}"/>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9E6081C0-250D-485F-A6B0-559CADEDFD1E}"/>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258A6DDE-747B-4F36-B83B-A664BAB5C209}"/>
              </a:ext>
            </a:extLst>
          </p:cNvPr>
          <p:cNvPicPr>
            <a:picLocks noChangeAspect="1"/>
          </p:cNvPicPr>
          <p:nvPr/>
        </p:nvPicPr>
        <p:blipFill>
          <a:blip ns3:embed="R60250e105bf24a4b"/>
          <a:stretch/>
        </p:blipFill>
        <p:spPr>
          <a:xfrm>
            <a:off x="4476750" y="5018554"/>
            <a:ext cx="12001500" cy="554691"/>
          </a:xfrm>
          <a:prstGeom prst="rect">
            <a:avLst/>
          </a:prstGeom>
        </p:spPr>
      </p:pic>
      <p:sp>
        <p:nvSpPr>
          <p:cNvPr id="12" name="eq-ethanol-calculation">
            <a:extLst>
              <a:ext uri="{FF2B5EF4-FFF2-40B4-BE49-F238E27FC236}">
                <ns2:creationId id="{9638C216-7C61-4EC9-B5F3-43D2E0A24408}"/>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A3923691-B581-46B2-BAB8-EB92842530D0}"/>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C2CF296A-26E6-4F5D-A7CC-AB4D97506146}"/>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887BFC86-2E9F-446A-967C-D0CF7596CCBE}"/>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982B4230-FA0B-4EF6-8DAB-875D1B474D74}"/>
              </a:ext>
            </a:extLst>
          </p:cNvPr>
          <p:cNvPicPr>
            <a:picLocks noChangeAspect="1"/>
          </p:cNvPicPr>
          <p:nvPr/>
        </p:nvPicPr>
        <p:blipFill>
          <a:blip ns3:embed="R1e7a26a8281844ce"/>
          <a:stretch/>
        </p:blipFill>
        <p:spPr>
          <a:xfrm>
            <a:off x="4476750" y="7472773"/>
            <a:ext cx="12001500" cy="599254"/>
          </a:xfrm>
          <a:prstGeom prst="rect">
            <a:avLst/>
          </a:prstGeom>
        </p:spPr>
      </p:pic>
      <p:sp>
        <p:nvSpPr>
          <p:cNvPr id="17" name="eq-water-liquid-calculation">
            <a:extLst>
              <a:ext uri="{FF2B5EF4-FFF2-40B4-BE49-F238E27FC236}">
                <ns2:creationId id="{86C007B1-F01E-4A2D-B8BE-172A9028A7CB}"/>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745744513"/>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C6B111C5-BA6E-4CE6-88BB-286129280CED}"/>
              </a:ext>
            </a:extLst>
          </p:cNvPr>
          <p:cNvPicPr>
            <a:picLocks noChangeAspect="1"/>
          </p:cNvPicPr>
          <p:nvPr/>
        </p:nvPicPr>
        <p:blipFill>
          <a:blip ns3:embed="Rfeb12ac385eb44dd"/>
          <a:stretch/>
        </p:blipFill>
        <p:spPr>
          <a:xfrm>
            <a:off x="16941800" y="382588"/>
            <a:ext cx="1028700" cy="733425"/>
          </a:xfrm>
          <a:prstGeom prst="rect">
            <a:avLst/>
          </a:prstGeom>
        </p:spPr>
      </p:pic>
      <p:sp>
        <p:nvSpPr>
          <p:cNvPr id="2" name="part_heading">
            <a:extLst>
              <a:ext uri="{FF2B5EF4-FFF2-40B4-BE49-F238E27FC236}">
                <ns2:creationId id="{38D3CFEF-1C93-49E5-852B-DF52A2414DD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F8D2E497-2223-4EDE-98E7-5969528195B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E652B3C-73DE-4E3D-BD98-9A37A5CCA19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7370871-AC7E-48D3-ACEC-5A0A49627D4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63318F9B-CB71-49C3-8727-7D81EE7A336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E2F932DF-7345-4718-AC30-48777556BAB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72DB5DC-B7F1-4604-ADEB-722C7D4AA1CB}"/>
              </a:ext>
            </a:extLst>
          </p:cNvPr>
          <p:cNvPicPr>
            <a:picLocks noChangeAspect="1"/>
          </p:cNvPicPr>
          <p:nvPr/>
        </p:nvPicPr>
        <p:blipFill>
          <a:blip ns3:embed="R1648398c22524f07"/>
          <a:stretch/>
        </p:blipFill>
        <p:spPr>
          <a:xfrm>
            <a:off x="2190750" y="4766442"/>
            <a:ext cx="13906500" cy="3706865"/>
          </a:xfrm>
          <a:prstGeom prst="rect">
            <a:avLst/>
          </a:prstGeom>
        </p:spPr>
      </p:pic>
      <p:sp>
        <p:nvSpPr>
          <p:cNvPr id="9" name="takeaway-box">
            <a:extLst>
              <a:ext uri="{FF2B5EF4-FFF2-40B4-BE49-F238E27FC236}">
                <ns2:creationId id="{FD210631-8412-459E-BF67-3861F88B9425}"/>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CC916EF9-BA1F-430E-A4DB-555C0D88DB17}"/>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853518946"/>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4260F776-8180-4719-8458-DB4C27416E45}"/>
              </a:ext>
            </a:extLst>
          </p:cNvPr>
          <p:cNvPicPr>
            <a:picLocks noChangeAspect="1"/>
          </p:cNvPicPr>
          <p:nvPr/>
        </p:nvPicPr>
        <p:blipFill>
          <a:blip ns3:embed="R48ca053351044115"/>
          <a:stretch/>
        </p:blipFill>
        <p:spPr>
          <a:xfrm>
            <a:off x="16941800" y="382588"/>
            <a:ext cx="1028700" cy="733425"/>
          </a:xfrm>
          <a:prstGeom prst="rect">
            <a:avLst/>
          </a:prstGeom>
        </p:spPr>
      </p:pic>
      <p:sp>
        <p:nvSpPr>
          <p:cNvPr id="2" name="part_heading">
            <a:extLst>
              <a:ext uri="{FF2B5EF4-FFF2-40B4-BE49-F238E27FC236}">
                <ns2:creationId id="{ED4021BB-1F54-4034-9E5F-0106DE28E5E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C637F1D3-4B8C-46A0-ACDD-0E86183731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58FCD8B-EA6E-471F-ABF4-DC49D73D8C9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A8586475-3607-4D26-82C3-09B99089ECB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F11E6CB2-C778-47E8-9FDE-DAF6ED0B2EDF}"/>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7F5695CE-368F-4114-BEC0-07CC31E8887B}"/>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F19A3BDE-166C-4191-BF75-1C99076C13EC}"/>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D915EDA0-CBC9-4EF8-8DC5-5013382D0EEB}"/>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72061370-9130-4488-A87A-69C9C696ADA5}"/>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22A11736-D9FA-4E90-8CFC-6AC73631BAB6}"/>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48B9A2E-45C8-4372-8BD3-C81F20EA63E2}"/>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DED4BB54-DBEA-45CA-9738-6BCB711E85F3}"/>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6FEC9B46-09A8-4F11-BDD7-524CE399DC57}"/>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51AA3451-218B-4CF5-AF3C-CBEC11C4E111}"/>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253375BF-B04B-4DC9-A3A8-A72004E009A0}"/>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E56E83C9-B573-4751-B811-562558124DDD}"/>
              </a:ext>
            </a:extLst>
          </p:cNvPr>
          <p:cNvPicPr>
            <a:picLocks noChangeAspect="1"/>
          </p:cNvPicPr>
          <p:nvPr/>
        </p:nvPicPr>
        <p:blipFill>
          <a:blip ns3:embed="R13ad437be2154a37"/>
          <a:stretch/>
        </p:blipFill>
        <p:spPr>
          <a:xfrm>
            <a:off x="12858750" y="6200795"/>
            <a:ext cx="3905250" cy="2933661"/>
          </a:xfrm>
          <a:prstGeom prst="rect">
            <a:avLst/>
          </a:prstGeom>
        </p:spPr>
      </p:pic>
    </p:spTree>
    <p:extLst>
      <p:ext uri="{BB962C8B-B14F-4D97-AF65-F5344CB8AC3E}">
        <ns4:creationId val="2051805431"/>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57C4D02A-4A84-43C1-9BA3-B85F3B8FFDB0}"/>
              </a:ext>
            </a:extLst>
          </p:cNvPr>
          <p:cNvPicPr>
            <a:picLocks noChangeAspect="1"/>
          </p:cNvPicPr>
          <p:nvPr/>
        </p:nvPicPr>
        <p:blipFill>
          <a:blip ns3:embed="Rb05cb0df6060431b"/>
          <a:stretch/>
        </p:blipFill>
        <p:spPr>
          <a:xfrm>
            <a:off x="16941800" y="382588"/>
            <a:ext cx="1028700" cy="733425"/>
          </a:xfrm>
          <a:prstGeom prst="rect">
            <a:avLst/>
          </a:prstGeom>
        </p:spPr>
      </p:pic>
      <p:sp>
        <p:nvSpPr>
          <p:cNvPr id="2" name="part_heading">
            <a:extLst>
              <a:ext uri="{FF2B5EF4-FFF2-40B4-BE49-F238E27FC236}">
                <ns2:creationId id="{94951D3B-CB77-4715-B460-224B5375F9B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E060061-4982-47E4-8D02-E6C6D3A801D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471BD00-E416-4552-96BD-377CFC49198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6B97F48-B2D9-496E-86B4-89571210F9A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369B5875-4498-43DC-AE95-7C3E04047EC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3272AED3-6935-4DBF-8041-C9983995DB1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ABA2E411-DA3F-4AF0-B7BE-D9D18EA1EB1D}"/>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E8CA1824-170A-476C-AE11-21D41D0D7A08}"/>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6E29FE92-9056-4527-8834-AF1A1965D9CB}"/>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3F63EF6A-158A-42EC-98E2-1B8CD4B2F3F1}"/>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53881691-B31D-4319-84BE-4FE816B4FE2F}"/>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2B8695EC-4A3E-4580-93AB-0A848CBFBF8D}"/>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1136B3AF-9B51-445A-BA64-4370C4AEA7E6}"/>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2449CD66-907C-4BF7-8019-E388D84E0DFE}"/>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1E729FCE-3689-409E-80CF-22933E6741C2}"/>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BEDCD886-44C0-4420-95C1-32E25776EA8E}"/>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5340E1F3-D111-4CA9-99B7-62D5630B3807}"/>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A23EA75B-4B6B-431F-B45E-105B52E30685}"/>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F8583097-0C25-490E-BC3F-2B51CDB66C5C}"/>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08BAB241-12A5-41AA-A7B0-20127EFA333E}"/>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95602425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2385498E-B361-4FF0-81D4-D5A1BAA90970}"/>
              </a:ext>
            </a:extLst>
          </p:cNvPr>
          <p:cNvPicPr>
            <a:picLocks noChangeAspect="1"/>
          </p:cNvPicPr>
          <p:nvPr/>
        </p:nvPicPr>
        <p:blipFill>
          <a:blip ns3:embed="R2e86b90bb89e47b1"/>
          <a:stretch/>
        </p:blipFill>
        <p:spPr>
          <a:xfrm>
            <a:off x="4859" y="0"/>
            <a:ext cx="18278283" cy="10287000"/>
          </a:xfrm>
          <a:prstGeom prst="rect">
            <a:avLst/>
          </a:prstGeom>
        </p:spPr>
      </p:pic>
      <p:sp>
        <p:nvSpPr>
          <p:cNvPr id="2" name="reference_green_fade">
            <a:extLst>
              <a:ext uri="{FF2B5EF4-FFF2-40B4-BE49-F238E27FC236}">
                <ns2:creationId id="{BC7F5ACD-F10A-41F8-86B2-493C333CD17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A428B45-C043-4F0E-9459-17E0FB62C873}"/>
              </a:ext>
            </a:extLst>
          </p:cNvPr>
          <p:cNvPicPr>
            <a:picLocks noChangeAspect="1"/>
          </p:cNvPicPr>
          <p:nvPr/>
        </p:nvPicPr>
        <p:blipFill>
          <a:blip ns3:embed="R1417e2f6798a4651"/>
          <a:stretch/>
        </p:blipFill>
        <p:spPr>
          <a:xfrm>
            <a:off x="16916400" y="332392"/>
            <a:ext cx="1079500" cy="668717"/>
          </a:xfrm>
          <a:prstGeom prst="rect">
            <a:avLst/>
          </a:prstGeom>
        </p:spPr>
      </p:pic>
      <p:sp>
        <p:nvSpPr>
          <p:cNvPr id="4" name="copyright">
            <a:extLst>
              <a:ext uri="{FF2B5EF4-FFF2-40B4-BE49-F238E27FC236}">
                <ns2:creationId id="{5FCD69AC-E769-4E02-8CCB-CA625784B1B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F2DDC9A3-E534-4F8A-9294-57BF13A28E6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1B8C2454-91FF-4A37-8ECC-3C710288197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6E43097D-9121-4926-A6E0-1ADAAF77AC38}"/>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322839935"/>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B62F77F4-280D-4CFC-9567-E4BC3861A899}"/>
              </a:ext>
            </a:extLst>
          </p:cNvPr>
          <p:cNvPicPr>
            <a:picLocks noChangeAspect="1"/>
          </p:cNvPicPr>
          <p:nvPr/>
        </p:nvPicPr>
        <p:blipFill>
          <a:blip ns3:embed="R44de5cb602b046bc"/>
          <a:stretch/>
        </p:blipFill>
        <p:spPr>
          <a:xfrm>
            <a:off x="16941800" y="382588"/>
            <a:ext cx="1028700" cy="733425"/>
          </a:xfrm>
          <a:prstGeom prst="rect">
            <a:avLst/>
          </a:prstGeom>
        </p:spPr>
      </p:pic>
      <p:sp>
        <p:nvSpPr>
          <p:cNvPr id="2" name="part_heading">
            <a:extLst>
              <a:ext uri="{FF2B5EF4-FFF2-40B4-BE49-F238E27FC236}">
                <ns2:creationId id="{AE4A5A69-B4CA-416C-9D1F-ACC91857D22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D73C08B-629B-4813-BED4-7CC25A38617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759F898-83E4-4889-95E8-7578FDA4FA0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7880718D-4D9C-4E16-B517-285114B646E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8C05B98F-610D-4F11-A2A4-5951D00E219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626BFB33-F12D-49B7-9C93-F41D6D1CFD7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18E4660-0F0E-48CE-BBFA-8354C555B3EB}"/>
              </a:ext>
            </a:extLst>
          </p:cNvPr>
          <p:cNvPicPr>
            <a:picLocks noChangeAspect="1"/>
          </p:cNvPicPr>
          <p:nvPr/>
        </p:nvPicPr>
        <p:blipFill>
          <a:blip ns3:embed="R484e440887cc40ef"/>
          <a:stretch/>
        </p:blipFill>
        <p:spPr>
          <a:xfrm>
            <a:off x="2807847" y="4667250"/>
            <a:ext cx="5147556" cy="3857625"/>
          </a:xfrm>
          <a:prstGeom prst="rect">
            <a:avLst/>
          </a:prstGeom>
        </p:spPr>
      </p:pic>
      <p:sp>
        <p:nvSpPr>
          <p:cNvPr id="9" name="bond-explanation-panel">
            <a:extLst>
              <a:ext uri="{FF2B5EF4-FFF2-40B4-BE49-F238E27FC236}">
                <ns2:creationId id="{C9F0934E-47EB-45A2-9EAB-EFBA1FFB64DD}"/>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EC1B694C-2780-4C8B-B207-E8EC9A185D47}"/>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AD4E5E26-2F36-4B23-BCFB-215418D2708D}"/>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2E86C964-AC50-4A13-85C7-1C2D9A17F9DD}"/>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25003891-663D-4479-B411-FF91B74B0C8E}"/>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87B9EFAB-A502-4851-A2E1-7306337C24EB}"/>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791A8EBD-FCF4-4416-BB87-13CA9149DDA6}"/>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D40AC4E7-66E5-4FFD-A49E-78E6436CF21D}"/>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C943A1B6-25ED-4064-AECA-45C03B4C3B5E}"/>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71748192"/>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8B41059F-B641-47AF-92A7-D866DBDEC85D}"/>
              </a:ext>
            </a:extLst>
          </p:cNvPr>
          <p:cNvPicPr>
            <a:picLocks noChangeAspect="1"/>
          </p:cNvPicPr>
          <p:nvPr/>
        </p:nvPicPr>
        <p:blipFill>
          <a:blip ns3:embed="R88dd061fbc634946"/>
          <a:stretch/>
        </p:blipFill>
        <p:spPr>
          <a:xfrm>
            <a:off x="16941800" y="382588"/>
            <a:ext cx="1028700" cy="733425"/>
          </a:xfrm>
          <a:prstGeom prst="rect">
            <a:avLst/>
          </a:prstGeom>
        </p:spPr>
      </p:pic>
      <p:sp>
        <p:nvSpPr>
          <p:cNvPr id="2" name="part_heading">
            <a:extLst>
              <a:ext uri="{FF2B5EF4-FFF2-40B4-BE49-F238E27FC236}">
                <ns2:creationId id="{64322E76-B201-44C7-92C9-DFA4700091B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9E749DF-AECE-45B7-8685-896C94D2075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E8C6665-DECF-43DD-A59C-A32D920FA29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6716EF2C-8FC2-4691-AD02-A9B983C8004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F9444FD9-3DF7-47AE-A8DF-2EA0384F225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A24A9D95-44BE-4BCF-A978-46AC920E239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A792013-D8B9-4088-A336-836373843257}"/>
              </a:ext>
            </a:extLst>
          </p:cNvPr>
          <p:cNvPicPr>
            <a:picLocks noChangeAspect="1"/>
          </p:cNvPicPr>
          <p:nvPr/>
        </p:nvPicPr>
        <p:blipFill>
          <a:blip ns3:embed="R4f3ba88d06d14c90"/>
          <a:stretch/>
        </p:blipFill>
        <p:spPr>
          <a:xfrm>
            <a:off x="2804805" y="4667250"/>
            <a:ext cx="5153641" cy="3857625"/>
          </a:xfrm>
          <a:prstGeom prst="rect">
            <a:avLst/>
          </a:prstGeom>
        </p:spPr>
      </p:pic>
      <p:sp>
        <p:nvSpPr>
          <p:cNvPr id="9" name="bond-explanation-panel">
            <a:extLst>
              <a:ext uri="{FF2B5EF4-FFF2-40B4-BE49-F238E27FC236}">
                <ns2:creationId id="{89D7E882-1B97-44AF-AFE2-8388E124C375}"/>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8296271-E4EF-487D-A003-45E931602B01}"/>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7BC31D02-F6EB-4BF5-A5D9-B4CDE1BA33B6}"/>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1E65AF03-996C-4F19-8B16-F4448E5C4454}"/>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AD34E4F2-EC25-4552-BA4B-6C34138F6F7D}"/>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AFA4D7B-45C4-419D-8420-4D090D6C7FE4}"/>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AFFB5181-ECE1-4A6D-8867-A9570DC07604}"/>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21451EAA-1DE9-4C1B-87C9-E404F3E6401A}"/>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8505FA58-4BF4-4D52-918A-24A97BFFA751}"/>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599690294"/>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A74AEF00-34DA-4749-9CAB-D352E34992DC}"/>
              </a:ext>
            </a:extLst>
          </p:cNvPr>
          <p:cNvPicPr>
            <a:picLocks noChangeAspect="1"/>
          </p:cNvPicPr>
          <p:nvPr/>
        </p:nvPicPr>
        <p:blipFill>
          <a:blip ns3:embed="R76f40dd93b08442b"/>
          <a:stretch/>
        </p:blipFill>
        <p:spPr>
          <a:xfrm>
            <a:off x="16941800" y="382588"/>
            <a:ext cx="1028700" cy="733425"/>
          </a:xfrm>
          <a:prstGeom prst="rect">
            <a:avLst/>
          </a:prstGeom>
        </p:spPr>
      </p:pic>
      <p:sp>
        <p:nvSpPr>
          <p:cNvPr id="2" name="part_heading">
            <a:extLst>
              <a:ext uri="{FF2B5EF4-FFF2-40B4-BE49-F238E27FC236}">
                <ns2:creationId id="{E1CFAD9A-0351-4220-B350-C17875B0FB2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01814FDC-D18B-44F6-99F3-7DD33E95948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BB699C1-13F0-4A7A-A338-100F125F6FF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B1F650A-EFF4-434E-8D3A-58F79C52545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7A0BB977-3C23-4B2B-82D3-BF7F195C9C5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219E4303-C48F-4E07-AF20-17EEF05AAAA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A00A845-75AE-490F-AA41-4BC17635CC0B}"/>
              </a:ext>
            </a:extLst>
          </p:cNvPr>
          <p:cNvPicPr>
            <a:picLocks noChangeAspect="1"/>
          </p:cNvPicPr>
          <p:nvPr/>
        </p:nvPicPr>
        <p:blipFill>
          <a:blip ns3:embed="Rbf163fda1a9d431f"/>
          <a:stretch/>
        </p:blipFill>
        <p:spPr>
          <a:xfrm>
            <a:off x="1578835" y="4476750"/>
            <a:ext cx="9986830" cy="5334000"/>
          </a:xfrm>
          <a:prstGeom prst="rect">
            <a:avLst/>
          </a:prstGeom>
        </p:spPr>
      </p:pic>
      <p:sp>
        <p:nvSpPr>
          <p:cNvPr id="9" name="reading-card-1">
            <a:extLst>
              <a:ext uri="{FF2B5EF4-FFF2-40B4-BE49-F238E27FC236}">
                <ns2:creationId id="{991F3EFC-8B96-481A-A5A8-04B1F0A66A22}"/>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91AEFBC5-94C7-4E77-8745-F02F8A95632C}"/>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3AD62B2B-724C-4DF7-B64F-3857783046B5}"/>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F2C41236-7D26-4A16-BC2A-D38E6D2C1956}"/>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3DA99ECA-F0B3-4733-BE56-6187EC0B07E9}"/>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BCED75D3-EC9C-4FF4-B725-28CC571409C4}"/>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BFAC1277-9F32-4542-9900-A2282A45DBD5}"/>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B6A6EB45-5D22-4A30-87BF-C8AB4D75631E}"/>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9F643EB8-BB37-46C0-AB42-770198025756}"/>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C30BB2C1-BE16-4745-8C31-2B826845FD97}"/>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97EB024C-39BB-4811-B831-44EE62433C51}"/>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A1CE72A6-4BAC-4D25-8AB7-6573BBC8313F}"/>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D15A6BED-521B-4020-AB78-CDC194E6E63A}"/>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DE40D29C-2FB3-4EE5-B74A-F5DB8EAC849A}"/>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DED38062-ED47-4735-91C1-B5D0D7DBE748}"/>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107871534"/>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FD53515-FEF3-40AE-9658-98F0ECA7B3F5}"/>
              </a:ext>
            </a:extLst>
          </p:cNvPr>
          <p:cNvPicPr>
            <a:picLocks noChangeAspect="1"/>
          </p:cNvPicPr>
          <p:nvPr/>
        </p:nvPicPr>
        <p:blipFill>
          <a:blip ns3:embed="R1a16d8f43af94936"/>
          <a:stretch/>
        </p:blipFill>
        <p:spPr>
          <a:xfrm>
            <a:off x="16941800" y="382588"/>
            <a:ext cx="1028700" cy="733425"/>
          </a:xfrm>
          <a:prstGeom prst="rect">
            <a:avLst/>
          </a:prstGeom>
        </p:spPr>
      </p:pic>
      <p:sp>
        <p:nvSpPr>
          <p:cNvPr id="2" name="part_heading">
            <a:extLst>
              <a:ext uri="{FF2B5EF4-FFF2-40B4-BE49-F238E27FC236}">
                <ns2:creationId id="{94114320-CA9F-4DB9-B681-1C8D6ABF4B8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E1145E95-6F03-40AC-9EEC-5FB11DD94F8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7F89974-CD24-43A1-93BF-C795F31C404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1A1F8F1-2E30-431E-887C-EFD85037769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2EB74FF8-598B-4CBD-B8F3-AE215B6CE24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581F8F2B-FA10-4421-9BAF-E3AC8866D1B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AB4DB7E-43A7-4AE5-BA5C-C2431BF72B90}"/>
              </a:ext>
            </a:extLst>
          </p:cNvPr>
          <p:cNvPicPr>
            <a:picLocks noChangeAspect="1"/>
          </p:cNvPicPr>
          <p:nvPr/>
        </p:nvPicPr>
        <p:blipFill>
          <a:blip ns3:embed="Rf8ceb894aaed417d"/>
          <a:stretch/>
        </p:blipFill>
        <p:spPr>
          <a:xfrm>
            <a:off x="5869781" y="4191000"/>
            <a:ext cx="6548438" cy="714375"/>
          </a:xfrm>
          <a:prstGeom prst="rect">
            <a:avLst/>
          </a:prstGeom>
        </p:spPr>
      </p:pic>
      <p:pic>
        <p:nvPicPr>
          <p:cNvPr id="9" name="">
            <a:extLst>
              <a:ext uri="{FF2B5EF4-FFF2-40B4-BE49-F238E27FC236}">
                <ns2:creationId id="{4C5B917F-45F4-4D7A-A875-784E408B8CE9}"/>
              </a:ext>
            </a:extLst>
          </p:cNvPr>
          <p:cNvPicPr>
            <a:picLocks noChangeAspect="1"/>
          </p:cNvPicPr>
          <p:nvPr/>
        </p:nvPicPr>
        <p:blipFill>
          <a:blip ns3:embed="R5c4cbee6240847ab"/>
          <a:stretch/>
        </p:blipFill>
        <p:spPr>
          <a:xfrm>
            <a:off x="3437359" y="5143500"/>
            <a:ext cx="11413282" cy="3190875"/>
          </a:xfrm>
          <a:prstGeom prst="rect">
            <a:avLst/>
          </a:prstGeom>
        </p:spPr>
      </p:pic>
      <p:sp>
        <p:nvSpPr>
          <p:cNvPr id="10" name="conclusion-box">
            <a:extLst>
              <a:ext uri="{FF2B5EF4-FFF2-40B4-BE49-F238E27FC236}">
                <ns2:creationId id="{543BF425-C4F3-46BF-82C1-F7C028557250}"/>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51BD9D4C-F7CC-4EC6-AAE9-3A9F290397B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568965696"/>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843F394E-FF04-4AC3-B3F9-50EBAE2267A6}"/>
              </a:ext>
            </a:extLst>
          </p:cNvPr>
          <p:cNvPicPr>
            <a:picLocks noChangeAspect="1"/>
          </p:cNvPicPr>
          <p:nvPr/>
        </p:nvPicPr>
        <p:blipFill>
          <a:blip ns3:embed="R92660d6f119c487d"/>
          <a:stretch/>
        </p:blipFill>
        <p:spPr>
          <a:xfrm>
            <a:off x="16941800" y="382588"/>
            <a:ext cx="1028700" cy="733425"/>
          </a:xfrm>
          <a:prstGeom prst="rect">
            <a:avLst/>
          </a:prstGeom>
        </p:spPr>
      </p:pic>
      <p:sp>
        <p:nvSpPr>
          <p:cNvPr id="2" name="part_heading">
            <a:extLst>
              <a:ext uri="{FF2B5EF4-FFF2-40B4-BE49-F238E27FC236}">
                <ns2:creationId id="{5F9C00AF-7841-42EC-98B1-C59D20FA9AD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8F9350C-6CB7-4840-B642-690CA2BD241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FAD71EC-B9FA-465B-B76E-80AE1A18BE8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979A472-DFCC-48F9-AC0E-E8B17BFF8F1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32DA8483-68C7-44EF-9181-1B28C28B745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13F3F14A-4255-4E39-BF63-C980C28AA47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46E04356-76AA-4842-AA07-8D7D060E4431}"/>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2191F7A1-05CD-473F-976D-09E619787B59}"/>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4A4D4FA2-7CD4-424A-A8C0-9491F817AAA4}"/>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CE1DF62A-FACB-4269-9194-AB80CF1D1C21}"/>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17A3EA68-D874-47C3-8BDB-365936681982}"/>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5EAE9D8E-9816-4EBA-B910-62B0DDF47DCB}"/>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26ED4118-4E9B-4939-9287-D93ADC5363BD}"/>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B3019244-25F4-448C-953C-C2D1970080DF}"/>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34EE1BEE-9CD2-4E60-A143-98457D5D238F}"/>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EE7582B5-A943-4CA4-B33E-9A81CCF5B32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6A3CBE1D-E975-41A7-A615-0F9E4DCFF8B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062293315"/>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6F73E50B-4E03-435D-8E39-CBBCBAE97E7E}"/>
              </a:ext>
            </a:extLst>
          </p:cNvPr>
          <p:cNvPicPr>
            <a:picLocks noChangeAspect="1"/>
          </p:cNvPicPr>
          <p:nvPr/>
        </p:nvPicPr>
        <p:blipFill>
          <a:blip ns3:embed="Rd6fed1771fdc41da"/>
          <a:stretch/>
        </p:blipFill>
        <p:spPr>
          <a:xfrm>
            <a:off x="16941800" y="382588"/>
            <a:ext cx="1028700" cy="733425"/>
          </a:xfrm>
          <a:prstGeom prst="rect">
            <a:avLst/>
          </a:prstGeom>
        </p:spPr>
      </p:pic>
      <p:sp>
        <p:nvSpPr>
          <p:cNvPr id="2" name="part_heading">
            <a:extLst>
              <a:ext uri="{FF2B5EF4-FFF2-40B4-BE49-F238E27FC236}">
                <ns2:creationId id="{B3353324-C059-4947-B388-EC95077B8FA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2E6F4227-5DD5-4E64-8E96-3EAFDC66051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9474BF2-CDF9-4FE6-B0B2-68984F27114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F4EC647-6E06-4858-9552-F169717EB28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CC333BA1-2351-4D5B-84DB-EF4E1A9A339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936C035A-0B07-47CD-B254-A03EA464A36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5600647-4C82-49C3-89A6-37A5FBD12F69}"/>
              </a:ext>
            </a:extLst>
          </p:cNvPr>
          <p:cNvPicPr>
            <a:picLocks noChangeAspect="1"/>
          </p:cNvPicPr>
          <p:nvPr/>
        </p:nvPicPr>
        <p:blipFill>
          <a:blip ns3:embed="Ra35e80bacfa949c1"/>
          <a:stretch/>
        </p:blipFill>
        <p:spPr>
          <a:xfrm>
            <a:off x="2136321" y="4676775"/>
            <a:ext cx="14015357" cy="714375"/>
          </a:xfrm>
          <a:prstGeom prst="rect">
            <a:avLst/>
          </a:prstGeom>
        </p:spPr>
      </p:pic>
      <p:sp>
        <p:nvSpPr>
          <p:cNvPr id="9" name="step-strip-0">
            <a:extLst>
              <a:ext uri="{FF2B5EF4-FFF2-40B4-BE49-F238E27FC236}">
                <ns2:creationId id="{F42CF4CC-9974-414A-9FA1-DB17C255D122}"/>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0A52FF8B-58FE-47DB-9126-401B61967EB0}"/>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3C3E4C53-EE47-4F5F-A87A-18B4BC4159E8}"/>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2B0CFE0E-EDC5-44CA-98DC-B56ADF7B0AD7}"/>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6D4F5CF0-1D9C-49DA-BA7A-A851476CBE60}"/>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A66C42DA-61CF-4C2C-A0F6-B3F2AE7CDF6F}"/>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4C9A6B77-F902-49A4-B6AC-97056DDBA347}"/>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0DF9486D-4E70-4B42-B77F-9C6198EC0836}"/>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0F26BEAE-A1EC-4291-8E66-2FD32E983974}"/>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AFE955C7-5F3D-4ECA-81FA-3E4E562C46E2}"/>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2CB4C805-B3DB-4F6E-87A0-3C553FDFC1BC}"/>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F08673F6-4091-4638-A621-960E19252B5D}"/>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EEB0D246-0B4A-40A2-A180-7399C0661755}"/>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545F235B-D8A6-41ED-889A-338C07871776}"/>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980A5EA2-F09C-4A64-AD41-5FF4CAB71DBA}"/>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880271328"/>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54744B2-38CB-42B2-B0FB-F01BFCC24AA5}"/>
              </a:ext>
            </a:extLst>
          </p:cNvPr>
          <p:cNvPicPr>
            <a:picLocks noChangeAspect="1"/>
          </p:cNvPicPr>
          <p:nvPr/>
        </p:nvPicPr>
        <p:blipFill>
          <a:blip ns3:embed="Rdc4d98b328484100"/>
          <a:stretch/>
        </p:blipFill>
        <p:spPr>
          <a:xfrm>
            <a:off x="16941800" y="382588"/>
            <a:ext cx="1028700" cy="733425"/>
          </a:xfrm>
          <a:prstGeom prst="rect">
            <a:avLst/>
          </a:prstGeom>
        </p:spPr>
      </p:pic>
      <p:sp>
        <p:nvSpPr>
          <p:cNvPr id="2" name="part_heading">
            <a:extLst>
              <a:ext uri="{FF2B5EF4-FFF2-40B4-BE49-F238E27FC236}">
                <ns2:creationId id="{B30AB8D8-C6ED-4E5C-8453-08E4A2C9FE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F80CE9C2-C8FB-48BC-ACD8-C22BDCD91B4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4C1B303-2D4F-4718-9BB8-F0752F30D06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3A51841-F4D7-4088-960C-39A4BA2FB52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AB970738-E464-4327-88FE-7B362746898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2621DAAD-B88C-4DC4-B958-3F6615BC16E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DAA1E83C-F040-40D8-BEE8-1A9957F654DF}"/>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116556EA-EB77-4831-886E-393DCF2C193F}"/>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AF728DD9-5D49-45F4-A848-ADEF2C905BB0}"/>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35E0F7AD-4360-48E5-AEE6-624CCFC68305}"/>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337E024D-B2CD-4BF3-B04F-25F9EFF935F7}"/>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57CC8AC1-68F3-440B-BC24-91096F9B7592}"/>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7D23EAF0-AA02-4035-96E0-D74D9A5A629B}"/>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B3BE04B5-8CAA-49ED-B5B7-B3E7CB04A2A4}"/>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90DDAAA0-C1FA-4D78-85A6-D8BDAE4724C3}"/>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E7768495-C719-4D5D-B296-444AE99543D5}"/>
              </a:ext>
            </a:extLst>
          </p:cNvPr>
          <p:cNvPicPr>
            <a:picLocks noChangeAspect="1"/>
          </p:cNvPicPr>
          <p:nvPr/>
        </p:nvPicPr>
        <p:blipFill>
          <a:blip ns3:embed="Ra9655b1ecd8143e6"/>
          <a:stretch/>
        </p:blipFill>
        <p:spPr>
          <a:xfrm>
            <a:off x="1895084" y="8096250"/>
            <a:ext cx="14497833" cy="723900"/>
          </a:xfrm>
          <a:prstGeom prst="rect">
            <a:avLst/>
          </a:prstGeom>
        </p:spPr>
      </p:pic>
    </p:spTree>
    <p:extLst>
      <p:ext uri="{BB962C8B-B14F-4D97-AF65-F5344CB8AC3E}">
        <ns4:creationId val="1269771629"/>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11F67BC-1C59-4A39-909F-AF6C22283EC5}"/>
              </a:ext>
            </a:extLst>
          </p:cNvPr>
          <p:cNvPicPr>
            <a:picLocks noChangeAspect="1"/>
          </p:cNvPicPr>
          <p:nvPr/>
        </p:nvPicPr>
        <p:blipFill>
          <a:blip ns3:embed="R39e79172f7114050"/>
          <a:stretch/>
        </p:blipFill>
        <p:spPr>
          <a:xfrm>
            <a:off x="16941800" y="382588"/>
            <a:ext cx="1028700" cy="733425"/>
          </a:xfrm>
          <a:prstGeom prst="rect">
            <a:avLst/>
          </a:prstGeom>
        </p:spPr>
      </p:pic>
      <p:sp>
        <p:nvSpPr>
          <p:cNvPr id="2" name="part_heading">
            <a:extLst>
              <a:ext uri="{FF2B5EF4-FFF2-40B4-BE49-F238E27FC236}">
                <ns2:creationId id="{7DA1BEC6-09F4-4FE8-942B-D70696CB106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E124E97E-E337-48B4-ADCA-14AE91879A86}"/>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2DE7FE83-D7BF-4F95-8085-AC83EFF5908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7B6BEEB6-3325-43DA-AC57-5A59E5731FE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38A1A5A9-7767-41CD-9123-DCAE1556E70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A8DD3102-2363-4EA2-8628-E2CC417602A6}"/>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DC73BCBC-EA94-4A78-877C-C5CDAC7746C8}"/>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BA9F7E38-8F06-46D2-B9C7-5FC77FC1DBEA}"/>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5C746C29-5A10-4810-AD30-FF279A9F85D0}"/>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F6EF0E1A-CC15-44F3-AC5A-0073CDCD7E60}"/>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8109011A-D7CA-40FD-BABD-F4CDB1F0F4D7}"/>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F6A6B33C-550D-4687-ADEC-AD49007298C7}"/>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82E62623-8DF4-47FE-BCA5-1337873FB5C5}"/>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151EBC39-A137-4946-9E5C-11E6329EE587}"/>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5E141609-2728-477D-A6CE-47DB34EFE4E6}"/>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3157F24E-3C39-4EBF-9C9C-3EFF52DC32F0}"/>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DE53A75E-D099-4D07-9CD4-A789399BB237}"/>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F611E34F-3061-4B25-ABAB-6451ACB19670}"/>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632293282"/>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070C2E22-1097-488A-8A59-3828838A3F88}"/>
              </a:ext>
            </a:extLst>
          </p:cNvPr>
          <p:cNvPicPr>
            <a:picLocks noChangeAspect="1"/>
          </p:cNvPicPr>
          <p:nvPr/>
        </p:nvPicPr>
        <p:blipFill>
          <a:blip ns3:embed="Receae15411c3472b"/>
          <a:stretch/>
        </p:blipFill>
        <p:spPr>
          <a:xfrm>
            <a:off x="16941800" y="382588"/>
            <a:ext cx="1028700" cy="733425"/>
          </a:xfrm>
          <a:prstGeom prst="rect">
            <a:avLst/>
          </a:prstGeom>
        </p:spPr>
      </p:pic>
      <p:sp>
        <p:nvSpPr>
          <p:cNvPr id="2" name="part_heading">
            <a:extLst>
              <a:ext uri="{FF2B5EF4-FFF2-40B4-BE49-F238E27FC236}">
                <ns2:creationId id="{5A0FA2E4-0649-4018-96D6-89D44DA1C99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7943314D-F7DA-44A9-9533-473D11226930}"/>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63C3D69A-25DA-4064-8AF2-1233F7BBAC8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9E34CCCF-7673-41F3-ADC9-F34FFCB204C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902C04F4-0E3B-4F02-9E3B-51F93F34C74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181BCCE3-6638-48CD-9429-DDF150855870}"/>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0AB1AAB3-F36C-45CD-A3F3-513A97130137}"/>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A1CF10DA-414D-482E-B3B9-26EA73565014}"/>
              </a:ext>
            </a:extLst>
          </p:cNvPr>
          <p:cNvPicPr>
            <a:picLocks noChangeAspect="1"/>
          </p:cNvPicPr>
          <p:nvPr/>
        </p:nvPicPr>
        <p:blipFill>
          <a:blip ns3:embed="R4e444e4f518c47dc"/>
          <a:stretch/>
        </p:blipFill>
        <p:spPr>
          <a:xfrm>
            <a:off x="1809750" y="6081617"/>
            <a:ext cx="4095750" cy="3076766"/>
          </a:xfrm>
          <a:prstGeom prst="rect">
            <a:avLst/>
          </a:prstGeom>
        </p:spPr>
      </p:pic>
      <p:sp>
        <p:nvSpPr>
          <p:cNvPr id="10" name="recap-card-1">
            <a:extLst>
              <a:ext uri="{FF2B5EF4-FFF2-40B4-BE49-F238E27FC236}">
                <ns2:creationId id="{ED078621-546B-443B-A3A2-DC11D6806A1B}"/>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F6AD8B8D-AF84-402F-B020-61CA7A3F667A}"/>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A3ECFD4D-1061-4460-B7F1-A6B27058FB13}"/>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8513B891-3FCC-4D26-A42E-C3DC89195EAF}"/>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BB161484-0179-427C-B120-12229EB6E7D6}"/>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1F75BE45-50B1-406C-9217-98F0852F6E16}"/>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3BF27854-D7F5-48B0-9889-65092A7C3293}"/>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5D1D8ED8-16A8-4D2B-AC0C-93ADCC6BE39F}"/>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731A81C3-B047-4CEF-BAC3-7065B08316CC}"/>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BCB8E54D-A88A-4FCC-A3B9-AE1358C891BD}"/>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D1123C81-EE7C-4407-9BC9-8FC4947281D5}"/>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5629C60E-CCC3-40E8-B071-3895E2C5D9CC}"/>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78BFF08C-0A06-4C56-B0F8-E8E80F7D1363}"/>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E6BCD151-A396-45BD-9FC4-2C8F2B3B85B5}"/>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6749637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2026-10-19T23:57:35.8680000Z</dcterms:created>
  <dcterms:modified xsi:type="dcterms:W3CDTF">2026-10-19T23:57:35.8680000Z</dcterms:modified>
</coreProperties>
</file>