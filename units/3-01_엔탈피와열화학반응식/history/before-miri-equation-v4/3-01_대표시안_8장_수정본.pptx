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0c0e3e9199472e" /><Relationship Type="http://schemas.openxmlformats.org/officeDocument/2006/relationships/extended-properties" Target="/docProps/app.xml" Id="Rcd601878ebdf4f3e" /><Relationship Type="http://schemas.openxmlformats.org/officeDocument/2006/relationships/officeDocument" Target="/ppt/presentation.xml" Id="R7ba1da8970944a54" /></Relationships>
</file>

<file path=ppt/presentation.xml><?xml version="1.0" encoding="utf-8"?>
<p:presentation xmlns:p="http://schemas.openxmlformats.org/presentationml/2006/main">
  <p:sldMasterIdLst>
    <p:sldMasterId xmlns:r="http://schemas.openxmlformats.org/officeDocument/2006/relationships" id="2147483648" r:id="Re1c8eeea743e49e9"/>
  </p:sldMasterIdLst>
  <p:notesMasterIdLst>
    <p:notesMasterId xmlns:r="http://schemas.openxmlformats.org/officeDocument/2006/relationships" r:id="R90f966e42b6c4d4b"/>
  </p:notesMasterIdLst>
  <p:sldIdLst>
    <p:sldId xmlns:r="http://schemas.openxmlformats.org/officeDocument/2006/relationships" id="256" r:id="R4e949549c9b54e87"/>
    <p:sldId xmlns:r="http://schemas.openxmlformats.org/officeDocument/2006/relationships" id="257" r:id="R6fa28bed534b4477"/>
    <p:sldId xmlns:r="http://schemas.openxmlformats.org/officeDocument/2006/relationships" id="258" r:id="Rbac20135cbb2441f"/>
    <p:sldId xmlns:r="http://schemas.openxmlformats.org/officeDocument/2006/relationships" id="259" r:id="Re14810310fb84da1"/>
    <p:sldId xmlns:r="http://schemas.openxmlformats.org/officeDocument/2006/relationships" id="260" r:id="R7421db73549a4341"/>
    <p:sldId xmlns:r="http://schemas.openxmlformats.org/officeDocument/2006/relationships" id="261" r:id="R114bee4498204340"/>
    <p:sldId xmlns:r="http://schemas.openxmlformats.org/officeDocument/2006/relationships" id="262" r:id="R6743c92899074b5f"/>
    <p:sldId xmlns:r="http://schemas.openxmlformats.org/officeDocument/2006/relationships" id="263" r:id="Rd9d22bc3f020444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fd0d3949b34490" /><Relationship Type="http://schemas.openxmlformats.org/officeDocument/2006/relationships/slideMaster" Target="/ppt/slideMasters/slideMaster1.xml" Id="Re1c8eeea743e49e9" /><Relationship Type="http://schemas.openxmlformats.org/officeDocument/2006/relationships/notesMaster" Target="/ppt/notesMasters/notesMaster1.xml" Id="R90f966e42b6c4d4b" /><Relationship Type="http://schemas.openxmlformats.org/officeDocument/2006/relationships/presProps" Target="/ppt/presProps.xml" Id="R823bae7c3a0a4f3e" /><Relationship Type="http://schemas.openxmlformats.org/officeDocument/2006/relationships/tableStyles" Target="/ppt/tableStyles.xml" Id="R23d00638f7d945bd" /><Relationship Type="http://schemas.openxmlformats.org/officeDocument/2006/relationships/slide" Target="/ppt/slides/slide1.xml" Id="R4e949549c9b54e87" /><Relationship Type="http://schemas.openxmlformats.org/officeDocument/2006/relationships/slide" Target="/ppt/slides/slide2.xml" Id="R6fa28bed534b4477" /><Relationship Type="http://schemas.openxmlformats.org/officeDocument/2006/relationships/slide" Target="/ppt/slides/slide3.xml" Id="Rbac20135cbb2441f" /><Relationship Type="http://schemas.openxmlformats.org/officeDocument/2006/relationships/slide" Target="/ppt/slides/slide4.xml" Id="Re14810310fb84da1" /><Relationship Type="http://schemas.openxmlformats.org/officeDocument/2006/relationships/slide" Target="/ppt/slides/slide5.xml" Id="R7421db73549a4341" /><Relationship Type="http://schemas.openxmlformats.org/officeDocument/2006/relationships/slide" Target="/ppt/slides/slide6.xml" Id="R114bee4498204340" /><Relationship Type="http://schemas.openxmlformats.org/officeDocument/2006/relationships/slide" Target="/ppt/slides/slide7.xml" Id="R6743c92899074b5f" /><Relationship Type="http://schemas.openxmlformats.org/officeDocument/2006/relationships/slide" Target="/ppt/slides/slide8.xml" Id="Rd9d22bc3f02044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0d5058d3d14e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4151b7bec2485d" /><Relationship Type="http://schemas.openxmlformats.org/officeDocument/2006/relationships/notesMaster" Target="/ppt/notesMasters/notesMaster1.xml" Id="R9f9c287fb7634c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ac72f80ee14902" /><Relationship Type="http://schemas.openxmlformats.org/officeDocument/2006/relationships/notesMaster" Target="/ppt/notesMasters/notesMaster1.xml" Id="R0d8df1236aae45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a43f670f0140e5" /><Relationship Type="http://schemas.openxmlformats.org/officeDocument/2006/relationships/notesMaster" Target="/ppt/notesMasters/notesMaster1.xml" Id="R3832aa5dbd0e4d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92f44e48404b78" /><Relationship Type="http://schemas.openxmlformats.org/officeDocument/2006/relationships/notesMaster" Target="/ppt/notesMasters/notesMaster1.xml" Id="Rb6bfd343905749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53316d251f4fe1" /><Relationship Type="http://schemas.openxmlformats.org/officeDocument/2006/relationships/notesMaster" Target="/ppt/notesMasters/notesMaster1.xml" Id="R72c83a089e0949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db97ce783444d9" /><Relationship Type="http://schemas.openxmlformats.org/officeDocument/2006/relationships/notesMaster" Target="/ppt/notesMasters/notesMaster1.xml" Id="R83ef53f578d849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4fc4c40f804f64" /><Relationship Type="http://schemas.openxmlformats.org/officeDocument/2006/relationships/notesMaster" Target="/ppt/notesMasters/notesMaster1.xml" Id="R9272c63787014e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5a5e0747f049ec" /><Relationship Type="http://schemas.openxmlformats.org/officeDocument/2006/relationships/notesMaster" Target="/ppt/notesMasters/notesMaster1.xml" Id="Ra5c1d2e6eea544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7a94efc16146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89fdba178f4a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b8be8a5aa4c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a29cdaa2364e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3c436062ad4a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164772b8a543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3BB037-2E59-48CB-9BF4-720D11E6F20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C8866-4945-494C-AD5D-9433EE59092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87B5EE-6C36-445B-898F-D8E630B429F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0D7A93-0786-4C32-9A46-AF93FC49B83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9D3550-C421-4929-B7F3-9D72BD068DF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0CCC5C-0A6E-4186-A541-B51ACD12424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3189A2-A9BF-4F21-BA10-889E82A3EE1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0927B1-23ED-4130-83FB-A4D6953B1BD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A2C580-4577-4076-8277-65B17FC13E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E60199-2CAB-440B-B57D-39651DA9CEF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1402c0fecc4f34" /><Relationship Type="http://schemas.openxmlformats.org/officeDocument/2006/relationships/slideLayout" Target="/ppt/slideLayouts/slideLayout1.xml" Id="Re0365103ba8a41f8" /><Relationship Type="http://schemas.openxmlformats.org/officeDocument/2006/relationships/slideLayout" Target="/ppt/slideLayouts/slideLayout2.xml" Id="Rcf76fc819e1242d8" /><Relationship Type="http://schemas.openxmlformats.org/officeDocument/2006/relationships/slideLayout" Target="/ppt/slideLayouts/slideLayout3.xml" Id="R0dd25a7ac9d04fca" /><Relationship Type="http://schemas.openxmlformats.org/officeDocument/2006/relationships/slideLayout" Target="/ppt/slideLayouts/slideLayout4.xml" Id="Rc78cfccee9304f4a" /><Relationship Type="http://schemas.openxmlformats.org/officeDocument/2006/relationships/slideLayout" Target="/ppt/slideLayouts/slideLayout5.xml" Id="Rfc499381717648b1" /><Relationship Type="http://schemas.openxmlformats.org/officeDocument/2006/relationships/slideLayout" Target="/ppt/slideLayouts/slideLayout6.xml" Id="R7c6d6c14049d40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365103ba8a41f8"/>
    <p:sldLayoutId xmlns:r="http://schemas.openxmlformats.org/officeDocument/2006/relationships" id="2147483650" r:id="Rcf76fc819e1242d8"/>
    <p:sldLayoutId xmlns:r="http://schemas.openxmlformats.org/officeDocument/2006/relationships" id="2147483651" r:id="R0dd25a7ac9d04fca"/>
    <p:sldLayoutId xmlns:r="http://schemas.openxmlformats.org/officeDocument/2006/relationships" id="2147483652" r:id="Rc78cfccee9304f4a"/>
    <p:sldLayoutId xmlns:r="http://schemas.openxmlformats.org/officeDocument/2006/relationships" id="2147483653" r:id="Rfc499381717648b1"/>
    <p:sldLayoutId xmlns:r="http://schemas.openxmlformats.org/officeDocument/2006/relationships" id="2147483654" r:id="R7c6d6c14049d40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3d06925d274f8d" /><Relationship Type="http://schemas.openxmlformats.org/officeDocument/2006/relationships/image" Target="/ppt/media/image.png" Id="Rc3b645b511914d81" /><Relationship Type="http://schemas.openxmlformats.org/officeDocument/2006/relationships/image" Target="/ppt/media/image2.png" Id="R02d145dacdf84d4d" /><Relationship Type="http://schemas.openxmlformats.org/officeDocument/2006/relationships/image" Target="/ppt/media/image3.png" Id="R60bfd0f643844150" /><Relationship Type="http://schemas.openxmlformats.org/officeDocument/2006/relationships/image" Target="/ppt/media/image4.png" Id="R25ea668cf73b482c" /><Relationship Type="http://schemas.openxmlformats.org/officeDocument/2006/relationships/notesSlide" Target="/ppt/notesSlides/notesSlide1.xml" Id="R18b4c335559d4d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86ed5eb7554504" /><Relationship Type="http://schemas.openxmlformats.org/officeDocument/2006/relationships/image" Target="/ppt/media/image5.png" Id="R86f9b174091c4087" /><Relationship Type="http://schemas.openxmlformats.org/officeDocument/2006/relationships/image" Target="/ppt/media/image6.png" Id="Ra28344b6caf24478" /><Relationship Type="http://schemas.openxmlformats.org/officeDocument/2006/relationships/image" Target="/ppt/media/image7.png" Id="Rd7d78a8deb114bf5" /><Relationship Type="http://schemas.openxmlformats.org/officeDocument/2006/relationships/image" Target="/ppt/media/image8.png" Id="Rbc9400e2426a4ca9" /><Relationship Type="http://schemas.openxmlformats.org/officeDocument/2006/relationships/image" Target="/ppt/media/image9.png" Id="Rb5743e8f4e504437" /><Relationship Type="http://schemas.openxmlformats.org/officeDocument/2006/relationships/image" Target="/ppt/media/image10.png" Id="R82998174b3e749f3" /><Relationship Type="http://schemas.openxmlformats.org/officeDocument/2006/relationships/image" Target="/ppt/media/image11.png" Id="R3ec56b5c5a564c43" /><Relationship Type="http://schemas.openxmlformats.org/officeDocument/2006/relationships/image" Target="/ppt/media/image12.png" Id="Rfbf0fd35f04a4e70" /><Relationship Type="http://schemas.openxmlformats.org/officeDocument/2006/relationships/image" Target="/ppt/media/image13.png" Id="Rdf3768bb9ee14229" /><Relationship Type="http://schemas.openxmlformats.org/officeDocument/2006/relationships/notesSlide" Target="/ppt/notesSlides/notesSlide2.xml" Id="R1593b5ae1d494b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74be4124354d6c" /><Relationship Type="http://schemas.openxmlformats.org/officeDocument/2006/relationships/image" Target="/ppt/media/image14.png" Id="R70e6c9c0109e4b6b" /><Relationship Type="http://schemas.openxmlformats.org/officeDocument/2006/relationships/image" Target="/ppt/media/image15.png" Id="R649e6af0bac44e49" /><Relationship Type="http://schemas.openxmlformats.org/officeDocument/2006/relationships/image" Target="/ppt/media/image16.png" Id="R6a63f1ec90694730" /><Relationship Type="http://schemas.openxmlformats.org/officeDocument/2006/relationships/notesSlide" Target="/ppt/notesSlides/notesSlide3.xml" Id="Rf9546e7683884d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326778678542ca" /><Relationship Type="http://schemas.openxmlformats.org/officeDocument/2006/relationships/image" Target="/ppt/media/image17.png" Id="Rbf31fdfce8424c39" /><Relationship Type="http://schemas.openxmlformats.org/officeDocument/2006/relationships/image" Target="/ppt/media/image18.png" Id="R39979f103fe14c6c" /><Relationship Type="http://schemas.openxmlformats.org/officeDocument/2006/relationships/notesSlide" Target="/ppt/notesSlides/notesSlide4.xml" Id="R2c6a4294a0f543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11016e7c844b31" /><Relationship Type="http://schemas.openxmlformats.org/officeDocument/2006/relationships/image" Target="/ppt/media/image19.png" Id="Ra8a5fefaeb3c4ef7" /><Relationship Type="http://schemas.openxmlformats.org/officeDocument/2006/relationships/image" Target="/ppt/media/image20.png" Id="R2f5359ad244d49a7" /><Relationship Type="http://schemas.openxmlformats.org/officeDocument/2006/relationships/notesSlide" Target="/ppt/notesSlides/notesSlide5.xml" Id="Rffd9aa0bace042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bb0163bfed4c3e" /><Relationship Type="http://schemas.openxmlformats.org/officeDocument/2006/relationships/image" Target="/ppt/media/image21.png" Id="Rf692334981294541" /><Relationship Type="http://schemas.openxmlformats.org/officeDocument/2006/relationships/image" Target="/ppt/media/image22.png" Id="R286fbd4c332f4378" /><Relationship Type="http://schemas.openxmlformats.org/officeDocument/2006/relationships/image" Target="/ppt/media/image23.png" Id="Rc18a0b6422234edd" /><Relationship Type="http://schemas.openxmlformats.org/officeDocument/2006/relationships/notesSlide" Target="/ppt/notesSlides/notesSlide6.xml" Id="Rfd8e2b55b21041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404827acb7410f" /><Relationship Type="http://schemas.openxmlformats.org/officeDocument/2006/relationships/image" Target="/ppt/media/image24.png" Id="R7706a88136874295" /><Relationship Type="http://schemas.openxmlformats.org/officeDocument/2006/relationships/image" Target="/ppt/media/image25.png" Id="R53cfbbeb24904196" /><Relationship Type="http://schemas.openxmlformats.org/officeDocument/2006/relationships/notesSlide" Target="/ppt/notesSlides/notesSlide7.xml" Id="R4bba8766cbc94d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093bea459c4832" /><Relationship Type="http://schemas.openxmlformats.org/officeDocument/2006/relationships/image" Target="/ppt/media/image26.png" Id="Rcea697ba30cf4d01" /><Relationship Type="http://schemas.openxmlformats.org/officeDocument/2006/relationships/image" Target="/ppt/media/image27.png" Id="R6142d77b311f4ca1" /><Relationship Type="http://schemas.openxmlformats.org/officeDocument/2006/relationships/notesSlide" Target="/ppt/notesSlides/notesSlide8.xml" Id="R55b84524ba3d4faf"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B5F123B2-2492-4633-B01E-9CB42643786E}"/>
              </ns1:ext>
            </ns1:extLst>
          </ns0:cNvPr>
          <ns0:cNvPicPr>
            <ns1:picLocks noChangeAspect="1"/>
          </ns0:cNvPicPr>
          <ns0:nvPr/>
        </ns0:nvPicPr>
        <ns0:blipFill>
          <ns1:blip ns3:embed="Rc3b645b511914d81"/>
          <ns1:stretch/>
        </ns0:blipFill>
        <ns0:spPr>
          <ns1:xfrm>
            <ns1:off x="4859" y="0"/>
            <ns1:ext cx="18278283" cy="10287000"/>
          </ns1:xfrm>
          <ns1:prstGeom prst="rect">
            <ns1:avLst/>
          </ns1:prstGeom>
        </ns0:spPr>
      </ns0:pic>
      <ns0:sp>
        <ns0:nvSpPr>
          <ns0:cNvPr id="2" name="reference_green_fade">
            <ns1:extLst>
              <ns1:ext uri="{FF2B5EF4-FFF2-40B4-BE49-F238E27FC236}">
                <ns2:creationId id="{9A3C32D1-7588-472A-8B01-2A1FDCD4F573}"/>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7CE2BE27-C55C-4753-9476-9075B6A081AE}"/>
              </ns1:ext>
            </ns1:extLst>
          </ns0:cNvPr>
          <ns0:cNvPicPr>
            <ns1:picLocks noChangeAspect="1"/>
          </ns0:cNvPicPr>
          <ns0:nvPr/>
        </ns0:nvPicPr>
        <ns0:blipFill>
          <ns1:blip ns3:embed="R02d145dacdf84d4d"/>
          <ns1:stretch/>
        </ns0:blipFill>
        <ns0:spPr>
          <ns1:xfrm>
            <ns1:off x="16941800" y="382588"/>
            <ns1:ext cx="1028700" cy="733425"/>
          </ns1:xfrm>
          <ns1:prstGeom prst="rect">
            <ns1:avLst/>
          </ns1:prstGeom>
        </ns0:spPr>
      </ns0:pic>
      <ns0:sp>
        <ns0:nvSpPr>
          <ns0:cNvPr id="4" name="copyright">
            <ns1:extLst>
              <ns1:ext uri="{FF2B5EF4-FFF2-40B4-BE49-F238E27FC236}">
                <ns2:creationId id="{C66C13A4-AB8A-4D78-9FCE-FF2E8E1326B9}"/>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9A33EC37-2270-4602-A575-412CB9A6464F}"/>
              </ns1:ext>
            </ns1:extLst>
          </ns0:cNvPr>
          <ns0:cNvPicPr>
            <ns1:picLocks noChangeAspect="1"/>
          </ns0:cNvPicPr>
          <ns0:nvPr/>
        </ns0:nvPicPr>
        <ns0:blipFill>
          <ns1:blip ns3:embed="R60bfd0f643844150"/>
          <ns1:stretch/>
        </ns0:blipFill>
        <ns0:spPr>
          <ns1:xfrm>
            <ns1:off x="1320800" y="5207000"/>
            <ns1:ext cx="1447800" cy="609600"/>
          </ns1:xfrm>
          <ns1:prstGeom prst="rect">
            <ns1:avLst/>
          </ns1:prstGeom>
        </ns0:spPr>
      </ns0:pic>
      <ns0:pic>
        <ns0:nvPicPr>
          <ns0:cNvPr id="6" name="">
            <ns1:extLst>
              <ns1:ext uri="{FF2B5EF4-FFF2-40B4-BE49-F238E27FC236}">
                <ns2:creationId id="{345D98DA-3785-418E-BA06-1DC30F0D54D8}"/>
              </ns1:ext>
            </ns1:extLst>
          </ns0:cNvPr>
          <ns0:cNvPicPr>
            <ns1:picLocks noChangeAspect="1"/>
          </ns0:cNvPicPr>
          <ns0:nvPr/>
        </ns0:nvPicPr>
        <ns0:blipFill>
          <ns1:blip ns3:embed="R25ea668cf73b482c"/>
          <ns1:stretch/>
        </ns0:blipFill>
        <ns0:spPr>
          <ns1:xfrm>
            <ns1:off x="15252700" y="410251"/>
            <ns1:ext cx="1473200" cy="627298"/>
          </ns1:xfrm>
          <ns1:prstGeom prst="rect">
            <ns1:avLst/>
          </ns1:prstGeom>
        </ns0:spPr>
      </ns0:pic>
      <ns0:sp>
        <ns0:nvSpPr>
          <ns0:cNvPr id="7" name="title-line0">
            <ns1:extLst>
              <ns1:ext uri="{FF2B5EF4-FFF2-40B4-BE49-F238E27FC236}">
                <ns2:creationId id="{3F87A6D8-2407-4F84-B0E4-BAA6306A3619}"/>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A9E8F909-06F0-4C8D-8F30-64CAA79E3DED}"/>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BE679D6F-82C8-4763-B580-FAC62AF867A2}"/>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1776907437"/>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D93DA267-CF20-4E8C-9C2C-CF6A53239D4B}"/>
              </ns1:ext>
            </ns1:extLst>
          </ns0:cNvPr>
          <ns0:cNvPicPr>
            <ns1:picLocks noChangeAspect="1"/>
          </ns0:cNvPicPr>
          <ns0:nvPr/>
        </ns0:nvPicPr>
        <ns0:blipFill>
          <ns1:blip ns3:embed="R86f9b174091c4087"/>
          <ns1:stretch/>
        </ns0:blipFill>
        <ns0:spPr>
          <ns1:xfrm>
            <ns1:off x="1981200" y="4205950"/>
            <ns1:ext cx="13017500" cy="3792800"/>
          </ns1:xfrm>
          <ns1:prstGeom prst="rect">
            <ns1:avLst/>
          </ns1:prstGeom>
        </ns0:spPr>
      </ns0:pic>
      <ns0:pic>
        <ns0:nvPicPr>
          <ns0:cNvPr id="2" name="">
            <ns1:extLst>
              <ns1:ext uri="{FF2B5EF4-FFF2-40B4-BE49-F238E27FC236}">
                <ns2:creationId id="{728AADD8-CA66-4FCB-831F-B08DDDEA948E}"/>
              </ns1:ext>
            </ns1:extLst>
          </ns0:cNvPr>
          <ns0:cNvPicPr>
            <ns1:picLocks noChangeAspect="1"/>
          </ns0:cNvPicPr>
          <ns0:nvPr/>
        </ns0:nvPicPr>
        <ns0:blipFill>
          <ns1:blip ns3:embed="Ra28344b6caf24478"/>
          <ns1:stretch/>
        </ns0:blipFill>
        <ns0:spPr>
          <ns1:xfrm>
            <ns1:off x="4321175" y="4800600"/>
            <ns1:ext cx="2419350" cy="1981200"/>
          </ns1:xfrm>
          <ns1:prstGeom prst="rect">
            <ns1:avLst/>
          </ns1:prstGeom>
        </ns0:spPr>
      </ns0:pic>
      <ns0:pic>
        <ns0:nvPicPr>
          <ns0:cNvPr id="3" name="">
            <ns1:extLst>
              <ns1:ext uri="{FF2B5EF4-FFF2-40B4-BE49-F238E27FC236}">
                <ns2:creationId id="{DD8779BA-30DD-42B7-A7F8-6850BDD2E380}"/>
              </ns1:ext>
            </ns1:extLst>
          </ns0:cNvPr>
          <ns0:cNvPicPr>
            <ns1:picLocks noChangeAspect="1"/>
          </ns0:cNvPicPr>
          <ns0:nvPr/>
        </ns0:nvPicPr>
        <ns0:blipFill>
          <ns1:blip ns3:embed="Rd7d78a8deb114bf5"/>
          <ns1:stretch/>
        </ns0:blipFill>
        <ns0:spPr>
          <ns1:xfrm>
            <ns1:off x="8004175" y="4800600"/>
            <ns1:ext cx="2419350" cy="1981200"/>
          </ns1:xfrm>
          <ns1:prstGeom prst="rect">
            <ns1:avLst/>
          </ns1:prstGeom>
        </ns0:spPr>
      </ns0:pic>
      <ns0:pic>
        <ns0:nvPicPr>
          <ns0:cNvPr id="4" name="">
            <ns1:extLst>
              <ns1:ext uri="{FF2B5EF4-FFF2-40B4-BE49-F238E27FC236}">
                <ns2:creationId id="{764D1111-1CD3-4F89-B03F-E028E82449AA}"/>
              </ns1:ext>
            </ns1:extLst>
          </ns0:cNvPr>
          <ns0:cNvPicPr>
            <ns1:picLocks noChangeAspect="1"/>
          </ns0:cNvPicPr>
          <ns0:nvPr/>
        </ns0:nvPicPr>
        <ns0:blipFill>
          <ns1:blip ns3:embed="Rbc9400e2426a4ca9"/>
          <ns1:stretch/>
        </ns0:blipFill>
        <ns0:spPr>
          <ns1:xfrm>
            <ns1:off x="11696700" y="4788250"/>
            <ns1:ext cx="2425700" cy="2158300"/>
          </ns1:xfrm>
          <ns1:prstGeom prst="rect">
            <ns1:avLst/>
          </ns1:prstGeom>
        </ns0:spPr>
      </ns0:pic>
      <ns0:pic>
        <ns0:nvPicPr>
          <ns0:cNvPr id="5" name="">
            <ns1:extLst>
              <ns1:ext uri="{FF2B5EF4-FFF2-40B4-BE49-F238E27FC236}">
                <ns2:creationId id="{E0B43E1C-F954-493B-A527-DB85C7B49BEB}"/>
              </ns1:ext>
            </ns1:extLst>
          </ns0:cNvPr>
          <ns0:cNvPicPr>
            <ns1:picLocks noChangeAspect="1"/>
          </ns0:cNvPicPr>
          <ns0:nvPr/>
        </ns0:nvPicPr>
        <ns0:blipFill>
          <ns1:blip ns3:embed="Rb5743e8f4e504437"/>
          <ns1:stretch/>
        </ns0:blipFill>
        <ns0:spPr>
          <ns1:xfrm>
            <ns1:off x="14834480" y="4203700"/>
            <ns1:ext cx="353840" cy="1587500"/>
          </ns1:xfrm>
          <ns1:prstGeom prst="rect">
            <ns1:avLst/>
          </ns1:prstGeom>
        </ns0:spPr>
      </ns0:pic>
      <ns0:pic>
        <ns0:nvPicPr>
          <ns0:cNvPr id="6" name="">
            <ns1:extLst>
              <ns1:ext uri="{FF2B5EF4-FFF2-40B4-BE49-F238E27FC236}">
                <ns2:creationId id="{9636D4DB-7703-486E-BD6B-5290C28BD92E}"/>
              </ns1:ext>
            </ns1:extLst>
          </ns0:cNvPr>
          <ns0:cNvPicPr>
            <ns1:picLocks noChangeAspect="1"/>
          </ns0:cNvPicPr>
          <ns0:nvPr/>
        </ns0:nvPicPr>
        <ns0:blipFill>
          <ns1:blip ns3:embed="R82998174b3e749f3"/>
          <ns1:stretch/>
        </ns0:blipFill>
        <ns0:spPr>
          <ns1:xfrm>
            <ns1:off x="14644856" y="4330700"/>
            <ns1:ext cx="402887" cy="901700"/>
          </ns1:xfrm>
          <ns1:prstGeom prst="rect">
            <ns1:avLst/>
          </ns1:prstGeom>
        </ns0:spPr>
      </ns0:pic>
      <ns0:pic>
        <ns0:nvPicPr>
          <ns0:cNvPr id="7" name="">
            <ns1:extLst>
              <ns1:ext uri="{FF2B5EF4-FFF2-40B4-BE49-F238E27FC236}">
                <ns2:creationId id="{3FB6540E-8B0D-41BB-8287-3B6C10811B97}"/>
              </ns1:ext>
            </ns1:extLst>
          </ns0:cNvPr>
          <ns0:cNvPicPr>
            <ns1:picLocks noChangeAspect="1"/>
          </ns0:cNvPicPr>
          <ns0:nvPr/>
        </ns0:nvPicPr>
        <ns0:blipFill>
          <ns1:blip ns3:embed="R3ec56b5c5a564c43"/>
          <ns1:stretch/>
        </ns0:blipFill>
        <ns0:spPr>
          <ns1:xfrm>
            <ns1:off x="14644856" y="7099300"/>
            <ns1:ext cx="402887" cy="901700"/>
          </ns1:xfrm>
          <ns1:prstGeom prst="rect">
            <ns1:avLst/>
          </ns1:prstGeom>
        </ns0:spPr>
      </ns0:pic>
      <ns0:pic>
        <ns0:nvPicPr>
          <ns0:cNvPr id="8" name="">
            <ns1:extLst>
              <ns1:ext uri="{FF2B5EF4-FFF2-40B4-BE49-F238E27FC236}">
                <ns2:creationId id="{85A3D12E-6303-4A3A-84CC-FAEB8CEA796C}"/>
              </ns1:ext>
            </ns1:extLst>
          </ns0:cNvPr>
          <ns0:cNvPicPr>
            <ns1:picLocks noChangeAspect="1"/>
          </ns0:cNvPicPr>
          <ns0:nvPr/>
        </ns0:nvPicPr>
        <ns0:blipFill>
          <ns1:blip ns3:embed="Rfbf0fd35f04a4e70"/>
          <ns1:stretch/>
        </ns0:blipFill>
        <ns0:spPr>
          <ns1:xfrm>
            <ns1:off x="14784556" y="6667500"/>
            <ns1:ext cx="402887" cy="901700"/>
          </ns1:xfrm>
          <ns1:prstGeom prst="rect">
            <ns1:avLst/>
          </ns1:prstGeom>
        </ns0:spPr>
      </ns0:pic>
      <ns0:pic>
        <ns0:nvPicPr>
          <ns0:cNvPr id="9" name="">
            <ns1:extLst>
              <ns1:ext uri="{FF2B5EF4-FFF2-40B4-BE49-F238E27FC236}">
                <ns2:creationId id="{613B5676-DCCA-4CF9-9E18-15F18B2407F4}"/>
              </ns1:ext>
            </ns1:extLst>
          </ns0:cNvPr>
          <ns0:cNvPicPr>
            <ns1:picLocks noChangeAspect="1"/>
          </ns0:cNvPicPr>
          <ns0:nvPr/>
        </ns0:nvPicPr>
        <ns0:blipFill>
          <ns1:blip ns3:embed="Rdf3768bb9ee14229"/>
          <ns1:stretch/>
        </ns0:blipFill>
        <ns0:spPr>
          <ns1:xfrm>
            <ns1:off x="16941800" y="382588"/>
            <ns1:ext cx="1028700" cy="733425"/>
          </ns1:xfrm>
          <ns1:prstGeom prst="rect">
            <ns1:avLst/>
          </ns1:prstGeom>
        </ns0:spPr>
      </ns0:pic>
      <ns0:sp>
        <ns0:nvSpPr>
          <ns0:cNvPr id="10" name="copyright">
            <ns1:extLst>
              <ns1:ext uri="{FF2B5EF4-FFF2-40B4-BE49-F238E27FC236}">
                <ns2:creationId id="{E1D99DEB-B6BE-4529-BFC6-95DAA255AE05}"/>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65C3CE35-CFF2-4B91-836E-9E9810FBB632}"/>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C9DE27BD-A161-4BF7-A800-877AEDC67C2C}"/>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4A5FD535-2A96-4E68-BFD9-97BB142C6BDB}"/>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69768AA6-478F-45FD-B7D4-82441230BAF5}"/>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8B15BC10-5F5A-4039-B3C6-478E3FACDBAF}"/>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30894DE7-5958-448C-AC01-C0198A4DA81A}"/>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9CBA3A27-FD6D-4EBF-8234-C4CF9BE44B17}"/>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F086B662-E1A5-4EC9-B540-544C0F095BBB}"/>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00888CEB-EE3B-4F1E-9A42-CE628833FF74}"/>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91B7CB93-3713-4CD9-AB7E-8130362DCAEA}"/>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894552335"/>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44045817-65B4-4F50-A9D6-40033E8ADF0A}"/>
              </ns1:ext>
            </ns1:extLst>
          </ns0:cNvPr>
          <ns0:cNvPicPr>
            <ns1:picLocks noChangeAspect="1"/>
          </ns0:cNvPicPr>
          <ns0:nvPr/>
        </ns0:nvPicPr>
        <ns0:blipFill>
          <ns1:blip ns3:embed="R70e6c9c0109e4b6b"/>
          <ns1:stretch/>
        </ns0:blipFill>
        <ns0:spPr>
          <ns1:xfrm>
            <ns1:off x="1482979" y="4038600"/>
            <ns1:ext cx="15322041" cy="3683000"/>
          </ns1:xfrm>
          <ns1:prstGeom prst="rect">
            <ns1:avLst/>
          </ns1:prstGeom>
        </ns0:spPr>
      </ns0:pic>
      <ns0:pic>
        <ns0:nvPicPr>
          <ns0:cNvPr id="2" name="">
            <ns1:extLst>
              <ns1:ext uri="{FF2B5EF4-FFF2-40B4-BE49-F238E27FC236}">
                <ns2:creationId id="{F810B45F-162B-421F-A77A-F64D75792F10}"/>
              </ns1:ext>
            </ns1:extLst>
          </ns0:cNvPr>
          <ns0:cNvPicPr>
            <ns1:picLocks noChangeAspect="1"/>
          </ns0:cNvPicPr>
          <ns0:nvPr/>
        </ns0:nvPicPr>
        <ns0:blipFill>
          <ns1:blip ns3:embed="R649e6af0bac44e49"/>
          <ns1:stretch/>
        </ns0:blipFill>
        <ns0:spPr>
          <ns1:xfrm>
            <ns1:off x="15914688" y="5372100"/>
            <ns1:ext cx="2066925" cy="4381500"/>
          </ns1:xfrm>
          <ns1:prstGeom prst="rect">
            <ns1:avLst/>
          </ns1:prstGeom>
        </ns0:spPr>
      </ns0:pic>
      <ns0:pic>
        <ns0:nvPicPr>
          <ns0:cNvPr id="3" name="">
            <ns1:extLst>
              <ns1:ext uri="{FF2B5EF4-FFF2-40B4-BE49-F238E27FC236}">
                <ns2:creationId id="{F7821BB1-D98A-4B0D-AE4F-275BF6760D7A}"/>
              </ns1:ext>
            </ns1:extLst>
          </ns0:cNvPr>
          <ns0:cNvPicPr>
            <ns1:picLocks noChangeAspect="1"/>
          </ns0:cNvPicPr>
          <ns0:nvPr/>
        </ns0:nvPicPr>
        <ns0:blipFill>
          <ns1:blip ns3:embed="R6a63f1ec90694730"/>
          <ns1:stretch/>
        </ns0:blipFill>
        <ns0:spPr>
          <ns1:xfrm>
            <ns1:off x="16941800" y="382588"/>
            <ns1:ext cx="1028700" cy="733425"/>
          </ns1:xfrm>
          <ns1:prstGeom prst="rect">
            <ns1:avLst/>
          </ns1:prstGeom>
        </ns0:spPr>
      </ns0:pic>
      <ns0:sp>
        <ns0:nvSpPr>
          <ns0:cNvPr id="4" name="copyright">
            <ns1:extLst>
              <ns1:ext uri="{FF2B5EF4-FFF2-40B4-BE49-F238E27FC236}">
                <ns2:creationId id="{1FE6ABC3-DEC3-4BA3-A691-A8D870EC0AAA}"/>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C2EAF1DE-2559-43AA-A9C3-B5DCA8FA9734}"/>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3C5622A8-9770-4D74-8735-0E1FB9942B1F}"/>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75ED3910-0F0A-49EF-A1E7-C3A472D790C7}"/>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262D140F-9335-4F56-9EA1-E3F5EB3DF216}"/>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55F2638F-2EB7-4E8A-8663-5B89EDE2D9FB}"/>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4ED80475-068C-497F-8E07-2A4FB3198390}"/>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81987FBA-9A45-4A3B-9FB0-EBE44E9C026D}"/>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D377AA11-7571-44B0-8683-2170DF0DB86C}"/>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2F6FA332-3958-41DE-AD50-BA2E1A26DECE}"/>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6D5A8C14-3594-4454-8FFA-E77209ACB0C0}"/>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1449745940"/>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101A5F93-0EED-4CB0-9736-355929C91BAB}"/>
              </ns1:ext>
            </ns1:extLst>
          </ns0:cNvPr>
          <ns0:cNvPicPr>
            <ns1:picLocks noChangeAspect="1"/>
          </ns0:cNvPicPr>
          <ns0:nvPr/>
        </ns0:nvPicPr>
        <ns0:blipFill>
          <ns1:blip ns3:embed="Rbf31fdfce8424c39"/>
          <ns1:stretch/>
        </ns0:blipFill>
        <ns0:spPr>
          <ns1:xfrm>
            <ns1:off x="16941800" y="382588"/>
            <ns1:ext cx="1028700" cy="733425"/>
          </ns1:xfrm>
          <ns1:prstGeom prst="rect">
            <ns1:avLst/>
          </ns1:prstGeom>
        </ns0:spPr>
      </ns0:pic>
      <ns0:sp>
        <ns0:nvSpPr>
          <ns0:cNvPr id="2" name="copyright">
            <ns1:extLst>
              <ns1:ext uri="{FF2B5EF4-FFF2-40B4-BE49-F238E27FC236}">
                <ns2:creationId id="{E8D522CD-D496-48F0-AA04-DAFB42BE2FDA}"/>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A5B2BB3E-1865-4218-BE41-CEB2E7D5983B}"/>
              </ns1:ext>
            </ns1:extLst>
          </ns0:cNvPr>
          <ns0:cNvSpPr>
            <ns1:spLocks noGrp="1"/>
          </ns0:cNvSpPr>
          <ns0:nvPr/>
        </ns0:nvSpPr>
        <ns0:spPr>
          <ns1:xfrm>
            <ns1:off x="685800" y="721519"/>
            <ns1:ext cx="14287500" cy="438150"/>
          </ns1:xfrm>
          <ns1:prstGeom prst="rect">
            <ns1:avLst/>
          </ns1:prstGeom>
          <ns1:noFill/>
          <ns1:ln w="0">
            <ns1:noFill/>
          </ns1:ln>
        </ns0:spPr>
        <ns0:txBody>
          <ns1:bodyPr wrap="none" lIns="0" tIns="0" rIns="0" bIns="0" anchor="t">
            <ns1:noAutofit/>
          </ns1:bodyPr>
          <ns1:lstStyle>
            <ns1:defPPr algn="l">
              <ns1:defRPr sz="2250" b="1">
                <ns1:solidFill>
                  <ns1:srgbClr val="909090"/>
                </ns1:solidFill>
                <ns1:latin typeface="Pretendard"/>
                <ns1:ea typeface="Pretendard"/>
                <ns1:cs typeface="Pretendard"/>
              </ns1:defRPr>
            </ns1:defPPr>
            <ns1:lvl1pPr algn="l">
              <ns1:defRPr sz="2250" b="1">
                <ns1:solidFill>
                  <ns1:srgbClr val="909090"/>
                </ns1:solidFill>
                <ns1:latin typeface="Pretendard"/>
                <ns1:ea typeface="Pretendard"/>
                <ns1:cs typeface="Pretendard"/>
              </ns1:defRPr>
            </ns1:lvl1pPr>
            <ns1:lvl2pPr algn="l">
              <ns1:defRPr sz="2250" b="1">
                <ns1:solidFill>
                  <ns1:srgbClr val="909090"/>
                </ns1:solidFill>
                <ns1:latin typeface="Pretendard"/>
                <ns1:ea typeface="Pretendard"/>
                <ns1:cs typeface="Pretendard"/>
              </ns1:defRPr>
            </ns1:lvl2pPr>
            <ns1:lvl3pPr algn="l">
              <ns1:defRPr sz="2250" b="1">
                <ns1:solidFill>
                  <ns1:srgbClr val="909090"/>
                </ns1:solidFill>
                <ns1:latin typeface="Pretendard"/>
                <ns1:ea typeface="Pretendard"/>
                <ns1:cs typeface="Pretendard"/>
              </ns1:defRPr>
            </ns1:lvl3pPr>
            <ns1:lvl4pPr algn="l">
              <ns1:defRPr sz="2250" b="1">
                <ns1:solidFill>
                  <ns1:srgbClr val="909090"/>
                </ns1:solidFill>
                <ns1:latin typeface="Pretendard"/>
                <ns1:ea typeface="Pretendard"/>
                <ns1:cs typeface="Pretendard"/>
              </ns1:defRPr>
            </ns1:lvl4pPr>
            <ns1:lvl5pPr algn="l">
              <ns1:defRPr sz="2250" b="1">
                <ns1:solidFill>
                  <ns1:srgbClr val="909090"/>
                </ns1:solidFill>
                <ns1:latin typeface="Pretendard"/>
                <ns1:ea typeface="Pretendard"/>
                <ns1:cs typeface="Pretendard"/>
              </ns1:defRPr>
            </ns1:lvl5pPr>
            <ns1:lvl6pPr algn="l">
              <ns1:defRPr sz="2250" b="1">
                <ns1:solidFill>
                  <ns1:srgbClr val="909090"/>
                </ns1:solidFill>
                <ns1:latin typeface="Pretendard"/>
                <ns1:ea typeface="Pretendard"/>
                <ns1:cs typeface="Pretendard"/>
              </ns1:defRPr>
            </ns1:lvl6pPr>
            <ns1:lvl7pPr algn="l">
              <ns1:defRPr sz="2250" b="1">
                <ns1:solidFill>
                  <ns1:srgbClr val="909090"/>
                </ns1:solidFill>
                <ns1:latin typeface="Pretendard"/>
                <ns1:ea typeface="Pretendard"/>
                <ns1:cs typeface="Pretendard"/>
              </ns1:defRPr>
            </ns1:lvl7pPr>
            <ns1:lvl8pPr algn="l">
              <ns1:defRPr sz="2250" b="1">
                <ns1:solidFill>
                  <ns1:srgbClr val="909090"/>
                </ns1:solidFill>
                <ns1:latin typeface="Pretendard"/>
                <ns1:ea typeface="Pretendard"/>
                <ns1:cs typeface="Pretendard"/>
              </ns1:defRPr>
            </ns1:lvl8pPr>
            <ns1:lvl9pPr algn="l">
              <ns1:defRPr sz="2250" b="1">
                <ns1:solidFill>
                  <ns1:srgbClr val="909090"/>
                </ns1:solidFill>
                <ns1:latin typeface="Pretendard"/>
                <ns1:ea typeface="Pretendard"/>
                <ns1:cs typeface="Pretendard"/>
              </ns1:defRPr>
            </ns1:lvl9pPr>
          </ns1:lstStyle>
          <ns1:p>
            <ns1:pPr algn="l">
              <ns1:defRPr sz="2250" b="1">
                <ns1:solidFill>
                  <ns1:srgbClr val="909090"/>
                </ns1:solidFill>
                <ns1:latin typeface="Pretendard"/>
                <ns1:ea typeface="Pretendard"/>
                <ns1:cs typeface="Pretendard"/>
              </ns1:defRPr>
            </ns1:pPr>
            <ns1:r>
              <ns1:rPr sz="22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5B715E96-734B-4CCD-BFFC-2C7D307E2666}"/>
              </ns1:ext>
            </ns1:extLst>
          </ns0:cNvPr>
          <ns0:cNvSpPr>
            <ns1:spLocks noGrp="1"/>
          </ns0:cNvSpPr>
          <ns0:nvPr/>
        </ns0:nvSpPr>
        <ns0:spPr>
          <ns1:xfrm>
            <ns1:off x="685800" y="1279208"/>
            <ns1:ext cx="571500" cy="504825"/>
          </ns1:xfrm>
          <ns1:prstGeom prst="rect">
            <ns1:avLst/>
          </ns1:prstGeom>
          <ns1:noFill/>
          <ns1:ln w="0">
            <ns1:noFill/>
          </ns1:ln>
        </ns0:spPr>
        <ns0:txBody>
          <ns1:bodyPr wrap="none" lIns="0" tIns="0" rIns="0" bIns="0" anchor="t">
            <ns1:noAutofit/>
          </ns1:bodyPr>
          <ns1:lstStyle>
            <ns1:defPPr algn="l">
              <ns1:defRPr sz="2700" b="1">
                <ns1:solidFill>
                  <ns1:srgbClr val="57962F"/>
                </ns1:solidFill>
                <ns1:latin typeface="Pretendard"/>
                <ns1:ea typeface="Pretendard"/>
                <ns1:cs typeface="Pretendard"/>
              </ns1:defRPr>
            </ns1:defPPr>
            <ns1:lvl1pPr algn="l">
              <ns1:defRPr sz="2700" b="1">
                <ns1:solidFill>
                  <ns1:srgbClr val="57962F"/>
                </ns1:solidFill>
                <ns1:latin typeface="Pretendard"/>
                <ns1:ea typeface="Pretendard"/>
                <ns1:cs typeface="Pretendard"/>
              </ns1:defRPr>
            </ns1:lvl1pPr>
            <ns1:lvl2pPr algn="l">
              <ns1:defRPr sz="2700" b="1">
                <ns1:solidFill>
                  <ns1:srgbClr val="57962F"/>
                </ns1:solidFill>
                <ns1:latin typeface="Pretendard"/>
                <ns1:ea typeface="Pretendard"/>
                <ns1:cs typeface="Pretendard"/>
              </ns1:defRPr>
            </ns1:lvl2pPr>
            <ns1:lvl3pPr algn="l">
              <ns1:defRPr sz="2700" b="1">
                <ns1:solidFill>
                  <ns1:srgbClr val="57962F"/>
                </ns1:solidFill>
                <ns1:latin typeface="Pretendard"/>
                <ns1:ea typeface="Pretendard"/>
                <ns1:cs typeface="Pretendard"/>
              </ns1:defRPr>
            </ns1:lvl3pPr>
            <ns1:lvl4pPr algn="l">
              <ns1:defRPr sz="2700" b="1">
                <ns1:solidFill>
                  <ns1:srgbClr val="57962F"/>
                </ns1:solidFill>
                <ns1:latin typeface="Pretendard"/>
                <ns1:ea typeface="Pretendard"/>
                <ns1:cs typeface="Pretendard"/>
              </ns1:defRPr>
            </ns1:lvl4pPr>
            <ns1:lvl5pPr algn="l">
              <ns1:defRPr sz="2700" b="1">
                <ns1:solidFill>
                  <ns1:srgbClr val="57962F"/>
                </ns1:solidFill>
                <ns1:latin typeface="Pretendard"/>
                <ns1:ea typeface="Pretendard"/>
                <ns1:cs typeface="Pretendard"/>
              </ns1:defRPr>
            </ns1:lvl5pPr>
            <ns1:lvl6pPr algn="l">
              <ns1:defRPr sz="2700" b="1">
                <ns1:solidFill>
                  <ns1:srgbClr val="57962F"/>
                </ns1:solidFill>
                <ns1:latin typeface="Pretendard"/>
                <ns1:ea typeface="Pretendard"/>
                <ns1:cs typeface="Pretendard"/>
              </ns1:defRPr>
            </ns1:lvl6pPr>
            <ns1:lvl7pPr algn="l">
              <ns1:defRPr sz="2700" b="1">
                <ns1:solidFill>
                  <ns1:srgbClr val="57962F"/>
                </ns1:solidFill>
                <ns1:latin typeface="Pretendard"/>
                <ns1:ea typeface="Pretendard"/>
                <ns1:cs typeface="Pretendard"/>
              </ns1:defRPr>
            </ns1:lvl7pPr>
            <ns1:lvl8pPr algn="l">
              <ns1:defRPr sz="2700" b="1">
                <ns1:solidFill>
                  <ns1:srgbClr val="57962F"/>
                </ns1:solidFill>
                <ns1:latin typeface="Pretendard"/>
                <ns1:ea typeface="Pretendard"/>
                <ns1:cs typeface="Pretendard"/>
              </ns1:defRPr>
            </ns1:lvl8pPr>
            <ns1:lvl9pPr algn="l">
              <ns1:defRPr sz="2700" b="1">
                <ns1:solidFill>
                  <ns1:srgbClr val="57962F"/>
                </ns1:solidFill>
                <ns1:latin typeface="Pretendard"/>
                <ns1:ea typeface="Pretendard"/>
                <ns1:cs typeface="Pretendard"/>
              </ns1:defRPr>
            </ns1:lvl9pPr>
          </ns1:lstStyle>
          <ns1:p>
            <ns1:pPr algn="l">
              <ns1:defRPr sz="2700" b="1">
                <ns1:solidFill>
                  <ns1:srgbClr val="57962F"/>
                </ns1:solidFill>
                <ns1:latin typeface="Pretendard"/>
                <ns1:ea typeface="Pretendard"/>
                <ns1:cs typeface="Pretendard"/>
              </ns1:defRPr>
            </ns1:pPr>
            <ns1:r>
              <ns1:rPr sz="270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2C154ECA-EBCB-48CE-994C-6DD2088FF3CE}"/>
              </ns1:ext>
            </ns1:extLst>
          </ns0:cNvPr>
          <ns0:cNvSpPr>
            <ns1:spLocks noGrp="1"/>
          </ns0:cNvSpPr>
          <ns0:nvPr/>
        </ns0:nvSpPr>
        <ns0:spPr>
          <ns1:xfrm>
            <ns1:off x="1304925" y="1279208"/>
            <ns1:ext cx="14287500" cy="504825"/>
          </ns1:xfrm>
          <ns1:prstGeom prst="rect">
            <ns1:avLst/>
          </ns1:prstGeom>
          <ns1:noFill/>
          <ns1:ln w="0">
            <ns1:noFill/>
          </ns1:ln>
        </ns0:spPr>
        <ns0:txBody>
          <ns1:bodyPr wrap="none" lIns="0" tIns="0" rIns="0" bIns="0" anchor="t">
            <ns1:noAutofit/>
          </ns1:bodyPr>
          <ns1:lstStyle>
            <ns1:defPPr algn="l">
              <ns1:defRPr sz="2700" b="1">
                <ns1:solidFill>
                  <ns1:srgbClr val="111111"/>
                </ns1:solidFill>
                <ns1:latin typeface="Pretendard"/>
                <ns1:ea typeface="Pretendard"/>
                <ns1:cs typeface="Pretendard"/>
              </ns1:defRPr>
            </ns1:defPPr>
            <ns1:lvl1pPr algn="l">
              <ns1:defRPr sz="2700" b="1">
                <ns1:solidFill>
                  <ns1:srgbClr val="111111"/>
                </ns1:solidFill>
                <ns1:latin typeface="Pretendard"/>
                <ns1:ea typeface="Pretendard"/>
                <ns1:cs typeface="Pretendard"/>
              </ns1:defRPr>
            </ns1:lvl1pPr>
            <ns1:lvl2pPr algn="l">
              <ns1:defRPr sz="2700" b="1">
                <ns1:solidFill>
                  <ns1:srgbClr val="111111"/>
                </ns1:solidFill>
                <ns1:latin typeface="Pretendard"/>
                <ns1:ea typeface="Pretendard"/>
                <ns1:cs typeface="Pretendard"/>
              </ns1:defRPr>
            </ns1:lvl2pPr>
            <ns1:lvl3pPr algn="l">
              <ns1:defRPr sz="2700" b="1">
                <ns1:solidFill>
                  <ns1:srgbClr val="111111"/>
                </ns1:solidFill>
                <ns1:latin typeface="Pretendard"/>
                <ns1:ea typeface="Pretendard"/>
                <ns1:cs typeface="Pretendard"/>
              </ns1:defRPr>
            </ns1:lvl3pPr>
            <ns1:lvl4pPr algn="l">
              <ns1:defRPr sz="2700" b="1">
                <ns1:solidFill>
                  <ns1:srgbClr val="111111"/>
                </ns1:solidFill>
                <ns1:latin typeface="Pretendard"/>
                <ns1:ea typeface="Pretendard"/>
                <ns1:cs typeface="Pretendard"/>
              </ns1:defRPr>
            </ns1:lvl4pPr>
            <ns1:lvl5pPr algn="l">
              <ns1:defRPr sz="2700" b="1">
                <ns1:solidFill>
                  <ns1:srgbClr val="111111"/>
                </ns1:solidFill>
                <ns1:latin typeface="Pretendard"/>
                <ns1:ea typeface="Pretendard"/>
                <ns1:cs typeface="Pretendard"/>
              </ns1:defRPr>
            </ns1:lvl5pPr>
            <ns1:lvl6pPr algn="l">
              <ns1:defRPr sz="2700" b="1">
                <ns1:solidFill>
                  <ns1:srgbClr val="111111"/>
                </ns1:solidFill>
                <ns1:latin typeface="Pretendard"/>
                <ns1:ea typeface="Pretendard"/>
                <ns1:cs typeface="Pretendard"/>
              </ns1:defRPr>
            </ns1:lvl6pPr>
            <ns1:lvl7pPr algn="l">
              <ns1:defRPr sz="2700" b="1">
                <ns1:solidFill>
                  <ns1:srgbClr val="111111"/>
                </ns1:solidFill>
                <ns1:latin typeface="Pretendard"/>
                <ns1:ea typeface="Pretendard"/>
                <ns1:cs typeface="Pretendard"/>
              </ns1:defRPr>
            </ns1:lvl7pPr>
            <ns1:lvl8pPr algn="l">
              <ns1:defRPr sz="2700" b="1">
                <ns1:solidFill>
                  <ns1:srgbClr val="111111"/>
                </ns1:solidFill>
                <ns1:latin typeface="Pretendard"/>
                <ns1:ea typeface="Pretendard"/>
                <ns1:cs typeface="Pretendard"/>
              </ns1:defRPr>
            </ns1:lvl8pPr>
            <ns1:lvl9pPr algn="l">
              <ns1:defRPr sz="2700" b="1">
                <ns1:solidFill>
                  <ns1:srgbClr val="111111"/>
                </ns1:solidFill>
                <ns1:latin typeface="Pretendard"/>
                <ns1:ea typeface="Pretendard"/>
                <ns1:cs typeface="Pretendard"/>
              </ns1:defRPr>
            </ns1:lvl9pPr>
          </ns1:lstStyle>
          <ns1:p>
            <ns1:pPr algn="l">
              <ns1:defRPr sz="2700" b="1">
                <ns1:solidFill>
                  <ns1:srgbClr val="111111"/>
                </ns1:solidFill>
                <ns1:latin typeface="Pretendard"/>
                <ns1:ea typeface="Pretendard"/>
                <ns1:cs typeface="Pretendard"/>
              </ns1:defRPr>
            </ns1:pPr>
            <ns1:r>
              <ns1:rPr sz="270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1405690E-B02F-4CFF-9F95-B72761A916F2}"/>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50576B19-5D91-48AB-93AC-856B516D26B4}"/>
              </ns1:ext>
            </ns1:extLst>
          </ns0:cNvPr>
          <ns0:cNvSpPr>
            <ns1:spLocks noGrp="1"/>
          </ns0:cNvSpPr>
          <ns0:nvPr/>
        </ns0:nvSpPr>
        <ns0:spPr>
          <ns1:xfrm>
            <ns1:off x="1905000" y="4025265"/>
            <ns1:ext cx="14478000" cy="609600"/>
          </ns1:xfrm>
          <ns1:prstGeom prst="rect">
            <ns1:avLst/>
          </ns1:prstGeom>
          <ns1:noFill/>
          <ns1:ln w="0">
            <ns1:noFill/>
          </ns1:ln>
        </ns0:spPr>
        <ns0:txBody>
          <ns1:bodyPr wrap="none" lIns="0" tIns="0" rIns="0" bIns="0" anchor="t">
            <ns1:noAutofit/>
          </ns1:bodyPr>
          <ns1:lstStyle>
            <ns1:defPPr algn="ctr">
              <ns1:defRPr sz="2400" b="0">
                <ns1:solidFill>
                  <ns1:srgbClr val="888888"/>
                </ns1:solidFill>
                <ns1:latin typeface="Pretendard"/>
                <ns1:ea typeface="Pretendard"/>
                <ns1:cs typeface="Pretendard"/>
              </ns1:defRPr>
            </ns1:defPPr>
            <ns1:lvl1pPr algn="ctr">
              <ns1:defRPr sz="2400" b="0">
                <ns1:solidFill>
                  <ns1:srgbClr val="888888"/>
                </ns1:solidFill>
                <ns1:latin typeface="Pretendard"/>
                <ns1:ea typeface="Pretendard"/>
                <ns1:cs typeface="Pretendard"/>
              </ns1:defRPr>
            </ns1:lvl1pPr>
            <ns1:lvl2pPr algn="ctr">
              <ns1:defRPr sz="2400" b="0">
                <ns1:solidFill>
                  <ns1:srgbClr val="888888"/>
                </ns1:solidFill>
                <ns1:latin typeface="Pretendard"/>
                <ns1:ea typeface="Pretendard"/>
                <ns1:cs typeface="Pretendard"/>
              </ns1:defRPr>
            </ns1:lvl2pPr>
            <ns1:lvl3pPr algn="ctr">
              <ns1:defRPr sz="2400" b="0">
                <ns1:solidFill>
                  <ns1:srgbClr val="888888"/>
                </ns1:solidFill>
                <ns1:latin typeface="Pretendard"/>
                <ns1:ea typeface="Pretendard"/>
                <ns1:cs typeface="Pretendard"/>
              </ns1:defRPr>
            </ns1:lvl3pPr>
            <ns1:lvl4pPr algn="ctr">
              <ns1:defRPr sz="2400" b="0">
                <ns1:solidFill>
                  <ns1:srgbClr val="888888"/>
                </ns1:solidFill>
                <ns1:latin typeface="Pretendard"/>
                <ns1:ea typeface="Pretendard"/>
                <ns1:cs typeface="Pretendard"/>
              </ns1:defRPr>
            </ns1:lvl4pPr>
            <ns1:lvl5pPr algn="ctr">
              <ns1:defRPr sz="2400" b="0">
                <ns1:solidFill>
                  <ns1:srgbClr val="888888"/>
                </ns1:solidFill>
                <ns1:latin typeface="Pretendard"/>
                <ns1:ea typeface="Pretendard"/>
                <ns1:cs typeface="Pretendard"/>
              </ns1:defRPr>
            </ns1:lvl5pPr>
            <ns1:lvl6pPr algn="ctr">
              <ns1:defRPr sz="2400" b="0">
                <ns1:solidFill>
                  <ns1:srgbClr val="888888"/>
                </ns1:solidFill>
                <ns1:latin typeface="Pretendard"/>
                <ns1:ea typeface="Pretendard"/>
                <ns1:cs typeface="Pretendard"/>
              </ns1:defRPr>
            </ns1:lvl6pPr>
            <ns1:lvl7pPr algn="ctr">
              <ns1:defRPr sz="2400" b="0">
                <ns1:solidFill>
                  <ns1:srgbClr val="888888"/>
                </ns1:solidFill>
                <ns1:latin typeface="Pretendard"/>
                <ns1:ea typeface="Pretendard"/>
                <ns1:cs typeface="Pretendard"/>
              </ns1:defRPr>
            </ns1:lvl7pPr>
            <ns1:lvl8pPr algn="ctr">
              <ns1:defRPr sz="2400" b="0">
                <ns1:solidFill>
                  <ns1:srgbClr val="888888"/>
                </ns1:solidFill>
                <ns1:latin typeface="Pretendard"/>
                <ns1:ea typeface="Pretendard"/>
                <ns1:cs typeface="Pretendard"/>
              </ns1:defRPr>
            </ns1:lvl8pPr>
            <ns1:lvl9pPr algn="ctr">
              <ns1:defRPr sz="2400" b="0">
                <ns1:solidFill>
                  <ns1:srgbClr val="888888"/>
                </ns1:solidFill>
                <ns1:latin typeface="Pretendard"/>
                <ns1:ea typeface="Pretendard"/>
                <ns1:cs typeface="Pretendard"/>
              </ns1:defRPr>
            </ns1:lvl9pPr>
          </ns1:lstStyle>
          <ns1:p>
            <ns1:pPr algn="ctr">
              <ns1:defRPr sz="2400" b="0">
                <ns1:solidFill>
                  <ns1:srgbClr val="888888"/>
                </ns1:solidFill>
                <ns1:latin typeface="Pretendard"/>
                <ns1:ea typeface="Pretendard"/>
                <ns1:cs typeface="Pretendard"/>
              </ns1:defRPr>
            </ns1:pPr>
            <ns1:r>
              <ns1:rPr sz="2400" b="0">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6F7F7204-D38E-4822-8142-325FFB83204F}"/>
              </ns1:ext>
            </ns1:extLst>
          </ns0:cNvPr>
          <ns0:cNvPicPr>
            <ns1:picLocks noChangeAspect="1"/>
          </ns0:cNvPicPr>
          <ns0:nvPr/>
        </ns0:nvPicPr>
        <ns0:blipFill>
          <ns1:blip ns3:embed="R39979f103fe14c6c"/>
          <ns1:stretch/>
        </ns0:blipFill>
        <ns0:spPr>
          <ns1:xfrm>
            <ns1:off x="5715000" y="4722634"/>
            <ns1:ext cx="6858000" cy="5151794"/>
          </ns1:xfrm>
          <ns1:prstGeom prst="rect">
            <ns1:avLst/>
          </ns1:prstGeom>
        </ns0:spPr>
      </ns0:pic>
    </ns0:spTree>
    <ns0:extLst>
      <ns0:ext uri="{BB962C8B-B14F-4D97-AF65-F5344CB8AC3E}">
        <ns4:creationId val="730613649"/>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D02E5FB0-6EB8-4DE8-9BA3-A52B60386135}"/>
              </ns1:ext>
            </ns1:extLst>
          </ns0:cNvPr>
          <ns0:cNvPicPr>
            <ns1:picLocks noChangeAspect="1"/>
          </ns0:cNvPicPr>
          <ns0:nvPr/>
        </ns0:nvPicPr>
        <ns0:blipFill>
          <ns1:blip ns3:embed="Ra8a5fefaeb3c4ef7"/>
          <ns1:stretch/>
        </ns0:blipFill>
        <ns0:spPr>
          <ns1:xfrm>
            <ns1:off x="4859" y="0"/>
            <ns1:ext cx="18278283" cy="10287000"/>
          </ns1:xfrm>
          <ns1:prstGeom prst="rect">
            <ns1:avLst/>
          </ns1:prstGeom>
        </ns0:spPr>
      </ns0:pic>
      <ns0:sp>
        <ns0:nvSpPr>
          <ns0:cNvPr id="2" name="reference_green_fade">
            <ns1:extLst>
              <ns1:ext uri="{FF2B5EF4-FFF2-40B4-BE49-F238E27FC236}">
                <ns2:creationId id="{6A449E57-BEA3-45F3-AE96-DBE6A695DF1A}"/>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DB9CF047-5DE6-4EF3-8A9C-8258517FC1E2}"/>
              </ns1:ext>
            </ns1:extLst>
          </ns0:cNvPr>
          <ns0:cNvPicPr>
            <ns1:picLocks noChangeAspect="1"/>
          </ns0:cNvPicPr>
          <ns0:nvPr/>
        </ns0:nvPicPr>
        <ns0:blipFill>
          <ns1:blip ns3:embed="R2f5359ad244d49a7"/>
          <ns1:stretch/>
        </ns0:blipFill>
        <ns0:spPr>
          <ns1:xfrm>
            <ns1:off x="16916400" y="332392"/>
            <ns1:ext cx="1079500" cy="668717"/>
          </ns1:xfrm>
          <ns1:prstGeom prst="rect">
            <ns1:avLst/>
          </ns1:prstGeom>
        </ns0:spPr>
      </ns0:pic>
      <ns0:sp>
        <ns0:nvSpPr>
          <ns0:cNvPr id="4" name="copyright">
            <ns1:extLst>
              <ns1:ext uri="{FF2B5EF4-FFF2-40B4-BE49-F238E27FC236}">
                <ns2:creationId id="{7A8558FE-3A1A-43D9-BAF4-45E939D5D080}"/>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682FCA5D-08CA-41A2-B0FD-363A33EA7610}"/>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98C14514-1E27-4248-B2E4-271D639BC401}"/>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99AD9A06-B8A4-4E21-BBA1-C6F1CEF42808}"/>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1581653062"/>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2EB913E6-1DC5-4F76-B5EC-CB149AF5BEB3}"/>
              </ns1:ext>
            </ns1:extLst>
          </ns0:cNvPr>
          <ns0:cNvPicPr>
            <ns1:picLocks noChangeAspect="1"/>
          </ns0:cNvPicPr>
          <ns0:nvPr/>
        </ns0:nvPicPr>
        <ns0:blipFill>
          <ns1:blip ns3:embed="Rf692334981294541"/>
          <ns1:stretch/>
        </ns0:blipFill>
        <ns0:spPr>
          <ns1:xfrm>
            <ns1:off x="16941800" y="382588"/>
            <ns1:ext cx="1028700" cy="733425"/>
          </ns1:xfrm>
          <ns1:prstGeom prst="rect">
            <ns1:avLst/>
          </ns1:prstGeom>
        </ns0:spPr>
      </ns0:pic>
      <ns0:sp>
        <ns0:nvSpPr>
          <ns0:cNvPr id="2" name="part_heading">
            <ns1:extLst>
              <ns1:ext uri="{FF2B5EF4-FFF2-40B4-BE49-F238E27FC236}">
                <ns2:creationId id="{71447EC5-319F-4579-A71D-5C19DB9572CA}"/>
              </ns1:ext>
            </ns1:extLst>
          </ns0:cNvPr>
          <ns0:cNvSpPr>
            <ns1:spLocks noGrp="1"/>
          </ns0:cNvSpPr>
          <ns0:nvPr/>
        </ns0:nvSpPr>
        <ns0:spPr>
          <ns1:xfrm>
            <ns1:off x="685800" y="742950"/>
            <ns1:ext cx="14287500" cy="438150"/>
          </ns1:xfrm>
          <ns1:prstGeom prst="rect">
            <ns1:avLst/>
          </ns1:prstGeom>
          <ns1:noFill/>
          <ns1:ln w="0">
            <ns1:noFill/>
          </ns1:ln>
        </ns0:spPr>
        <ns0:txBody>
          <ns1:bodyPr wrap="none" lIns="0" tIns="0" rIns="0" bIns="0" anchor="t">
            <ns1:noAutofit/>
          </ns1:bodyPr>
          <ns1:lstStyle>
            <ns1:defPPr algn="l">
              <ns1:defRPr sz="2250" b="1">
                <ns1:solidFill>
                  <ns1:srgbClr val="909090"/>
                </ns1:solidFill>
                <ns1:latin typeface="Pretendard"/>
                <ns1:ea typeface="Pretendard"/>
                <ns1:cs typeface="Pretendard"/>
              </ns1:defRPr>
            </ns1:defPPr>
            <ns1:lvl1pPr algn="l">
              <ns1:defRPr sz="2250" b="1">
                <ns1:solidFill>
                  <ns1:srgbClr val="909090"/>
                </ns1:solidFill>
                <ns1:latin typeface="Pretendard"/>
                <ns1:ea typeface="Pretendard"/>
                <ns1:cs typeface="Pretendard"/>
              </ns1:defRPr>
            </ns1:lvl1pPr>
            <ns1:lvl2pPr algn="l">
              <ns1:defRPr sz="2250" b="1">
                <ns1:solidFill>
                  <ns1:srgbClr val="909090"/>
                </ns1:solidFill>
                <ns1:latin typeface="Pretendard"/>
                <ns1:ea typeface="Pretendard"/>
                <ns1:cs typeface="Pretendard"/>
              </ns1:defRPr>
            </ns1:lvl2pPr>
            <ns1:lvl3pPr algn="l">
              <ns1:defRPr sz="2250" b="1">
                <ns1:solidFill>
                  <ns1:srgbClr val="909090"/>
                </ns1:solidFill>
                <ns1:latin typeface="Pretendard"/>
                <ns1:ea typeface="Pretendard"/>
                <ns1:cs typeface="Pretendard"/>
              </ns1:defRPr>
            </ns1:lvl3pPr>
            <ns1:lvl4pPr algn="l">
              <ns1:defRPr sz="2250" b="1">
                <ns1:solidFill>
                  <ns1:srgbClr val="909090"/>
                </ns1:solidFill>
                <ns1:latin typeface="Pretendard"/>
                <ns1:ea typeface="Pretendard"/>
                <ns1:cs typeface="Pretendard"/>
              </ns1:defRPr>
            </ns1:lvl4pPr>
            <ns1:lvl5pPr algn="l">
              <ns1:defRPr sz="2250" b="1">
                <ns1:solidFill>
                  <ns1:srgbClr val="909090"/>
                </ns1:solidFill>
                <ns1:latin typeface="Pretendard"/>
                <ns1:ea typeface="Pretendard"/>
                <ns1:cs typeface="Pretendard"/>
              </ns1:defRPr>
            </ns1:lvl5pPr>
            <ns1:lvl6pPr algn="l">
              <ns1:defRPr sz="2250" b="1">
                <ns1:solidFill>
                  <ns1:srgbClr val="909090"/>
                </ns1:solidFill>
                <ns1:latin typeface="Pretendard"/>
                <ns1:ea typeface="Pretendard"/>
                <ns1:cs typeface="Pretendard"/>
              </ns1:defRPr>
            </ns1:lvl6pPr>
            <ns1:lvl7pPr algn="l">
              <ns1:defRPr sz="2250" b="1">
                <ns1:solidFill>
                  <ns1:srgbClr val="909090"/>
                </ns1:solidFill>
                <ns1:latin typeface="Pretendard"/>
                <ns1:ea typeface="Pretendard"/>
                <ns1:cs typeface="Pretendard"/>
              </ns1:defRPr>
            </ns1:lvl7pPr>
            <ns1:lvl8pPr algn="l">
              <ns1:defRPr sz="2250" b="1">
                <ns1:solidFill>
                  <ns1:srgbClr val="909090"/>
                </ns1:solidFill>
                <ns1:latin typeface="Pretendard"/>
                <ns1:ea typeface="Pretendard"/>
                <ns1:cs typeface="Pretendard"/>
              </ns1:defRPr>
            </ns1:lvl8pPr>
            <ns1:lvl9pPr algn="l">
              <ns1:defRPr sz="2250" b="1">
                <ns1:solidFill>
                  <ns1:srgbClr val="909090"/>
                </ns1:solidFill>
                <ns1:latin typeface="Pretendard"/>
                <ns1:ea typeface="Pretendard"/>
                <ns1:cs typeface="Pretendard"/>
              </ns1:defRPr>
            </ns1:lvl9pPr>
          </ns1:lstStyle>
          <ns1:p>
            <ns1:pPr algn="l">
              <ns1:defRPr sz="2250" b="1">
                <ns1:solidFill>
                  <ns1:srgbClr val="909090"/>
                </ns1:solidFill>
                <ns1:latin typeface="Pretendard"/>
                <ns1:ea typeface="Pretendard"/>
                <ns1:cs typeface="Pretendard"/>
              </ns1:defRPr>
            </ns1:pPr>
            <ns1:r>
              <ns1:rPr sz="22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C8E4AC79-781F-417B-9736-77FE708DE927}"/>
              </ns1:ext>
            </ns1:extLst>
          </ns0:cNvPr>
          <ns0:cNvSpPr>
            <ns1:spLocks noGrp="1"/>
          </ns0:cNvSpPr>
          <ns0:nvPr/>
        </ns0:nvSpPr>
        <ns0:spPr>
          <ns1:xfrm>
            <ns1:off x="685800" y="1304925"/>
            <ns1:ext cx="571500" cy="504825"/>
          </ns1:xfrm>
          <ns1:prstGeom prst="rect">
            <ns1:avLst/>
          </ns1:prstGeom>
          <ns1:noFill/>
          <ns1:ln w="0">
            <ns1:noFill/>
          </ns1:ln>
        </ns0:spPr>
        <ns0:txBody>
          <ns1:bodyPr wrap="none" lIns="0" tIns="0" rIns="0" bIns="0" anchor="t">
            <ns1:noAutofit/>
          </ns1:bodyPr>
          <ns1:lstStyle>
            <ns1:defPPr algn="l">
              <ns1:defRPr sz="2700" b="1">
                <ns1:solidFill>
                  <ns1:srgbClr val="57962F"/>
                </ns1:solidFill>
                <ns1:latin typeface="Pretendard"/>
                <ns1:ea typeface="Pretendard"/>
                <ns1:cs typeface="Pretendard"/>
              </ns1:defRPr>
            </ns1:defPPr>
            <ns1:lvl1pPr algn="l">
              <ns1:defRPr sz="2700" b="1">
                <ns1:solidFill>
                  <ns1:srgbClr val="57962F"/>
                </ns1:solidFill>
                <ns1:latin typeface="Pretendard"/>
                <ns1:ea typeface="Pretendard"/>
                <ns1:cs typeface="Pretendard"/>
              </ns1:defRPr>
            </ns1:lvl1pPr>
            <ns1:lvl2pPr algn="l">
              <ns1:defRPr sz="2700" b="1">
                <ns1:solidFill>
                  <ns1:srgbClr val="57962F"/>
                </ns1:solidFill>
                <ns1:latin typeface="Pretendard"/>
                <ns1:ea typeface="Pretendard"/>
                <ns1:cs typeface="Pretendard"/>
              </ns1:defRPr>
            </ns1:lvl2pPr>
            <ns1:lvl3pPr algn="l">
              <ns1:defRPr sz="2700" b="1">
                <ns1:solidFill>
                  <ns1:srgbClr val="57962F"/>
                </ns1:solidFill>
                <ns1:latin typeface="Pretendard"/>
                <ns1:ea typeface="Pretendard"/>
                <ns1:cs typeface="Pretendard"/>
              </ns1:defRPr>
            </ns1:lvl3pPr>
            <ns1:lvl4pPr algn="l">
              <ns1:defRPr sz="2700" b="1">
                <ns1:solidFill>
                  <ns1:srgbClr val="57962F"/>
                </ns1:solidFill>
                <ns1:latin typeface="Pretendard"/>
                <ns1:ea typeface="Pretendard"/>
                <ns1:cs typeface="Pretendard"/>
              </ns1:defRPr>
            </ns1:lvl4pPr>
            <ns1:lvl5pPr algn="l">
              <ns1:defRPr sz="2700" b="1">
                <ns1:solidFill>
                  <ns1:srgbClr val="57962F"/>
                </ns1:solidFill>
                <ns1:latin typeface="Pretendard"/>
                <ns1:ea typeface="Pretendard"/>
                <ns1:cs typeface="Pretendard"/>
              </ns1:defRPr>
            </ns1:lvl5pPr>
            <ns1:lvl6pPr algn="l">
              <ns1:defRPr sz="2700" b="1">
                <ns1:solidFill>
                  <ns1:srgbClr val="57962F"/>
                </ns1:solidFill>
                <ns1:latin typeface="Pretendard"/>
                <ns1:ea typeface="Pretendard"/>
                <ns1:cs typeface="Pretendard"/>
              </ns1:defRPr>
            </ns1:lvl6pPr>
            <ns1:lvl7pPr algn="l">
              <ns1:defRPr sz="2700" b="1">
                <ns1:solidFill>
                  <ns1:srgbClr val="57962F"/>
                </ns1:solidFill>
                <ns1:latin typeface="Pretendard"/>
                <ns1:ea typeface="Pretendard"/>
                <ns1:cs typeface="Pretendard"/>
              </ns1:defRPr>
            </ns1:lvl7pPr>
            <ns1:lvl8pPr algn="l">
              <ns1:defRPr sz="2700" b="1">
                <ns1:solidFill>
                  <ns1:srgbClr val="57962F"/>
                </ns1:solidFill>
                <ns1:latin typeface="Pretendard"/>
                <ns1:ea typeface="Pretendard"/>
                <ns1:cs typeface="Pretendard"/>
              </ns1:defRPr>
            </ns1:lvl8pPr>
            <ns1:lvl9pPr algn="l">
              <ns1:defRPr sz="2700" b="1">
                <ns1:solidFill>
                  <ns1:srgbClr val="57962F"/>
                </ns1:solidFill>
                <ns1:latin typeface="Pretendard"/>
                <ns1:ea typeface="Pretendard"/>
                <ns1:cs typeface="Pretendard"/>
              </ns1:defRPr>
            </ns1:lvl9pPr>
          </ns1:lstStyle>
          <ns1:p>
            <ns1:pPr algn="l">
              <ns1:defRPr sz="2700" b="1">
                <ns1:solidFill>
                  <ns1:srgbClr val="57962F"/>
                </ns1:solidFill>
                <ns1:latin typeface="Pretendard"/>
                <ns1:ea typeface="Pretendard"/>
                <ns1:cs typeface="Pretendard"/>
              </ns1:defRPr>
            </ns1:pPr>
            <ns1:r>
              <ns1:rPr sz="270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3F3DE633-AF44-44EE-8BAC-3F0482232D6B}"/>
              </ns1:ext>
            </ns1:extLst>
          </ns0:cNvPr>
          <ns0:cNvSpPr>
            <ns1:spLocks noGrp="1"/>
          </ns0:cNvSpPr>
          <ns0:nvPr/>
        </ns0:nvSpPr>
        <ns0:spPr>
          <ns1:xfrm>
            <ns1:off x="1304925" y="1304925"/>
            <ns1:ext cx="14287500" cy="504825"/>
          </ns1:xfrm>
          <ns1:prstGeom prst="rect">
            <ns1:avLst/>
          </ns1:prstGeom>
          <ns1:noFill/>
          <ns1:ln w="0">
            <ns1:noFill/>
          </ns1:ln>
        </ns0:spPr>
        <ns0:txBody>
          <ns1:bodyPr wrap="none" lIns="0" tIns="0" rIns="0" bIns="0" anchor="t">
            <ns1:noAutofit/>
          </ns1:bodyPr>
          <ns1:lstStyle>
            <ns1:defPPr algn="l">
              <ns1:defRPr sz="2700" b="1">
                <ns1:solidFill>
                  <ns1:srgbClr val="111111"/>
                </ns1:solidFill>
                <ns1:latin typeface="Pretendard"/>
                <ns1:ea typeface="Pretendard"/>
                <ns1:cs typeface="Pretendard"/>
              </ns1:defRPr>
            </ns1:defPPr>
            <ns1:lvl1pPr algn="l">
              <ns1:defRPr sz="2700" b="1">
                <ns1:solidFill>
                  <ns1:srgbClr val="111111"/>
                </ns1:solidFill>
                <ns1:latin typeface="Pretendard"/>
                <ns1:ea typeface="Pretendard"/>
                <ns1:cs typeface="Pretendard"/>
              </ns1:defRPr>
            </ns1:lvl1pPr>
            <ns1:lvl2pPr algn="l">
              <ns1:defRPr sz="2700" b="1">
                <ns1:solidFill>
                  <ns1:srgbClr val="111111"/>
                </ns1:solidFill>
                <ns1:latin typeface="Pretendard"/>
                <ns1:ea typeface="Pretendard"/>
                <ns1:cs typeface="Pretendard"/>
              </ns1:defRPr>
            </ns1:lvl2pPr>
            <ns1:lvl3pPr algn="l">
              <ns1:defRPr sz="2700" b="1">
                <ns1:solidFill>
                  <ns1:srgbClr val="111111"/>
                </ns1:solidFill>
                <ns1:latin typeface="Pretendard"/>
                <ns1:ea typeface="Pretendard"/>
                <ns1:cs typeface="Pretendard"/>
              </ns1:defRPr>
            </ns1:lvl3pPr>
            <ns1:lvl4pPr algn="l">
              <ns1:defRPr sz="2700" b="1">
                <ns1:solidFill>
                  <ns1:srgbClr val="111111"/>
                </ns1:solidFill>
                <ns1:latin typeface="Pretendard"/>
                <ns1:ea typeface="Pretendard"/>
                <ns1:cs typeface="Pretendard"/>
              </ns1:defRPr>
            </ns1:lvl4pPr>
            <ns1:lvl5pPr algn="l">
              <ns1:defRPr sz="2700" b="1">
                <ns1:solidFill>
                  <ns1:srgbClr val="111111"/>
                </ns1:solidFill>
                <ns1:latin typeface="Pretendard"/>
                <ns1:ea typeface="Pretendard"/>
                <ns1:cs typeface="Pretendard"/>
              </ns1:defRPr>
            </ns1:lvl5pPr>
            <ns1:lvl6pPr algn="l">
              <ns1:defRPr sz="2700" b="1">
                <ns1:solidFill>
                  <ns1:srgbClr val="111111"/>
                </ns1:solidFill>
                <ns1:latin typeface="Pretendard"/>
                <ns1:ea typeface="Pretendard"/>
                <ns1:cs typeface="Pretendard"/>
              </ns1:defRPr>
            </ns1:lvl6pPr>
            <ns1:lvl7pPr algn="l">
              <ns1:defRPr sz="2700" b="1">
                <ns1:solidFill>
                  <ns1:srgbClr val="111111"/>
                </ns1:solidFill>
                <ns1:latin typeface="Pretendard"/>
                <ns1:ea typeface="Pretendard"/>
                <ns1:cs typeface="Pretendard"/>
              </ns1:defRPr>
            </ns1:lvl7pPr>
            <ns1:lvl8pPr algn="l">
              <ns1:defRPr sz="2700" b="1">
                <ns1:solidFill>
                  <ns1:srgbClr val="111111"/>
                </ns1:solidFill>
                <ns1:latin typeface="Pretendard"/>
                <ns1:ea typeface="Pretendard"/>
                <ns1:cs typeface="Pretendard"/>
              </ns1:defRPr>
            </ns1:lvl8pPr>
            <ns1:lvl9pPr algn="l">
              <ns1:defRPr sz="2700" b="1">
                <ns1:solidFill>
                  <ns1:srgbClr val="111111"/>
                </ns1:solidFill>
                <ns1:latin typeface="Pretendard"/>
                <ns1:ea typeface="Pretendard"/>
                <ns1:cs typeface="Pretendard"/>
              </ns1:defRPr>
            </ns1:lvl9pPr>
          </ns1:lstStyle>
          <ns1:p>
            <ns1:pPr algn="l">
              <ns1:defRPr sz="2700" b="1">
                <ns1:solidFill>
                  <ns1:srgbClr val="111111"/>
                </ns1:solidFill>
                <ns1:latin typeface="Pretendard"/>
                <ns1:ea typeface="Pretendard"/>
                <ns1:cs typeface="Pretendard"/>
              </ns1:defRPr>
            </ns1:pPr>
            <ns1:r>
              <ns1:rPr sz="270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6B08A9DA-9A6E-4050-A93B-AF9C4CDC6E28}"/>
              </ns1:ext>
            </ns1:extLst>
          </ns0:cNvPr>
          <ns0:cNvSpPr>
            <ns1:spLocks noGrp="1"/>
          </ns0:cNvSpPr>
          <ns0:nvPr/>
        </ns0:nvSpPr>
        <ns0:spPr>
          <ns1:xfrm>
            <ns1:off x="1524000" y="2714625"/>
            <ns1:ext cx="15240000" cy="952500"/>
          </ns1:xfrm>
          <ns1:prstGeom prst="rect">
            <ns1:avLst/>
          </ns1:prstGeom>
          <ns1:noFill/>
          <ns1:ln w="0">
            <ns1:noFill/>
          </ns1:ln>
        </ns0:spPr>
        <ns0:txBody>
          <ns1:bodyPr wrap="none" lIns="0" tIns="0" rIns="0" bIns="0" anchor="t">
            <ns1:noAutofit/>
          </ns1:bodyPr>
          <ns1:lstStyle>
            <ns1:defPPr algn="ctr">
              <ns1:defRPr sz="4800" b="1">
                <ns1:solidFill>
                  <ns1:srgbClr val="111111"/>
                </ns1:solidFill>
                <ns1:latin typeface="Pretendard"/>
                <ns1:ea typeface="Pretendard"/>
                <ns1:cs typeface="Pretendard"/>
              </ns1:defRPr>
            </ns1:defPPr>
            <ns1:lvl1pPr algn="ctr">
              <ns1:defRPr sz="4800" b="1">
                <ns1:solidFill>
                  <ns1:srgbClr val="111111"/>
                </ns1:solidFill>
                <ns1:latin typeface="Pretendard"/>
                <ns1:ea typeface="Pretendard"/>
                <ns1:cs typeface="Pretendard"/>
              </ns1:defRPr>
            </ns1:lvl1pPr>
            <ns1:lvl2pPr algn="ctr">
              <ns1:defRPr sz="4800" b="1">
                <ns1:solidFill>
                  <ns1:srgbClr val="111111"/>
                </ns1:solidFill>
                <ns1:latin typeface="Pretendard"/>
                <ns1:ea typeface="Pretendard"/>
                <ns1:cs typeface="Pretendard"/>
              </ns1:defRPr>
            </ns1:lvl2pPr>
            <ns1:lvl3pPr algn="ctr">
              <ns1:defRPr sz="4800" b="1">
                <ns1:solidFill>
                  <ns1:srgbClr val="111111"/>
                </ns1:solidFill>
                <ns1:latin typeface="Pretendard"/>
                <ns1:ea typeface="Pretendard"/>
                <ns1:cs typeface="Pretendard"/>
              </ns1:defRPr>
            </ns1:lvl3pPr>
            <ns1:lvl4pPr algn="ctr">
              <ns1:defRPr sz="4800" b="1">
                <ns1:solidFill>
                  <ns1:srgbClr val="111111"/>
                </ns1:solidFill>
                <ns1:latin typeface="Pretendard"/>
                <ns1:ea typeface="Pretendard"/>
                <ns1:cs typeface="Pretendard"/>
              </ns1:defRPr>
            </ns1:lvl4pPr>
            <ns1:lvl5pPr algn="ctr">
              <ns1:defRPr sz="4800" b="1">
                <ns1:solidFill>
                  <ns1:srgbClr val="111111"/>
                </ns1:solidFill>
                <ns1:latin typeface="Pretendard"/>
                <ns1:ea typeface="Pretendard"/>
                <ns1:cs typeface="Pretendard"/>
              </ns1:defRPr>
            </ns1:lvl5pPr>
            <ns1:lvl6pPr algn="ctr">
              <ns1:defRPr sz="4800" b="1">
                <ns1:solidFill>
                  <ns1:srgbClr val="111111"/>
                </ns1:solidFill>
                <ns1:latin typeface="Pretendard"/>
                <ns1:ea typeface="Pretendard"/>
                <ns1:cs typeface="Pretendard"/>
              </ns1:defRPr>
            </ns1:lvl6pPr>
            <ns1:lvl7pPr algn="ctr">
              <ns1:defRPr sz="4800" b="1">
                <ns1:solidFill>
                  <ns1:srgbClr val="111111"/>
                </ns1:solidFill>
                <ns1:latin typeface="Pretendard"/>
                <ns1:ea typeface="Pretendard"/>
                <ns1:cs typeface="Pretendard"/>
              </ns1:defRPr>
            </ns1:lvl7pPr>
            <ns1:lvl8pPr algn="ctr">
              <ns1:defRPr sz="4800" b="1">
                <ns1:solidFill>
                  <ns1:srgbClr val="111111"/>
                </ns1:solidFill>
                <ns1:latin typeface="Pretendard"/>
                <ns1:ea typeface="Pretendard"/>
                <ns1:cs typeface="Pretendard"/>
              </ns1:defRPr>
            </ns1:lvl8pPr>
            <ns1:lvl9pPr algn="ctr">
              <ns1:defRPr sz="4800" b="1">
                <ns1:solidFill>
                  <ns1:srgbClr val="111111"/>
                </ns1:solidFill>
                <ns1:latin typeface="Pretendard"/>
                <ns1:ea typeface="Pretendard"/>
                <ns1:cs typeface="Pretendard"/>
              </ns1:defRPr>
            </ns1:lvl9pPr>
          </ns1:lstStyle>
          <ns1:p>
            <ns1:pPr algn="ctr">
              <ns1:defRPr sz="4800" b="1">
                <ns1:solidFill>
                  <ns1:srgbClr val="111111"/>
                </ns1:solidFill>
                <ns1:latin typeface="Pretendard"/>
                <ns1:ea typeface="Pretendard"/>
                <ns1:cs typeface="Pretendard"/>
              </ns1:defRPr>
            </ns1:pPr>
            <ns1:r>
              <ns1:rPr sz="480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3753284F-E272-4934-8E3F-159AB97581CA}"/>
              </ns1:ext>
            </ns1:extLst>
          </ns0:cNvPr>
          <ns0:cNvSpPr>
            <ns1:spLocks noGrp="1"/>
          </ns0:cNvSpPr>
          <ns0:nvPr/>
        </ns0:nvSpPr>
        <ns0:spPr>
          <ns1:xfrm>
            <ns1:off x="1524000" y="3790950"/>
            <ns1:ext cx="15240000" cy="666750"/>
          </ns1:xfrm>
          <ns1:prstGeom prst="rect">
            <ns1:avLst/>
          </ns1:prstGeom>
          <ns1:noFill/>
          <ns1:ln w="0">
            <ns1:noFill/>
          </ns1:ln>
        </ns0:spPr>
        <ns0:txBody>
          <ns1:bodyPr wrap="none" lIns="0" tIns="0" rIns="0" bIns="0" anchor="t">
            <ns1:noAutofit/>
          </ns1:bodyPr>
          <ns1:lstStyle>
            <ns1:defPPr algn="ctr">
              <ns1:defRPr sz="2550" b="0">
                <ns1:solidFill>
                  <ns1:srgbClr val="888888"/>
                </ns1:solidFill>
                <ns1:latin typeface="Pretendard"/>
                <ns1:ea typeface="Pretendard"/>
                <ns1:cs typeface="Pretendard"/>
              </ns1:defRPr>
            </ns1:defPPr>
            <ns1:lvl1pPr algn="ctr">
              <ns1:defRPr sz="2550" b="0">
                <ns1:solidFill>
                  <ns1:srgbClr val="888888"/>
                </ns1:solidFill>
                <ns1:latin typeface="Pretendard"/>
                <ns1:ea typeface="Pretendard"/>
                <ns1:cs typeface="Pretendard"/>
              </ns1:defRPr>
            </ns1:lvl1pPr>
            <ns1:lvl2pPr algn="ctr">
              <ns1:defRPr sz="2550" b="0">
                <ns1:solidFill>
                  <ns1:srgbClr val="888888"/>
                </ns1:solidFill>
                <ns1:latin typeface="Pretendard"/>
                <ns1:ea typeface="Pretendard"/>
                <ns1:cs typeface="Pretendard"/>
              </ns1:defRPr>
            </ns1:lvl2pPr>
            <ns1:lvl3pPr algn="ctr">
              <ns1:defRPr sz="2550" b="0">
                <ns1:solidFill>
                  <ns1:srgbClr val="888888"/>
                </ns1:solidFill>
                <ns1:latin typeface="Pretendard"/>
                <ns1:ea typeface="Pretendard"/>
                <ns1:cs typeface="Pretendard"/>
              </ns1:defRPr>
            </ns1:lvl3pPr>
            <ns1:lvl4pPr algn="ctr">
              <ns1:defRPr sz="2550" b="0">
                <ns1:solidFill>
                  <ns1:srgbClr val="888888"/>
                </ns1:solidFill>
                <ns1:latin typeface="Pretendard"/>
                <ns1:ea typeface="Pretendard"/>
                <ns1:cs typeface="Pretendard"/>
              </ns1:defRPr>
            </ns1:lvl4pPr>
            <ns1:lvl5pPr algn="ctr">
              <ns1:defRPr sz="2550" b="0">
                <ns1:solidFill>
                  <ns1:srgbClr val="888888"/>
                </ns1:solidFill>
                <ns1:latin typeface="Pretendard"/>
                <ns1:ea typeface="Pretendard"/>
                <ns1:cs typeface="Pretendard"/>
              </ns1:defRPr>
            </ns1:lvl5pPr>
            <ns1:lvl6pPr algn="ctr">
              <ns1:defRPr sz="2550" b="0">
                <ns1:solidFill>
                  <ns1:srgbClr val="888888"/>
                </ns1:solidFill>
                <ns1:latin typeface="Pretendard"/>
                <ns1:ea typeface="Pretendard"/>
                <ns1:cs typeface="Pretendard"/>
              </ns1:defRPr>
            </ns1:lvl6pPr>
            <ns1:lvl7pPr algn="ctr">
              <ns1:defRPr sz="2550" b="0">
                <ns1:solidFill>
                  <ns1:srgbClr val="888888"/>
                </ns1:solidFill>
                <ns1:latin typeface="Pretendard"/>
                <ns1:ea typeface="Pretendard"/>
                <ns1:cs typeface="Pretendard"/>
              </ns1:defRPr>
            </ns1:lvl7pPr>
            <ns1:lvl8pPr algn="ctr">
              <ns1:defRPr sz="2550" b="0">
                <ns1:solidFill>
                  <ns1:srgbClr val="888888"/>
                </ns1:solidFill>
                <ns1:latin typeface="Pretendard"/>
                <ns1:ea typeface="Pretendard"/>
                <ns1:cs typeface="Pretendard"/>
              </ns1:defRPr>
            </ns1:lvl8pPr>
            <ns1:lvl9pPr algn="ctr">
              <ns1:defRPr sz="2550" b="0">
                <ns1:solidFill>
                  <ns1:srgbClr val="888888"/>
                </ns1:solidFill>
                <ns1:latin typeface="Pretendard"/>
                <ns1:ea typeface="Pretendard"/>
                <ns1:cs typeface="Pretendard"/>
              </ns1:defRPr>
            </ns1:lvl9pPr>
          </ns1:lstStyle>
          <ns1:p>
            <ns1:pPr algn="ctr">
              <ns1:defRPr sz="2550" b="0">
                <ns1:solidFill>
                  <ns1:srgbClr val="888888"/>
                </ns1:solidFill>
                <ns1:latin typeface="Pretendard"/>
                <ns1:ea typeface="Pretendard"/>
                <ns1:cs typeface="Pretendard"/>
              </ns1:defRPr>
            </ns1:pPr>
            <ns1:r>
              <ns1:rPr sz="2550" b="0">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6EE8C821-9B54-4EE1-8953-40C06AD6B85E}"/>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D41C2DA0-1825-450C-B5A7-26E6489C38BC}"/>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EAAC2725-B9FB-4139-B235-8061D6C5F446}"/>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2F0A13FD-D350-44A0-A014-23134289B8DC}"/>
              </ns1:ext>
            </ns1:extLst>
          </ns0:cNvPr>
          <ns0:cNvPicPr>
            <ns1:picLocks noChangeAspect="1"/>
          </ns0:cNvPicPr>
          <ns0:nvPr/>
        </ns0:nvPicPr>
        <ns0:blipFill>
          <ns1:blip ns3:embed="R286fbd4c332f4378"/>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7F33C16C-370E-4208-8A75-53FE7763212A}"/>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99AC0EF0-57F7-43EE-924D-069A0E3AF651}"/>
              </ns1:ext>
            </ns1:extLst>
          </ns0:cNvPr>
          <ns0:cNvSpPr>
            <ns1:spLocks noGrp="1"/>
          </ns0:cNvSpPr>
          <ns0:nvPr/>
        </ns0:nvSpPr>
        <ns0:spPr>
          <ns1:xfrm>
            <ns1:off x="2571750" y="8667750"/>
            <ns1:ext cx="5810250" cy="419100"/>
          </ns1:xfrm>
          <ns1:prstGeom prst="rect">
            <ns1:avLst/>
          </ns1:prstGeom>
          <ns1:noFill/>
          <ns1:ln w="0">
            <ns1:noFill/>
          </ns1:ln>
        </ns0:spPr>
        <ns0:txBody>
          <ns1:bodyPr wrap="none" lIns="0" tIns="0" rIns="0" bIns="0" anchor="t">
            <ns1:noAutofit/>
          </ns1:bodyPr>
          <ns1:lstStyle>
            <ns1:defPPr algn="ctr">
              <ns1:defRPr sz="2100" b="0">
                <ns1:solidFill>
                  <ns1:srgbClr val="FFFFFF"/>
                </ns1:solidFill>
                <ns1:latin typeface="Pretendard"/>
                <ns1:ea typeface="Pretendard"/>
                <ns1:cs typeface="Pretendard"/>
              </ns1:defRPr>
            </ns1:defPPr>
            <ns1:lvl1pPr algn="ctr">
              <ns1:defRPr sz="2100" b="0">
                <ns1:solidFill>
                  <ns1:srgbClr val="FFFFFF"/>
                </ns1:solidFill>
                <ns1:latin typeface="Pretendard"/>
                <ns1:ea typeface="Pretendard"/>
                <ns1:cs typeface="Pretendard"/>
              </ns1:defRPr>
            </ns1:lvl1pPr>
            <ns1:lvl2pPr algn="ctr">
              <ns1:defRPr sz="2100" b="0">
                <ns1:solidFill>
                  <ns1:srgbClr val="FFFFFF"/>
                </ns1:solidFill>
                <ns1:latin typeface="Pretendard"/>
                <ns1:ea typeface="Pretendard"/>
                <ns1:cs typeface="Pretendard"/>
              </ns1:defRPr>
            </ns1:lvl2pPr>
            <ns1:lvl3pPr algn="ctr">
              <ns1:defRPr sz="2100" b="0">
                <ns1:solidFill>
                  <ns1:srgbClr val="FFFFFF"/>
                </ns1:solidFill>
                <ns1:latin typeface="Pretendard"/>
                <ns1:ea typeface="Pretendard"/>
                <ns1:cs typeface="Pretendard"/>
              </ns1:defRPr>
            </ns1:lvl3pPr>
            <ns1:lvl4pPr algn="ctr">
              <ns1:defRPr sz="2100" b="0">
                <ns1:solidFill>
                  <ns1:srgbClr val="FFFFFF"/>
                </ns1:solidFill>
                <ns1:latin typeface="Pretendard"/>
                <ns1:ea typeface="Pretendard"/>
                <ns1:cs typeface="Pretendard"/>
              </ns1:defRPr>
            </ns1:lvl4pPr>
            <ns1:lvl5pPr algn="ctr">
              <ns1:defRPr sz="2100" b="0">
                <ns1:solidFill>
                  <ns1:srgbClr val="FFFFFF"/>
                </ns1:solidFill>
                <ns1:latin typeface="Pretendard"/>
                <ns1:ea typeface="Pretendard"/>
                <ns1:cs typeface="Pretendard"/>
              </ns1:defRPr>
            </ns1:lvl5pPr>
            <ns1:lvl6pPr algn="ctr">
              <ns1:defRPr sz="2100" b="0">
                <ns1:solidFill>
                  <ns1:srgbClr val="FFFFFF"/>
                </ns1:solidFill>
                <ns1:latin typeface="Pretendard"/>
                <ns1:ea typeface="Pretendard"/>
                <ns1:cs typeface="Pretendard"/>
              </ns1:defRPr>
            </ns1:lvl6pPr>
            <ns1:lvl7pPr algn="ctr">
              <ns1:defRPr sz="2100" b="0">
                <ns1:solidFill>
                  <ns1:srgbClr val="FFFFFF"/>
                </ns1:solidFill>
                <ns1:latin typeface="Pretendard"/>
                <ns1:ea typeface="Pretendard"/>
                <ns1:cs typeface="Pretendard"/>
              </ns1:defRPr>
            </ns1:lvl7pPr>
            <ns1:lvl8pPr algn="ctr">
              <ns1:defRPr sz="2100" b="0">
                <ns1:solidFill>
                  <ns1:srgbClr val="FFFFFF"/>
                </ns1:solidFill>
                <ns1:latin typeface="Pretendard"/>
                <ns1:ea typeface="Pretendard"/>
                <ns1:cs typeface="Pretendard"/>
              </ns1:defRPr>
            </ns1:lvl8pPr>
            <ns1:lvl9pPr algn="ctr">
              <ns1:defRPr sz="2100" b="0">
                <ns1:solidFill>
                  <ns1:srgbClr val="FFFFFF"/>
                </ns1:solidFill>
                <ns1:latin typeface="Pretendard"/>
                <ns1:ea typeface="Pretendard"/>
                <ns1:cs typeface="Pretendard"/>
              </ns1:defRPr>
            </ns1:lvl9pPr>
          </ns1:lstStyle>
          <ns1:p>
            <ns1:pPr algn="ctr">
              <ns1:defRPr sz="2100" b="0">
                <ns1:solidFill>
                  <ns1:srgbClr val="FFFFFF"/>
                </ns1:solidFill>
                <ns1:latin typeface="Pretendard"/>
                <ns1:ea typeface="Pretendard"/>
                <ns1:cs typeface="Pretendard"/>
              </ns1:defRPr>
            </ns1:pPr>
            <ns1:r>
              <ns1:rPr sz="21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FD4A68B2-A15E-4E8A-A112-4822462E9877}"/>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FCE8A0AE-0F98-4B46-B0E8-F28CB57E3AF2}"/>
              </ns1:ext>
            </ns1:extLst>
          </ns0:cNvPr>
          <ns0:cNvPicPr>
            <ns1:picLocks noChangeAspect="1"/>
          </ns0:cNvPicPr>
          <ns0:nvPr/>
        </ns0:nvPicPr>
        <ns0:blipFill>
          <ns1:blip ns3:embed="Rc18a0b6422234edd"/>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8450FFF7-AB01-43BE-9479-C0366AB294F9}"/>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61614F50-2D5A-474A-8A3B-35F6BFC463D3}"/>
              </ns1:ext>
            </ns1:extLst>
          </ns0:cNvPr>
          <ns0:cNvSpPr>
            <ns1:spLocks noGrp="1"/>
          </ns0:cNvSpPr>
          <ns0:nvPr/>
        </ns0:nvSpPr>
        <ns0:spPr>
          <ns1:xfrm>
            <ns1:off x="9906000" y="8667750"/>
            <ns1:ext cx="5810250" cy="419100"/>
          </ns1:xfrm>
          <ns1:prstGeom prst="rect">
            <ns1:avLst/>
          </ns1:prstGeom>
          <ns1:noFill/>
          <ns1:ln w="0">
            <ns1:noFill/>
          </ns1:ln>
        </ns0:spPr>
        <ns0:txBody>
          <ns1:bodyPr wrap="none" lIns="0" tIns="0" rIns="0" bIns="0" anchor="t">
            <ns1:noAutofit/>
          </ns1:bodyPr>
          <ns1:lstStyle>
            <ns1:defPPr algn="ctr">
              <ns1:defRPr sz="2100" b="0">
                <ns1:solidFill>
                  <ns1:srgbClr val="FFFFFF"/>
                </ns1:solidFill>
                <ns1:latin typeface="Pretendard"/>
                <ns1:ea typeface="Pretendard"/>
                <ns1:cs typeface="Pretendard"/>
              </ns1:defRPr>
            </ns1:defPPr>
            <ns1:lvl1pPr algn="ctr">
              <ns1:defRPr sz="2100" b="0">
                <ns1:solidFill>
                  <ns1:srgbClr val="FFFFFF"/>
                </ns1:solidFill>
                <ns1:latin typeface="Pretendard"/>
                <ns1:ea typeface="Pretendard"/>
                <ns1:cs typeface="Pretendard"/>
              </ns1:defRPr>
            </ns1:lvl1pPr>
            <ns1:lvl2pPr algn="ctr">
              <ns1:defRPr sz="2100" b="0">
                <ns1:solidFill>
                  <ns1:srgbClr val="FFFFFF"/>
                </ns1:solidFill>
                <ns1:latin typeface="Pretendard"/>
                <ns1:ea typeface="Pretendard"/>
                <ns1:cs typeface="Pretendard"/>
              </ns1:defRPr>
            </ns1:lvl2pPr>
            <ns1:lvl3pPr algn="ctr">
              <ns1:defRPr sz="2100" b="0">
                <ns1:solidFill>
                  <ns1:srgbClr val="FFFFFF"/>
                </ns1:solidFill>
                <ns1:latin typeface="Pretendard"/>
                <ns1:ea typeface="Pretendard"/>
                <ns1:cs typeface="Pretendard"/>
              </ns1:defRPr>
            </ns1:lvl3pPr>
            <ns1:lvl4pPr algn="ctr">
              <ns1:defRPr sz="2100" b="0">
                <ns1:solidFill>
                  <ns1:srgbClr val="FFFFFF"/>
                </ns1:solidFill>
                <ns1:latin typeface="Pretendard"/>
                <ns1:ea typeface="Pretendard"/>
                <ns1:cs typeface="Pretendard"/>
              </ns1:defRPr>
            </ns1:lvl4pPr>
            <ns1:lvl5pPr algn="ctr">
              <ns1:defRPr sz="2100" b="0">
                <ns1:solidFill>
                  <ns1:srgbClr val="FFFFFF"/>
                </ns1:solidFill>
                <ns1:latin typeface="Pretendard"/>
                <ns1:ea typeface="Pretendard"/>
                <ns1:cs typeface="Pretendard"/>
              </ns1:defRPr>
            </ns1:lvl5pPr>
            <ns1:lvl6pPr algn="ctr">
              <ns1:defRPr sz="2100" b="0">
                <ns1:solidFill>
                  <ns1:srgbClr val="FFFFFF"/>
                </ns1:solidFill>
                <ns1:latin typeface="Pretendard"/>
                <ns1:ea typeface="Pretendard"/>
                <ns1:cs typeface="Pretendard"/>
              </ns1:defRPr>
            </ns1:lvl6pPr>
            <ns1:lvl7pPr algn="ctr">
              <ns1:defRPr sz="2100" b="0">
                <ns1:solidFill>
                  <ns1:srgbClr val="FFFFFF"/>
                </ns1:solidFill>
                <ns1:latin typeface="Pretendard"/>
                <ns1:ea typeface="Pretendard"/>
                <ns1:cs typeface="Pretendard"/>
              </ns1:defRPr>
            </ns1:lvl7pPr>
            <ns1:lvl8pPr algn="ctr">
              <ns1:defRPr sz="2100" b="0">
                <ns1:solidFill>
                  <ns1:srgbClr val="FFFFFF"/>
                </ns1:solidFill>
                <ns1:latin typeface="Pretendard"/>
                <ns1:ea typeface="Pretendard"/>
                <ns1:cs typeface="Pretendard"/>
              </ns1:defRPr>
            </ns1:lvl8pPr>
            <ns1:lvl9pPr algn="ctr">
              <ns1:defRPr sz="2100" b="0">
                <ns1:solidFill>
                  <ns1:srgbClr val="FFFFFF"/>
                </ns1:solidFill>
                <ns1:latin typeface="Pretendard"/>
                <ns1:ea typeface="Pretendard"/>
                <ns1:cs typeface="Pretendard"/>
              </ns1:defRPr>
            </ns1:lvl9pPr>
          </ns1:lstStyle>
          <ns1:p>
            <ns1:pPr algn="ctr">
              <ns1:defRPr sz="2100" b="0">
                <ns1:solidFill>
                  <ns1:srgbClr val="FFFFFF"/>
                </ns1:solidFill>
                <ns1:latin typeface="Pretendard"/>
                <ns1:ea typeface="Pretendard"/>
                <ns1:cs typeface="Pretendard"/>
              </ns1:defRPr>
            </ns1:pPr>
            <ns1:r>
              <ns1:rPr sz="21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558813608"/>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1" name="">
            <ns1:extLst>
              <ns1:ext uri="{FF2B5EF4-FFF2-40B4-BE49-F238E27FC236}">
                <ns2:creationId id="{D4924ECC-A789-456F-A002-34F1B3147748}"/>
              </ns1:ext>
            </ns1:extLst>
          </ns0:cNvPr>
          <ns0:cNvPicPr>
            <ns1:picLocks noChangeAspect="1"/>
          </ns0:cNvPicPr>
          <ns0:nvPr/>
        </ns0:nvPicPr>
        <ns0:blipFill>
          <ns1:blip ns3:embed="R7706a88136874295"/>
          <ns1:stretch/>
        </ns0:blipFill>
        <ns0:spPr>
          <ns1:xfrm>
            <ns1:off x="16941800" y="382588"/>
            <ns1:ext cx="1028700" cy="733425"/>
          </ns1:xfrm>
          <ns1:prstGeom prst="rect">
            <ns1:avLst/>
          </ns1:prstGeom>
        </ns0:spPr>
      </ns0:pic>
      <ns0:sp>
        <ns0:nvSpPr>
          <ns0:cNvPr id="2" name="part_heading">
            <ns1:extLst>
              <ns1:ext uri="{FF2B5EF4-FFF2-40B4-BE49-F238E27FC236}">
                <ns2:creationId id="{9AD5937F-5DE5-426D-968E-9F5C1BDF10E3}"/>
              </ns1:ext>
            </ns1:extLst>
          </ns0:cNvPr>
          <ns0:cNvSpPr>
            <ns1:spLocks noGrp="1"/>
          </ns0:cNvSpPr>
          <ns0:nvPr/>
        </ns0:nvSpPr>
        <ns0:spPr>
          <ns1:xfrm>
            <ns1:off x="685800" y="742950"/>
            <ns1:ext cx="14287500" cy="438150"/>
          </ns1:xfrm>
          <ns1:prstGeom prst="rect">
            <ns1:avLst/>
          </ns1:prstGeom>
          <ns1:noFill/>
          <ns1:ln w="0">
            <ns1:noFill/>
          </ns1:ln>
        </ns0:spPr>
        <ns0:txBody>
          <ns1:bodyPr wrap="none" lIns="0" tIns="0" rIns="0" bIns="0" anchor="t">
            <ns1:noAutofit/>
          </ns1:bodyPr>
          <ns1:lstStyle>
            <ns1:defPPr algn="l">
              <ns1:defRPr sz="2250" b="1">
                <ns1:solidFill>
                  <ns1:srgbClr val="909090"/>
                </ns1:solidFill>
                <ns1:latin typeface="Pretendard"/>
                <ns1:ea typeface="Pretendard"/>
                <ns1:cs typeface="Pretendard"/>
              </ns1:defRPr>
            </ns1:defPPr>
            <ns1:lvl1pPr algn="l">
              <ns1:defRPr sz="2250" b="1">
                <ns1:solidFill>
                  <ns1:srgbClr val="909090"/>
                </ns1:solidFill>
                <ns1:latin typeface="Pretendard"/>
                <ns1:ea typeface="Pretendard"/>
                <ns1:cs typeface="Pretendard"/>
              </ns1:defRPr>
            </ns1:lvl1pPr>
            <ns1:lvl2pPr algn="l">
              <ns1:defRPr sz="2250" b="1">
                <ns1:solidFill>
                  <ns1:srgbClr val="909090"/>
                </ns1:solidFill>
                <ns1:latin typeface="Pretendard"/>
                <ns1:ea typeface="Pretendard"/>
                <ns1:cs typeface="Pretendard"/>
              </ns1:defRPr>
            </ns1:lvl2pPr>
            <ns1:lvl3pPr algn="l">
              <ns1:defRPr sz="2250" b="1">
                <ns1:solidFill>
                  <ns1:srgbClr val="909090"/>
                </ns1:solidFill>
                <ns1:latin typeface="Pretendard"/>
                <ns1:ea typeface="Pretendard"/>
                <ns1:cs typeface="Pretendard"/>
              </ns1:defRPr>
            </ns1:lvl3pPr>
            <ns1:lvl4pPr algn="l">
              <ns1:defRPr sz="2250" b="1">
                <ns1:solidFill>
                  <ns1:srgbClr val="909090"/>
                </ns1:solidFill>
                <ns1:latin typeface="Pretendard"/>
                <ns1:ea typeface="Pretendard"/>
                <ns1:cs typeface="Pretendard"/>
              </ns1:defRPr>
            </ns1:lvl4pPr>
            <ns1:lvl5pPr algn="l">
              <ns1:defRPr sz="2250" b="1">
                <ns1:solidFill>
                  <ns1:srgbClr val="909090"/>
                </ns1:solidFill>
                <ns1:latin typeface="Pretendard"/>
                <ns1:ea typeface="Pretendard"/>
                <ns1:cs typeface="Pretendard"/>
              </ns1:defRPr>
            </ns1:lvl5pPr>
            <ns1:lvl6pPr algn="l">
              <ns1:defRPr sz="2250" b="1">
                <ns1:solidFill>
                  <ns1:srgbClr val="909090"/>
                </ns1:solidFill>
                <ns1:latin typeface="Pretendard"/>
                <ns1:ea typeface="Pretendard"/>
                <ns1:cs typeface="Pretendard"/>
              </ns1:defRPr>
            </ns1:lvl6pPr>
            <ns1:lvl7pPr algn="l">
              <ns1:defRPr sz="2250" b="1">
                <ns1:solidFill>
                  <ns1:srgbClr val="909090"/>
                </ns1:solidFill>
                <ns1:latin typeface="Pretendard"/>
                <ns1:ea typeface="Pretendard"/>
                <ns1:cs typeface="Pretendard"/>
              </ns1:defRPr>
            </ns1:lvl7pPr>
            <ns1:lvl8pPr algn="l">
              <ns1:defRPr sz="2250" b="1">
                <ns1:solidFill>
                  <ns1:srgbClr val="909090"/>
                </ns1:solidFill>
                <ns1:latin typeface="Pretendard"/>
                <ns1:ea typeface="Pretendard"/>
                <ns1:cs typeface="Pretendard"/>
              </ns1:defRPr>
            </ns1:lvl8pPr>
            <ns1:lvl9pPr algn="l">
              <ns1:defRPr sz="2250" b="1">
                <ns1:solidFill>
                  <ns1:srgbClr val="909090"/>
                </ns1:solidFill>
                <ns1:latin typeface="Pretendard"/>
                <ns1:ea typeface="Pretendard"/>
                <ns1:cs typeface="Pretendard"/>
              </ns1:defRPr>
            </ns1:lvl9pPr>
          </ns1:lstStyle>
          <ns1:p>
            <ns1:pPr algn="l">
              <ns1:defRPr sz="2250" b="1">
                <ns1:solidFill>
                  <ns1:srgbClr val="909090"/>
                </ns1:solidFill>
                <ns1:latin typeface="Pretendard"/>
                <ns1:ea typeface="Pretendard"/>
                <ns1:cs typeface="Pretendard"/>
              </ns1:defRPr>
            </ns1:pPr>
            <ns1:r>
              <ns1:rPr sz="22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18553408-3713-48D2-AAA6-F31D6A9CC707}"/>
              </ns1:ext>
            </ns1:extLst>
          </ns0:cNvPr>
          <ns0:cNvSpPr>
            <ns1:spLocks noGrp="1"/>
          </ns0:cNvSpPr>
          <ns0:nvPr/>
        </ns0:nvSpPr>
        <ns0:spPr>
          <ns1:xfrm>
            <ns1:off x="685800" y="1304925"/>
            <ns1:ext cx="571500" cy="504825"/>
          </ns1:xfrm>
          <ns1:prstGeom prst="rect">
            <ns1:avLst/>
          </ns1:prstGeom>
          <ns1:noFill/>
          <ns1:ln w="0">
            <ns1:noFill/>
          </ns1:ln>
        </ns0:spPr>
        <ns0:txBody>
          <ns1:bodyPr wrap="none" lIns="0" tIns="0" rIns="0" bIns="0" anchor="t">
            <ns1:noAutofit/>
          </ns1:bodyPr>
          <ns1:lstStyle>
            <ns1:defPPr algn="l">
              <ns1:defRPr sz="2700" b="1">
                <ns1:solidFill>
                  <ns1:srgbClr val="57962F"/>
                </ns1:solidFill>
                <ns1:latin typeface="Pretendard"/>
                <ns1:ea typeface="Pretendard"/>
                <ns1:cs typeface="Pretendard"/>
              </ns1:defRPr>
            </ns1:defPPr>
            <ns1:lvl1pPr algn="l">
              <ns1:defRPr sz="2700" b="1">
                <ns1:solidFill>
                  <ns1:srgbClr val="57962F"/>
                </ns1:solidFill>
                <ns1:latin typeface="Pretendard"/>
                <ns1:ea typeface="Pretendard"/>
                <ns1:cs typeface="Pretendard"/>
              </ns1:defRPr>
            </ns1:lvl1pPr>
            <ns1:lvl2pPr algn="l">
              <ns1:defRPr sz="2700" b="1">
                <ns1:solidFill>
                  <ns1:srgbClr val="57962F"/>
                </ns1:solidFill>
                <ns1:latin typeface="Pretendard"/>
                <ns1:ea typeface="Pretendard"/>
                <ns1:cs typeface="Pretendard"/>
              </ns1:defRPr>
            </ns1:lvl2pPr>
            <ns1:lvl3pPr algn="l">
              <ns1:defRPr sz="2700" b="1">
                <ns1:solidFill>
                  <ns1:srgbClr val="57962F"/>
                </ns1:solidFill>
                <ns1:latin typeface="Pretendard"/>
                <ns1:ea typeface="Pretendard"/>
                <ns1:cs typeface="Pretendard"/>
              </ns1:defRPr>
            </ns1:lvl3pPr>
            <ns1:lvl4pPr algn="l">
              <ns1:defRPr sz="2700" b="1">
                <ns1:solidFill>
                  <ns1:srgbClr val="57962F"/>
                </ns1:solidFill>
                <ns1:latin typeface="Pretendard"/>
                <ns1:ea typeface="Pretendard"/>
                <ns1:cs typeface="Pretendard"/>
              </ns1:defRPr>
            </ns1:lvl4pPr>
            <ns1:lvl5pPr algn="l">
              <ns1:defRPr sz="2700" b="1">
                <ns1:solidFill>
                  <ns1:srgbClr val="57962F"/>
                </ns1:solidFill>
                <ns1:latin typeface="Pretendard"/>
                <ns1:ea typeface="Pretendard"/>
                <ns1:cs typeface="Pretendard"/>
              </ns1:defRPr>
            </ns1:lvl5pPr>
            <ns1:lvl6pPr algn="l">
              <ns1:defRPr sz="2700" b="1">
                <ns1:solidFill>
                  <ns1:srgbClr val="57962F"/>
                </ns1:solidFill>
                <ns1:latin typeface="Pretendard"/>
                <ns1:ea typeface="Pretendard"/>
                <ns1:cs typeface="Pretendard"/>
              </ns1:defRPr>
            </ns1:lvl6pPr>
            <ns1:lvl7pPr algn="l">
              <ns1:defRPr sz="2700" b="1">
                <ns1:solidFill>
                  <ns1:srgbClr val="57962F"/>
                </ns1:solidFill>
                <ns1:latin typeface="Pretendard"/>
                <ns1:ea typeface="Pretendard"/>
                <ns1:cs typeface="Pretendard"/>
              </ns1:defRPr>
            </ns1:lvl7pPr>
            <ns1:lvl8pPr algn="l">
              <ns1:defRPr sz="2700" b="1">
                <ns1:solidFill>
                  <ns1:srgbClr val="57962F"/>
                </ns1:solidFill>
                <ns1:latin typeface="Pretendard"/>
                <ns1:ea typeface="Pretendard"/>
                <ns1:cs typeface="Pretendard"/>
              </ns1:defRPr>
            </ns1:lvl8pPr>
            <ns1:lvl9pPr algn="l">
              <ns1:defRPr sz="2700" b="1">
                <ns1:solidFill>
                  <ns1:srgbClr val="57962F"/>
                </ns1:solidFill>
                <ns1:latin typeface="Pretendard"/>
                <ns1:ea typeface="Pretendard"/>
                <ns1:cs typeface="Pretendard"/>
              </ns1:defRPr>
            </ns1:lvl9pPr>
          </ns1:lstStyle>
          <ns1:p>
            <ns1:pPr algn="l">
              <ns1:defRPr sz="2700" b="1">
                <ns1:solidFill>
                  <ns1:srgbClr val="57962F"/>
                </ns1:solidFill>
                <ns1:latin typeface="Pretendard"/>
                <ns1:ea typeface="Pretendard"/>
                <ns1:cs typeface="Pretendard"/>
              </ns1:defRPr>
            </ns1:pPr>
            <ns1:r>
              <ns1:rPr sz="270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B22B89F8-B48A-4239-A699-1576836351F9}"/>
              </ns1:ext>
            </ns1:extLst>
          </ns0:cNvPr>
          <ns0:cNvSpPr>
            <ns1:spLocks noGrp="1"/>
          </ns0:cNvSpPr>
          <ns0:nvPr/>
        </ns0:nvSpPr>
        <ns0:spPr>
          <ns1:xfrm>
            <ns1:off x="1304925" y="1304925"/>
            <ns1:ext cx="14287500" cy="504825"/>
          </ns1:xfrm>
          <ns1:prstGeom prst="rect">
            <ns1:avLst/>
          </ns1:prstGeom>
          <ns1:noFill/>
          <ns1:ln w="0">
            <ns1:noFill/>
          </ns1:ln>
        </ns0:spPr>
        <ns0:txBody>
          <ns1:bodyPr wrap="none" lIns="0" tIns="0" rIns="0" bIns="0" anchor="t">
            <ns1:noAutofit/>
          </ns1:bodyPr>
          <ns1:lstStyle>
            <ns1:defPPr algn="l">
              <ns1:defRPr sz="2700" b="1">
                <ns1:solidFill>
                  <ns1:srgbClr val="111111"/>
                </ns1:solidFill>
                <ns1:latin typeface="Pretendard"/>
                <ns1:ea typeface="Pretendard"/>
                <ns1:cs typeface="Pretendard"/>
              </ns1:defRPr>
            </ns1:defPPr>
            <ns1:lvl1pPr algn="l">
              <ns1:defRPr sz="2700" b="1">
                <ns1:solidFill>
                  <ns1:srgbClr val="111111"/>
                </ns1:solidFill>
                <ns1:latin typeface="Pretendard"/>
                <ns1:ea typeface="Pretendard"/>
                <ns1:cs typeface="Pretendard"/>
              </ns1:defRPr>
            </ns1:lvl1pPr>
            <ns1:lvl2pPr algn="l">
              <ns1:defRPr sz="2700" b="1">
                <ns1:solidFill>
                  <ns1:srgbClr val="111111"/>
                </ns1:solidFill>
                <ns1:latin typeface="Pretendard"/>
                <ns1:ea typeface="Pretendard"/>
                <ns1:cs typeface="Pretendard"/>
              </ns1:defRPr>
            </ns1:lvl2pPr>
            <ns1:lvl3pPr algn="l">
              <ns1:defRPr sz="2700" b="1">
                <ns1:solidFill>
                  <ns1:srgbClr val="111111"/>
                </ns1:solidFill>
                <ns1:latin typeface="Pretendard"/>
                <ns1:ea typeface="Pretendard"/>
                <ns1:cs typeface="Pretendard"/>
              </ns1:defRPr>
            </ns1:lvl3pPr>
            <ns1:lvl4pPr algn="l">
              <ns1:defRPr sz="2700" b="1">
                <ns1:solidFill>
                  <ns1:srgbClr val="111111"/>
                </ns1:solidFill>
                <ns1:latin typeface="Pretendard"/>
                <ns1:ea typeface="Pretendard"/>
                <ns1:cs typeface="Pretendard"/>
              </ns1:defRPr>
            </ns1:lvl4pPr>
            <ns1:lvl5pPr algn="l">
              <ns1:defRPr sz="2700" b="1">
                <ns1:solidFill>
                  <ns1:srgbClr val="111111"/>
                </ns1:solidFill>
                <ns1:latin typeface="Pretendard"/>
                <ns1:ea typeface="Pretendard"/>
                <ns1:cs typeface="Pretendard"/>
              </ns1:defRPr>
            </ns1:lvl5pPr>
            <ns1:lvl6pPr algn="l">
              <ns1:defRPr sz="2700" b="1">
                <ns1:solidFill>
                  <ns1:srgbClr val="111111"/>
                </ns1:solidFill>
                <ns1:latin typeface="Pretendard"/>
                <ns1:ea typeface="Pretendard"/>
                <ns1:cs typeface="Pretendard"/>
              </ns1:defRPr>
            </ns1:lvl6pPr>
            <ns1:lvl7pPr algn="l">
              <ns1:defRPr sz="2700" b="1">
                <ns1:solidFill>
                  <ns1:srgbClr val="111111"/>
                </ns1:solidFill>
                <ns1:latin typeface="Pretendard"/>
                <ns1:ea typeface="Pretendard"/>
                <ns1:cs typeface="Pretendard"/>
              </ns1:defRPr>
            </ns1:lvl7pPr>
            <ns1:lvl8pPr algn="l">
              <ns1:defRPr sz="2700" b="1">
                <ns1:solidFill>
                  <ns1:srgbClr val="111111"/>
                </ns1:solidFill>
                <ns1:latin typeface="Pretendard"/>
                <ns1:ea typeface="Pretendard"/>
                <ns1:cs typeface="Pretendard"/>
              </ns1:defRPr>
            </ns1:lvl8pPr>
            <ns1:lvl9pPr algn="l">
              <ns1:defRPr sz="2700" b="1">
                <ns1:solidFill>
                  <ns1:srgbClr val="111111"/>
                </ns1:solidFill>
                <ns1:latin typeface="Pretendard"/>
                <ns1:ea typeface="Pretendard"/>
                <ns1:cs typeface="Pretendard"/>
              </ns1:defRPr>
            </ns1:lvl9pPr>
          </ns1:lstStyle>
          <ns1:p>
            <ns1:pPr algn="l">
              <ns1:defRPr sz="2700" b="1">
                <ns1:solidFill>
                  <ns1:srgbClr val="111111"/>
                </ns1:solidFill>
                <ns1:latin typeface="Pretendard"/>
                <ns1:ea typeface="Pretendard"/>
                <ns1:cs typeface="Pretendard"/>
              </ns1:defRPr>
            </ns1:pPr>
            <ns1:r>
              <ns1:rPr sz="270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7C13A1D3-E8D9-4FF6-885E-4A0B79085906}"/>
              </ns1:ext>
            </ns1:extLst>
          </ns0:cNvPr>
          <ns0:cNvSpPr>
            <ns1:spLocks noGrp="1"/>
          </ns0:cNvSpPr>
          <ns0:nvPr/>
        </ns0:nvSpPr>
        <ns0:spPr>
          <ns1:xfrm>
            <ns1:off x="1524000" y="2714625"/>
            <ns1:ext cx="15240000" cy="952500"/>
          </ns1:xfrm>
          <ns1:prstGeom prst="rect">
            <ns1:avLst/>
          </ns1:prstGeom>
          <ns1:noFill/>
          <ns1:ln w="0">
            <ns1:noFill/>
          </ns1:ln>
        </ns0:spPr>
        <ns0:txBody>
          <ns1:bodyPr wrap="none" lIns="0" tIns="0" rIns="0" bIns="0" anchor="t">
            <ns1:noAutofit/>
          </ns1:bodyPr>
          <ns1:lstStyle>
            <ns1:defPPr algn="ctr">
              <ns1:defRPr sz="4800" b="1">
                <ns1:solidFill>
                  <ns1:srgbClr val="111111"/>
                </ns1:solidFill>
                <ns1:latin typeface="Pretendard"/>
                <ns1:ea typeface="Pretendard"/>
                <ns1:cs typeface="Pretendard"/>
              </ns1:defRPr>
            </ns1:defPPr>
            <ns1:lvl1pPr algn="ctr">
              <ns1:defRPr sz="4800" b="1">
                <ns1:solidFill>
                  <ns1:srgbClr val="111111"/>
                </ns1:solidFill>
                <ns1:latin typeface="Pretendard"/>
                <ns1:ea typeface="Pretendard"/>
                <ns1:cs typeface="Pretendard"/>
              </ns1:defRPr>
            </ns1:lvl1pPr>
            <ns1:lvl2pPr algn="ctr">
              <ns1:defRPr sz="4800" b="1">
                <ns1:solidFill>
                  <ns1:srgbClr val="111111"/>
                </ns1:solidFill>
                <ns1:latin typeface="Pretendard"/>
                <ns1:ea typeface="Pretendard"/>
                <ns1:cs typeface="Pretendard"/>
              </ns1:defRPr>
            </ns1:lvl2pPr>
            <ns1:lvl3pPr algn="ctr">
              <ns1:defRPr sz="4800" b="1">
                <ns1:solidFill>
                  <ns1:srgbClr val="111111"/>
                </ns1:solidFill>
                <ns1:latin typeface="Pretendard"/>
                <ns1:ea typeface="Pretendard"/>
                <ns1:cs typeface="Pretendard"/>
              </ns1:defRPr>
            </ns1:lvl3pPr>
            <ns1:lvl4pPr algn="ctr">
              <ns1:defRPr sz="4800" b="1">
                <ns1:solidFill>
                  <ns1:srgbClr val="111111"/>
                </ns1:solidFill>
                <ns1:latin typeface="Pretendard"/>
                <ns1:ea typeface="Pretendard"/>
                <ns1:cs typeface="Pretendard"/>
              </ns1:defRPr>
            </ns1:lvl4pPr>
            <ns1:lvl5pPr algn="ctr">
              <ns1:defRPr sz="4800" b="1">
                <ns1:solidFill>
                  <ns1:srgbClr val="111111"/>
                </ns1:solidFill>
                <ns1:latin typeface="Pretendard"/>
                <ns1:ea typeface="Pretendard"/>
                <ns1:cs typeface="Pretendard"/>
              </ns1:defRPr>
            </ns1:lvl5pPr>
            <ns1:lvl6pPr algn="ctr">
              <ns1:defRPr sz="4800" b="1">
                <ns1:solidFill>
                  <ns1:srgbClr val="111111"/>
                </ns1:solidFill>
                <ns1:latin typeface="Pretendard"/>
                <ns1:ea typeface="Pretendard"/>
                <ns1:cs typeface="Pretendard"/>
              </ns1:defRPr>
            </ns1:lvl6pPr>
            <ns1:lvl7pPr algn="ctr">
              <ns1:defRPr sz="4800" b="1">
                <ns1:solidFill>
                  <ns1:srgbClr val="111111"/>
                </ns1:solidFill>
                <ns1:latin typeface="Pretendard"/>
                <ns1:ea typeface="Pretendard"/>
                <ns1:cs typeface="Pretendard"/>
              </ns1:defRPr>
            </ns1:lvl7pPr>
            <ns1:lvl8pPr algn="ctr">
              <ns1:defRPr sz="4800" b="1">
                <ns1:solidFill>
                  <ns1:srgbClr val="111111"/>
                </ns1:solidFill>
                <ns1:latin typeface="Pretendard"/>
                <ns1:ea typeface="Pretendard"/>
                <ns1:cs typeface="Pretendard"/>
              </ns1:defRPr>
            </ns1:lvl8pPr>
            <ns1:lvl9pPr algn="ctr">
              <ns1:defRPr sz="4800" b="1">
                <ns1:solidFill>
                  <ns1:srgbClr val="111111"/>
                </ns1:solidFill>
                <ns1:latin typeface="Pretendard"/>
                <ns1:ea typeface="Pretendard"/>
                <ns1:cs typeface="Pretendard"/>
              </ns1:defRPr>
            </ns1:lvl9pPr>
          </ns1:lstStyle>
          <ns1:p>
            <ns1:pPr algn="ctr">
              <ns1:defRPr sz="4800" b="1">
                <ns1:solidFill>
                  <ns1:srgbClr val="111111"/>
                </ns1:solidFill>
                <ns1:latin typeface="Pretendard"/>
                <ns1:ea typeface="Pretendard"/>
                <ns1:cs typeface="Pretendard"/>
              </ns1:defRPr>
            </ns1:pPr>
            <ns1:r>
              <ns1:rPr sz="480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01AD61F2-80CE-4CD0-88D5-E8144C577F97}"/>
              </ns1:ext>
            </ns1:extLst>
          </ns0:cNvPr>
          <ns0:cNvSpPr>
            <ns1:spLocks noGrp="1"/>
          </ns0:cNvSpPr>
          <ns0:nvPr/>
        </ns0:nvSpPr>
        <ns0:spPr>
          <ns1:xfrm>
            <ns1:off x="1524000" y="3790950"/>
            <ns1:ext cx="15240000" cy="666750"/>
          </ns1:xfrm>
          <ns1:prstGeom prst="rect">
            <ns1:avLst/>
          </ns1:prstGeom>
          <ns1:noFill/>
          <ns1:ln w="0">
            <ns1:noFill/>
          </ns1:ln>
        </ns0:spPr>
        <ns0:txBody>
          <ns1:bodyPr wrap="none" lIns="0" tIns="0" rIns="0" bIns="0" anchor="t">
            <ns1:noAutofit/>
          </ns1:bodyPr>
          <ns1:lstStyle>
            <ns1:defPPr algn="ctr">
              <ns1:defRPr sz="2550" b="0">
                <ns1:solidFill>
                  <ns1:srgbClr val="888888"/>
                </ns1:solidFill>
                <ns1:latin typeface="Pretendard"/>
                <ns1:ea typeface="Pretendard"/>
                <ns1:cs typeface="Pretendard"/>
              </ns1:defRPr>
            </ns1:defPPr>
            <ns1:lvl1pPr algn="ctr">
              <ns1:defRPr sz="2550" b="0">
                <ns1:solidFill>
                  <ns1:srgbClr val="888888"/>
                </ns1:solidFill>
                <ns1:latin typeface="Pretendard"/>
                <ns1:ea typeface="Pretendard"/>
                <ns1:cs typeface="Pretendard"/>
              </ns1:defRPr>
            </ns1:lvl1pPr>
            <ns1:lvl2pPr algn="ctr">
              <ns1:defRPr sz="2550" b="0">
                <ns1:solidFill>
                  <ns1:srgbClr val="888888"/>
                </ns1:solidFill>
                <ns1:latin typeface="Pretendard"/>
                <ns1:ea typeface="Pretendard"/>
                <ns1:cs typeface="Pretendard"/>
              </ns1:defRPr>
            </ns1:lvl2pPr>
            <ns1:lvl3pPr algn="ctr">
              <ns1:defRPr sz="2550" b="0">
                <ns1:solidFill>
                  <ns1:srgbClr val="888888"/>
                </ns1:solidFill>
                <ns1:latin typeface="Pretendard"/>
                <ns1:ea typeface="Pretendard"/>
                <ns1:cs typeface="Pretendard"/>
              </ns1:defRPr>
            </ns1:lvl3pPr>
            <ns1:lvl4pPr algn="ctr">
              <ns1:defRPr sz="2550" b="0">
                <ns1:solidFill>
                  <ns1:srgbClr val="888888"/>
                </ns1:solidFill>
                <ns1:latin typeface="Pretendard"/>
                <ns1:ea typeface="Pretendard"/>
                <ns1:cs typeface="Pretendard"/>
              </ns1:defRPr>
            </ns1:lvl4pPr>
            <ns1:lvl5pPr algn="ctr">
              <ns1:defRPr sz="2550" b="0">
                <ns1:solidFill>
                  <ns1:srgbClr val="888888"/>
                </ns1:solidFill>
                <ns1:latin typeface="Pretendard"/>
                <ns1:ea typeface="Pretendard"/>
                <ns1:cs typeface="Pretendard"/>
              </ns1:defRPr>
            </ns1:lvl5pPr>
            <ns1:lvl6pPr algn="ctr">
              <ns1:defRPr sz="2550" b="0">
                <ns1:solidFill>
                  <ns1:srgbClr val="888888"/>
                </ns1:solidFill>
                <ns1:latin typeface="Pretendard"/>
                <ns1:ea typeface="Pretendard"/>
                <ns1:cs typeface="Pretendard"/>
              </ns1:defRPr>
            </ns1:lvl6pPr>
            <ns1:lvl7pPr algn="ctr">
              <ns1:defRPr sz="2550" b="0">
                <ns1:solidFill>
                  <ns1:srgbClr val="888888"/>
                </ns1:solidFill>
                <ns1:latin typeface="Pretendard"/>
                <ns1:ea typeface="Pretendard"/>
                <ns1:cs typeface="Pretendard"/>
              </ns1:defRPr>
            </ns1:lvl7pPr>
            <ns1:lvl8pPr algn="ctr">
              <ns1:defRPr sz="2550" b="0">
                <ns1:solidFill>
                  <ns1:srgbClr val="888888"/>
                </ns1:solidFill>
                <ns1:latin typeface="Pretendard"/>
                <ns1:ea typeface="Pretendard"/>
                <ns1:cs typeface="Pretendard"/>
              </ns1:defRPr>
            </ns1:lvl8pPr>
            <ns1:lvl9pPr algn="ctr">
              <ns1:defRPr sz="2550" b="0">
                <ns1:solidFill>
                  <ns1:srgbClr val="888888"/>
                </ns1:solidFill>
                <ns1:latin typeface="Pretendard"/>
                <ns1:ea typeface="Pretendard"/>
                <ns1:cs typeface="Pretendard"/>
              </ns1:defRPr>
            </ns1:lvl9pPr>
          </ns1:lstStyle>
          <ns1:p>
            <ns1:pPr algn="ctr">
              <ns1:defRPr sz="2550" b="0">
                <ns1:solidFill>
                  <ns1:srgbClr val="888888"/>
                </ns1:solidFill>
                <ns1:latin typeface="Pretendard"/>
                <ns1:ea typeface="Pretendard"/>
                <ns1:cs typeface="Pretendard"/>
              </ns1:defRPr>
            </ns1:pPr>
            <ns1:r>
              <ns1:rPr sz="2550" b="0">
                <ns1:solidFill>
                  <ns1:srgbClr val="888888"/>
                </ns1:solidFill>
                <ns1:latin typeface="Pretendard"/>
                <ns1:ea typeface="Pretendard"/>
                <ns1:cs typeface="Pretendard"/>
              </ns1:rPr>
              <ns1:t>2H₂(g) + O₂(g) → 2H₂O(g)</ns1:t>
            </ns1:r>
          </ns1:p>
        </ns0:txBody>
      </ns0:sp>
      <ns0:sp>
        <ns0:nvSpPr>
          <ns0:cNvPr id="7" name="page">
            <ns1:extLst>
              <ns1:ext uri="{FF2B5EF4-FFF2-40B4-BE49-F238E27FC236}">
                <ns2:creationId id="{4481900E-6331-452F-983A-A34CCB33379C}"/>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D68C4ADE-08E3-4502-B68B-0AB0B35918A9}"/>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D9806789-9533-41FC-88E3-1CE77C1D1972}"/>
              </ns1:ext>
            </ns1:extLst>
          </ns0:cNvPr>
          <ns0:cNvPicPr>
            <ns1:picLocks noChangeAspect="1"/>
          </ns0:cNvPicPr>
          <ns0:nvPr/>
        </ns0:nvPicPr>
        <ns0:blipFill>
          <ns1:blip ns3:embed="R53cfbbeb24904196"/>
          <ns1:stretch/>
        </ns0:blipFill>
        <ns0:spPr>
          <ns1:xfrm>
            <ns1:off x="2333625" y="4831319"/>
            <ns1:ext cx="13620750" cy="3815236"/>
          </ns1:xfrm>
          <ns1:prstGeom prst="rect">
            <ns1:avLst/>
          </ns1:prstGeom>
        </ns0:spPr>
      </ns0:pic>
      <ns0:sp>
        <ns0:nvSpPr>
          <ns0:cNvPr id="10" name="conclusion">
            <ns1:extLst>
              <ns1:ext uri="{FF2B5EF4-FFF2-40B4-BE49-F238E27FC236}">
                <ns2:creationId id="{C291C30A-77B4-4A7C-8AEE-57D6AA0A19E5}"/>
              </ns1:ext>
            </ns1:extLst>
          </ns0:cNvPr>
          <ns0:cNvSpPr>
            <ns1:spLocks noGrp="1"/>
          </ns0:cNvSpPr>
          <ns0:nvPr/>
        </ns0:nvSpPr>
        <ns0:spPr>
          <ns1:xfrm>
            <ns1:off x="2476500" y="8972550"/>
            <ns1:ext cx="13335000" cy="552450"/>
          </ns1:xfrm>
          <ns1:prstGeom prst="rect">
            <ns1:avLst/>
          </ns1:prstGeom>
          <ns1:noFill/>
          <ns1:ln w="0">
            <ns1:noFill/>
          </ns1:ln>
        </ns0:spPr>
        <ns0:txBody>
          <ns1:bodyPr wrap="none" lIns="0" tIns="0" rIns="0" bIns="0" anchor="t">
            <ns1:noAutofit/>
          </ns1:bodyPr>
          <ns1:lstStyle>
            <ns1:defPPr algn="ctr">
              <ns1:defRPr sz="3150" b="0">
                <ns1:solidFill>
                  <ns1:srgbClr val="444444"/>
                </ns1:solidFill>
                <ns1:latin typeface="Pretendard"/>
                <ns1:ea typeface="Pretendard"/>
                <ns1:cs typeface="Pretendard"/>
              </ns1:defRPr>
            </ns1:defPPr>
            <ns1:lvl1pPr algn="ctr">
              <ns1:defRPr sz="3150" b="0">
                <ns1:solidFill>
                  <ns1:srgbClr val="444444"/>
                </ns1:solidFill>
                <ns1:latin typeface="Pretendard"/>
                <ns1:ea typeface="Pretendard"/>
                <ns1:cs typeface="Pretendard"/>
              </ns1:defRPr>
            </ns1:lvl1pPr>
            <ns1:lvl2pPr algn="ctr">
              <ns1:defRPr sz="3150" b="0">
                <ns1:solidFill>
                  <ns1:srgbClr val="444444"/>
                </ns1:solidFill>
                <ns1:latin typeface="Pretendard"/>
                <ns1:ea typeface="Pretendard"/>
                <ns1:cs typeface="Pretendard"/>
              </ns1:defRPr>
            </ns1:lvl2pPr>
            <ns1:lvl3pPr algn="ctr">
              <ns1:defRPr sz="3150" b="0">
                <ns1:solidFill>
                  <ns1:srgbClr val="444444"/>
                </ns1:solidFill>
                <ns1:latin typeface="Pretendard"/>
                <ns1:ea typeface="Pretendard"/>
                <ns1:cs typeface="Pretendard"/>
              </ns1:defRPr>
            </ns1:lvl3pPr>
            <ns1:lvl4pPr algn="ctr">
              <ns1:defRPr sz="3150" b="0">
                <ns1:solidFill>
                  <ns1:srgbClr val="444444"/>
                </ns1:solidFill>
                <ns1:latin typeface="Pretendard"/>
                <ns1:ea typeface="Pretendard"/>
                <ns1:cs typeface="Pretendard"/>
              </ns1:defRPr>
            </ns1:lvl4pPr>
            <ns1:lvl5pPr algn="ctr">
              <ns1:defRPr sz="3150" b="0">
                <ns1:solidFill>
                  <ns1:srgbClr val="444444"/>
                </ns1:solidFill>
                <ns1:latin typeface="Pretendard"/>
                <ns1:ea typeface="Pretendard"/>
                <ns1:cs typeface="Pretendard"/>
              </ns1:defRPr>
            </ns1:lvl5pPr>
            <ns1:lvl6pPr algn="ctr">
              <ns1:defRPr sz="3150" b="0">
                <ns1:solidFill>
                  <ns1:srgbClr val="444444"/>
                </ns1:solidFill>
                <ns1:latin typeface="Pretendard"/>
                <ns1:ea typeface="Pretendard"/>
                <ns1:cs typeface="Pretendard"/>
              </ns1:defRPr>
            </ns1:lvl6pPr>
            <ns1:lvl7pPr algn="ctr">
              <ns1:defRPr sz="3150" b="0">
                <ns1:solidFill>
                  <ns1:srgbClr val="444444"/>
                </ns1:solidFill>
                <ns1:latin typeface="Pretendard"/>
                <ns1:ea typeface="Pretendard"/>
                <ns1:cs typeface="Pretendard"/>
              </ns1:defRPr>
            </ns1:lvl7pPr>
            <ns1:lvl8pPr algn="ctr">
              <ns1:defRPr sz="3150" b="0">
                <ns1:solidFill>
                  <ns1:srgbClr val="444444"/>
                </ns1:solidFill>
                <ns1:latin typeface="Pretendard"/>
                <ns1:ea typeface="Pretendard"/>
                <ns1:cs typeface="Pretendard"/>
              </ns1:defRPr>
            </ns1:lvl8pPr>
            <ns1:lvl9pPr algn="ctr">
              <ns1:defRPr sz="3150" b="0">
                <ns1:solidFill>
                  <ns1:srgbClr val="444444"/>
                </ns1:solidFill>
                <ns1:latin typeface="Pretendard"/>
                <ns1:ea typeface="Pretendard"/>
                <ns1:cs typeface="Pretendard"/>
              </ns1:defRPr>
            </ns1:lvl9pPr>
          </ns1:lstStyle>
          <ns1:p>
            <ns1:pPr algn="ctr">
              <ns1:defRPr sz="3150" b="0">
                <ns1:solidFill>
                  <ns1:srgbClr val="444444"/>
                </ns1:solidFill>
                <ns1:latin typeface="Pretendard"/>
                <ns1:ea typeface="Pretendard"/>
                <ns1:cs typeface="Pretendard"/>
              </ns1:defRPr>
            </ns1:pPr>
            <ns1:r>
              <ns1:rPr sz="3150" b="0">
                <ns1:solidFill>
                  <ns1:srgbClr val="444444"/>
                </ns1:solidFill>
                <ns1:latin typeface="Pretendard"/>
                <ns1:ea typeface="Pretendard"/>
                <ns1:cs typeface="Pretendard"/>
              </ns1:rPr>
              <ns1:t>H 원자 4개와 O 원자 2개를 끝까지 확인한다</ns1:t>
            </ns1:r>
          </ns1:p>
        </ns0:txBody>
      </ns0:sp>
    </ns0:spTree>
    <ns0:extLst>
      <ns0:ext uri="{BB962C8B-B14F-4D97-AF65-F5344CB8AC3E}">
        <ns4:creationId val="1126521719"/>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6" name="">
            <ns1:extLst>
              <ns1:ext uri="{FF2B5EF4-FFF2-40B4-BE49-F238E27FC236}">
                <ns2:creationId id="{4C03188E-8A72-4EB8-8E1B-5BA8C1D0CA7A}"/>
              </ns1:ext>
            </ns1:extLst>
          </ns0:cNvPr>
          <ns0:cNvPicPr>
            <ns1:picLocks noChangeAspect="1"/>
          </ns0:cNvPicPr>
          <ns0:nvPr/>
        </ns0:nvPicPr>
        <ns0:blipFill>
          <ns1:blip ns3:embed="Rcea697ba30cf4d01"/>
          <ns1:stretch/>
        </ns0:blipFill>
        <ns0:spPr>
          <ns1:xfrm>
            <ns1:off x="16941800" y="382588"/>
            <ns1:ext cx="1028700" cy="733425"/>
          </ns1:xfrm>
          <ns1:prstGeom prst="rect">
            <ns1:avLst/>
          </ns1:prstGeom>
        </ns0:spPr>
      </ns0:pic>
      <ns0:sp>
        <ns0:nvSpPr>
          <ns0:cNvPr id="2" name="part_heading">
            <ns1:extLst>
              <ns1:ext uri="{FF2B5EF4-FFF2-40B4-BE49-F238E27FC236}">
                <ns2:creationId id="{49FB9DD1-10B2-49AF-A12F-5DD549D62407}"/>
              </ns1:ext>
            </ns1:extLst>
          </ns0:cNvPr>
          <ns0:cNvSpPr>
            <ns1:spLocks noGrp="1"/>
          </ns0:cNvSpPr>
          <ns0:nvPr/>
        </ns0:nvSpPr>
        <ns0:spPr>
          <ns1:xfrm>
            <ns1:off x="685800" y="742950"/>
            <ns1:ext cx="14287500" cy="438150"/>
          </ns1:xfrm>
          <ns1:prstGeom prst="rect">
            <ns1:avLst/>
          </ns1:prstGeom>
          <ns1:noFill/>
          <ns1:ln w="0">
            <ns1:noFill/>
          </ns1:ln>
        </ns0:spPr>
        <ns0:txBody>
          <ns1:bodyPr wrap="none" lIns="0" tIns="0" rIns="0" bIns="0" anchor="t">
            <ns1:noAutofit/>
          </ns1:bodyPr>
          <ns1:lstStyle>
            <ns1:defPPr algn="l">
              <ns1:defRPr sz="2250" b="1">
                <ns1:solidFill>
                  <ns1:srgbClr val="909090"/>
                </ns1:solidFill>
                <ns1:latin typeface="Pretendard"/>
                <ns1:ea typeface="Pretendard"/>
                <ns1:cs typeface="Pretendard"/>
              </ns1:defRPr>
            </ns1:defPPr>
            <ns1:lvl1pPr algn="l">
              <ns1:defRPr sz="2250" b="1">
                <ns1:solidFill>
                  <ns1:srgbClr val="909090"/>
                </ns1:solidFill>
                <ns1:latin typeface="Pretendard"/>
                <ns1:ea typeface="Pretendard"/>
                <ns1:cs typeface="Pretendard"/>
              </ns1:defRPr>
            </ns1:lvl1pPr>
            <ns1:lvl2pPr algn="l">
              <ns1:defRPr sz="2250" b="1">
                <ns1:solidFill>
                  <ns1:srgbClr val="909090"/>
                </ns1:solidFill>
                <ns1:latin typeface="Pretendard"/>
                <ns1:ea typeface="Pretendard"/>
                <ns1:cs typeface="Pretendard"/>
              </ns1:defRPr>
            </ns1:lvl2pPr>
            <ns1:lvl3pPr algn="l">
              <ns1:defRPr sz="2250" b="1">
                <ns1:solidFill>
                  <ns1:srgbClr val="909090"/>
                </ns1:solidFill>
                <ns1:latin typeface="Pretendard"/>
                <ns1:ea typeface="Pretendard"/>
                <ns1:cs typeface="Pretendard"/>
              </ns1:defRPr>
            </ns1:lvl3pPr>
            <ns1:lvl4pPr algn="l">
              <ns1:defRPr sz="2250" b="1">
                <ns1:solidFill>
                  <ns1:srgbClr val="909090"/>
                </ns1:solidFill>
                <ns1:latin typeface="Pretendard"/>
                <ns1:ea typeface="Pretendard"/>
                <ns1:cs typeface="Pretendard"/>
              </ns1:defRPr>
            </ns1:lvl4pPr>
            <ns1:lvl5pPr algn="l">
              <ns1:defRPr sz="2250" b="1">
                <ns1:solidFill>
                  <ns1:srgbClr val="909090"/>
                </ns1:solidFill>
                <ns1:latin typeface="Pretendard"/>
                <ns1:ea typeface="Pretendard"/>
                <ns1:cs typeface="Pretendard"/>
              </ns1:defRPr>
            </ns1:lvl5pPr>
            <ns1:lvl6pPr algn="l">
              <ns1:defRPr sz="2250" b="1">
                <ns1:solidFill>
                  <ns1:srgbClr val="909090"/>
                </ns1:solidFill>
                <ns1:latin typeface="Pretendard"/>
                <ns1:ea typeface="Pretendard"/>
                <ns1:cs typeface="Pretendard"/>
              </ns1:defRPr>
            </ns1:lvl6pPr>
            <ns1:lvl7pPr algn="l">
              <ns1:defRPr sz="2250" b="1">
                <ns1:solidFill>
                  <ns1:srgbClr val="909090"/>
                </ns1:solidFill>
                <ns1:latin typeface="Pretendard"/>
                <ns1:ea typeface="Pretendard"/>
                <ns1:cs typeface="Pretendard"/>
              </ns1:defRPr>
            </ns1:lvl7pPr>
            <ns1:lvl8pPr algn="l">
              <ns1:defRPr sz="2250" b="1">
                <ns1:solidFill>
                  <ns1:srgbClr val="909090"/>
                </ns1:solidFill>
                <ns1:latin typeface="Pretendard"/>
                <ns1:ea typeface="Pretendard"/>
                <ns1:cs typeface="Pretendard"/>
              </ns1:defRPr>
            </ns1:lvl8pPr>
            <ns1:lvl9pPr algn="l">
              <ns1:defRPr sz="2250" b="1">
                <ns1:solidFill>
                  <ns1:srgbClr val="909090"/>
                </ns1:solidFill>
                <ns1:latin typeface="Pretendard"/>
                <ns1:ea typeface="Pretendard"/>
                <ns1:cs typeface="Pretendard"/>
              </ns1:defRPr>
            </ns1:lvl9pPr>
          </ns1:lstStyle>
          <ns1:p>
            <ns1:pPr algn="l">
              <ns1:defRPr sz="2250" b="1">
                <ns1:solidFill>
                  <ns1:srgbClr val="909090"/>
                </ns1:solidFill>
                <ns1:latin typeface="Pretendard"/>
                <ns1:ea typeface="Pretendard"/>
                <ns1:cs typeface="Pretendard"/>
              </ns1:defRPr>
            </ns1:pPr>
            <ns1:r>
              <ns1:rPr sz="22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CC71831F-AFBF-41F8-B6E6-5944AABB1689}"/>
              </ns1:ext>
            </ns1:extLst>
          </ns0:cNvPr>
          <ns0:cNvSpPr>
            <ns1:spLocks noGrp="1"/>
          </ns0:cNvSpPr>
          <ns0:nvPr/>
        </ns0:nvSpPr>
        <ns0:spPr>
          <ns1:xfrm>
            <ns1:off x="685800" y="1304925"/>
            <ns1:ext cx="571500" cy="504825"/>
          </ns1:xfrm>
          <ns1:prstGeom prst="rect">
            <ns1:avLst/>
          </ns1:prstGeom>
          <ns1:noFill/>
          <ns1:ln w="0">
            <ns1:noFill/>
          </ns1:ln>
        </ns0:spPr>
        <ns0:txBody>
          <ns1:bodyPr wrap="none" lIns="0" tIns="0" rIns="0" bIns="0" anchor="t">
            <ns1:noAutofit/>
          </ns1:bodyPr>
          <ns1:lstStyle>
            <ns1:defPPr algn="l">
              <ns1:defRPr sz="2700" b="1">
                <ns1:solidFill>
                  <ns1:srgbClr val="57962F"/>
                </ns1:solidFill>
                <ns1:latin typeface="Pretendard"/>
                <ns1:ea typeface="Pretendard"/>
                <ns1:cs typeface="Pretendard"/>
              </ns1:defRPr>
            </ns1:defPPr>
            <ns1:lvl1pPr algn="l">
              <ns1:defRPr sz="2700" b="1">
                <ns1:solidFill>
                  <ns1:srgbClr val="57962F"/>
                </ns1:solidFill>
                <ns1:latin typeface="Pretendard"/>
                <ns1:ea typeface="Pretendard"/>
                <ns1:cs typeface="Pretendard"/>
              </ns1:defRPr>
            </ns1:lvl1pPr>
            <ns1:lvl2pPr algn="l">
              <ns1:defRPr sz="2700" b="1">
                <ns1:solidFill>
                  <ns1:srgbClr val="57962F"/>
                </ns1:solidFill>
                <ns1:latin typeface="Pretendard"/>
                <ns1:ea typeface="Pretendard"/>
                <ns1:cs typeface="Pretendard"/>
              </ns1:defRPr>
            </ns1:lvl2pPr>
            <ns1:lvl3pPr algn="l">
              <ns1:defRPr sz="2700" b="1">
                <ns1:solidFill>
                  <ns1:srgbClr val="57962F"/>
                </ns1:solidFill>
                <ns1:latin typeface="Pretendard"/>
                <ns1:ea typeface="Pretendard"/>
                <ns1:cs typeface="Pretendard"/>
              </ns1:defRPr>
            </ns1:lvl3pPr>
            <ns1:lvl4pPr algn="l">
              <ns1:defRPr sz="2700" b="1">
                <ns1:solidFill>
                  <ns1:srgbClr val="57962F"/>
                </ns1:solidFill>
                <ns1:latin typeface="Pretendard"/>
                <ns1:ea typeface="Pretendard"/>
                <ns1:cs typeface="Pretendard"/>
              </ns1:defRPr>
            </ns1:lvl4pPr>
            <ns1:lvl5pPr algn="l">
              <ns1:defRPr sz="2700" b="1">
                <ns1:solidFill>
                  <ns1:srgbClr val="57962F"/>
                </ns1:solidFill>
                <ns1:latin typeface="Pretendard"/>
                <ns1:ea typeface="Pretendard"/>
                <ns1:cs typeface="Pretendard"/>
              </ns1:defRPr>
            </ns1:lvl5pPr>
            <ns1:lvl6pPr algn="l">
              <ns1:defRPr sz="2700" b="1">
                <ns1:solidFill>
                  <ns1:srgbClr val="57962F"/>
                </ns1:solidFill>
                <ns1:latin typeface="Pretendard"/>
                <ns1:ea typeface="Pretendard"/>
                <ns1:cs typeface="Pretendard"/>
              </ns1:defRPr>
            </ns1:lvl6pPr>
            <ns1:lvl7pPr algn="l">
              <ns1:defRPr sz="2700" b="1">
                <ns1:solidFill>
                  <ns1:srgbClr val="57962F"/>
                </ns1:solidFill>
                <ns1:latin typeface="Pretendard"/>
                <ns1:ea typeface="Pretendard"/>
                <ns1:cs typeface="Pretendard"/>
              </ns1:defRPr>
            </ns1:lvl7pPr>
            <ns1:lvl8pPr algn="l">
              <ns1:defRPr sz="2700" b="1">
                <ns1:solidFill>
                  <ns1:srgbClr val="57962F"/>
                </ns1:solidFill>
                <ns1:latin typeface="Pretendard"/>
                <ns1:ea typeface="Pretendard"/>
                <ns1:cs typeface="Pretendard"/>
              </ns1:defRPr>
            </ns1:lvl8pPr>
            <ns1:lvl9pPr algn="l">
              <ns1:defRPr sz="2700" b="1">
                <ns1:solidFill>
                  <ns1:srgbClr val="57962F"/>
                </ns1:solidFill>
                <ns1:latin typeface="Pretendard"/>
                <ns1:ea typeface="Pretendard"/>
                <ns1:cs typeface="Pretendard"/>
              </ns1:defRPr>
            </ns1:lvl9pPr>
          </ns1:lstStyle>
          <ns1:p>
            <ns1:pPr algn="l">
              <ns1:defRPr sz="2700" b="1">
                <ns1:solidFill>
                  <ns1:srgbClr val="57962F"/>
                </ns1:solidFill>
                <ns1:latin typeface="Pretendard"/>
                <ns1:ea typeface="Pretendard"/>
                <ns1:cs typeface="Pretendard"/>
              </ns1:defRPr>
            </ns1:pPr>
            <ns1:r>
              <ns1:rPr sz="270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0E6F3828-151C-47FB-8EBE-C922088F276C}"/>
              </ns1:ext>
            </ns1:extLst>
          </ns0:cNvPr>
          <ns0:cNvSpPr>
            <ns1:spLocks noGrp="1"/>
          </ns0:cNvSpPr>
          <ns0:nvPr/>
        </ns0:nvSpPr>
        <ns0:spPr>
          <ns1:xfrm>
            <ns1:off x="1304925" y="1304925"/>
            <ns1:ext cx="14287500" cy="504825"/>
          </ns1:xfrm>
          <ns1:prstGeom prst="rect">
            <ns1:avLst/>
          </ns1:prstGeom>
          <ns1:noFill/>
          <ns1:ln w="0">
            <ns1:noFill/>
          </ns1:ln>
        </ns0:spPr>
        <ns0:txBody>
          <ns1:bodyPr wrap="none" lIns="0" tIns="0" rIns="0" bIns="0" anchor="t">
            <ns1:noAutofit/>
          </ns1:bodyPr>
          <ns1:lstStyle>
            <ns1:defPPr algn="l">
              <ns1:defRPr sz="2700" b="1">
                <ns1:solidFill>
                  <ns1:srgbClr val="111111"/>
                </ns1:solidFill>
                <ns1:latin typeface="Pretendard"/>
                <ns1:ea typeface="Pretendard"/>
                <ns1:cs typeface="Pretendard"/>
              </ns1:defRPr>
            </ns1:defPPr>
            <ns1:lvl1pPr algn="l">
              <ns1:defRPr sz="2700" b="1">
                <ns1:solidFill>
                  <ns1:srgbClr val="111111"/>
                </ns1:solidFill>
                <ns1:latin typeface="Pretendard"/>
                <ns1:ea typeface="Pretendard"/>
                <ns1:cs typeface="Pretendard"/>
              </ns1:defRPr>
            </ns1:lvl1pPr>
            <ns1:lvl2pPr algn="l">
              <ns1:defRPr sz="2700" b="1">
                <ns1:solidFill>
                  <ns1:srgbClr val="111111"/>
                </ns1:solidFill>
                <ns1:latin typeface="Pretendard"/>
                <ns1:ea typeface="Pretendard"/>
                <ns1:cs typeface="Pretendard"/>
              </ns1:defRPr>
            </ns1:lvl2pPr>
            <ns1:lvl3pPr algn="l">
              <ns1:defRPr sz="2700" b="1">
                <ns1:solidFill>
                  <ns1:srgbClr val="111111"/>
                </ns1:solidFill>
                <ns1:latin typeface="Pretendard"/>
                <ns1:ea typeface="Pretendard"/>
                <ns1:cs typeface="Pretendard"/>
              </ns1:defRPr>
            </ns1:lvl3pPr>
            <ns1:lvl4pPr algn="l">
              <ns1:defRPr sz="2700" b="1">
                <ns1:solidFill>
                  <ns1:srgbClr val="111111"/>
                </ns1:solidFill>
                <ns1:latin typeface="Pretendard"/>
                <ns1:ea typeface="Pretendard"/>
                <ns1:cs typeface="Pretendard"/>
              </ns1:defRPr>
            </ns1:lvl4pPr>
            <ns1:lvl5pPr algn="l">
              <ns1:defRPr sz="2700" b="1">
                <ns1:solidFill>
                  <ns1:srgbClr val="111111"/>
                </ns1:solidFill>
                <ns1:latin typeface="Pretendard"/>
                <ns1:ea typeface="Pretendard"/>
                <ns1:cs typeface="Pretendard"/>
              </ns1:defRPr>
            </ns1:lvl5pPr>
            <ns1:lvl6pPr algn="l">
              <ns1:defRPr sz="2700" b="1">
                <ns1:solidFill>
                  <ns1:srgbClr val="111111"/>
                </ns1:solidFill>
                <ns1:latin typeface="Pretendard"/>
                <ns1:ea typeface="Pretendard"/>
                <ns1:cs typeface="Pretendard"/>
              </ns1:defRPr>
            </ns1:lvl6pPr>
            <ns1:lvl7pPr algn="l">
              <ns1:defRPr sz="2700" b="1">
                <ns1:solidFill>
                  <ns1:srgbClr val="111111"/>
                </ns1:solidFill>
                <ns1:latin typeface="Pretendard"/>
                <ns1:ea typeface="Pretendard"/>
                <ns1:cs typeface="Pretendard"/>
              </ns1:defRPr>
            </ns1:lvl7pPr>
            <ns1:lvl8pPr algn="l">
              <ns1:defRPr sz="2700" b="1">
                <ns1:solidFill>
                  <ns1:srgbClr val="111111"/>
                </ns1:solidFill>
                <ns1:latin typeface="Pretendard"/>
                <ns1:ea typeface="Pretendard"/>
                <ns1:cs typeface="Pretendard"/>
              </ns1:defRPr>
            </ns1:lvl8pPr>
            <ns1:lvl9pPr algn="l">
              <ns1:defRPr sz="2700" b="1">
                <ns1:solidFill>
                  <ns1:srgbClr val="111111"/>
                </ns1:solidFill>
                <ns1:latin typeface="Pretendard"/>
                <ns1:ea typeface="Pretendard"/>
                <ns1:cs typeface="Pretendard"/>
              </ns1:defRPr>
            </ns1:lvl9pPr>
          </ns1:lstStyle>
          <ns1:p>
            <ns1:pPr algn="l">
              <ns1:defRPr sz="2700" b="1">
                <ns1:solidFill>
                  <ns1:srgbClr val="111111"/>
                </ns1:solidFill>
                <ns1:latin typeface="Pretendard"/>
                <ns1:ea typeface="Pretendard"/>
                <ns1:cs typeface="Pretendard"/>
              </ns1:defRPr>
            </ns1:pPr>
            <ns1:r>
              <ns1:rPr sz="270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04937A1E-6A63-4C72-8DE1-DB1F4A105226}"/>
              </ns1:ext>
            </ns1:extLst>
          </ns0:cNvPr>
          <ns0:cNvSpPr>
            <ns1:spLocks noGrp="1"/>
          </ns0:cNvSpPr>
          <ns0:nvPr/>
        </ns0:nvSpPr>
        <ns0:spPr>
          <ns1:xfrm>
            <ns1:off x="1524000" y="2714625"/>
            <ns1:ext cx="15240000" cy="952500"/>
          </ns1:xfrm>
          <ns1:prstGeom prst="rect">
            <ns1:avLst/>
          </ns1:prstGeom>
          <ns1:noFill/>
          <ns1:ln w="0">
            <ns1:noFill/>
          </ns1:ln>
        </ns0:spPr>
        <ns0:txBody>
          <ns1:bodyPr wrap="none" lIns="0" tIns="0" rIns="0" bIns="0" anchor="t">
            <ns1:noAutofit/>
          </ns1:bodyPr>
          <ns1:lstStyle>
            <ns1:defPPr algn="ctr">
              <ns1:defRPr sz="4800" b="1">
                <ns1:solidFill>
                  <ns1:srgbClr val="111111"/>
                </ns1:solidFill>
                <ns1:latin typeface="Pretendard"/>
                <ns1:ea typeface="Pretendard"/>
                <ns1:cs typeface="Pretendard"/>
              </ns1:defRPr>
            </ns1:defPPr>
            <ns1:lvl1pPr algn="ctr">
              <ns1:defRPr sz="4800" b="1">
                <ns1:solidFill>
                  <ns1:srgbClr val="111111"/>
                </ns1:solidFill>
                <ns1:latin typeface="Pretendard"/>
                <ns1:ea typeface="Pretendard"/>
                <ns1:cs typeface="Pretendard"/>
              </ns1:defRPr>
            </ns1:lvl1pPr>
            <ns1:lvl2pPr algn="ctr">
              <ns1:defRPr sz="4800" b="1">
                <ns1:solidFill>
                  <ns1:srgbClr val="111111"/>
                </ns1:solidFill>
                <ns1:latin typeface="Pretendard"/>
                <ns1:ea typeface="Pretendard"/>
                <ns1:cs typeface="Pretendard"/>
              </ns1:defRPr>
            </ns1:lvl2pPr>
            <ns1:lvl3pPr algn="ctr">
              <ns1:defRPr sz="4800" b="1">
                <ns1:solidFill>
                  <ns1:srgbClr val="111111"/>
                </ns1:solidFill>
                <ns1:latin typeface="Pretendard"/>
                <ns1:ea typeface="Pretendard"/>
                <ns1:cs typeface="Pretendard"/>
              </ns1:defRPr>
            </ns1:lvl3pPr>
            <ns1:lvl4pPr algn="ctr">
              <ns1:defRPr sz="4800" b="1">
                <ns1:solidFill>
                  <ns1:srgbClr val="111111"/>
                </ns1:solidFill>
                <ns1:latin typeface="Pretendard"/>
                <ns1:ea typeface="Pretendard"/>
                <ns1:cs typeface="Pretendard"/>
              </ns1:defRPr>
            </ns1:lvl4pPr>
            <ns1:lvl5pPr algn="ctr">
              <ns1:defRPr sz="4800" b="1">
                <ns1:solidFill>
                  <ns1:srgbClr val="111111"/>
                </ns1:solidFill>
                <ns1:latin typeface="Pretendard"/>
                <ns1:ea typeface="Pretendard"/>
                <ns1:cs typeface="Pretendard"/>
              </ns1:defRPr>
            </ns1:lvl5pPr>
            <ns1:lvl6pPr algn="ctr">
              <ns1:defRPr sz="4800" b="1">
                <ns1:solidFill>
                  <ns1:srgbClr val="111111"/>
                </ns1:solidFill>
                <ns1:latin typeface="Pretendard"/>
                <ns1:ea typeface="Pretendard"/>
                <ns1:cs typeface="Pretendard"/>
              </ns1:defRPr>
            </ns1:lvl6pPr>
            <ns1:lvl7pPr algn="ctr">
              <ns1:defRPr sz="4800" b="1">
                <ns1:solidFill>
                  <ns1:srgbClr val="111111"/>
                </ns1:solidFill>
                <ns1:latin typeface="Pretendard"/>
                <ns1:ea typeface="Pretendard"/>
                <ns1:cs typeface="Pretendard"/>
              </ns1:defRPr>
            </ns1:lvl7pPr>
            <ns1:lvl8pPr algn="ctr">
              <ns1:defRPr sz="4800" b="1">
                <ns1:solidFill>
                  <ns1:srgbClr val="111111"/>
                </ns1:solidFill>
                <ns1:latin typeface="Pretendard"/>
                <ns1:ea typeface="Pretendard"/>
                <ns1:cs typeface="Pretendard"/>
              </ns1:defRPr>
            </ns1:lvl8pPr>
            <ns1:lvl9pPr algn="ctr">
              <ns1:defRPr sz="4800" b="1">
                <ns1:solidFill>
                  <ns1:srgbClr val="111111"/>
                </ns1:solidFill>
                <ns1:latin typeface="Pretendard"/>
                <ns1:ea typeface="Pretendard"/>
                <ns1:cs typeface="Pretendard"/>
              </ns1:defRPr>
            </ns1:lvl9pPr>
          </ns1:lstStyle>
          <ns1:p>
            <ns1:pPr algn="ctr">
              <ns1:defRPr sz="4800" b="1">
                <ns1:solidFill>
                  <ns1:srgbClr val="111111"/>
                </ns1:solidFill>
                <ns1:latin typeface="Pretendard"/>
                <ns1:ea typeface="Pretendard"/>
                <ns1:cs typeface="Pretendard"/>
              </ns1:defRPr>
            </ns1:pPr>
            <ns1:r>
              <ns1:rPr sz="480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03926CED-8A1E-454E-91FA-1D0D71104A03}"/>
              </ns1:ext>
            </ns1:extLst>
          </ns0:cNvPr>
          <ns0:cNvSpPr>
            <ns1:spLocks noGrp="1"/>
          </ns0:cNvSpPr>
          <ns0:nvPr/>
        </ns0:nvSpPr>
        <ns0:spPr>
          <ns1:xfrm>
            <ns1:off x="1524000" y="3790950"/>
            <ns1:ext cx="15240000" cy="666750"/>
          </ns1:xfrm>
          <ns1:prstGeom prst="rect">
            <ns1:avLst/>
          </ns1:prstGeom>
          <ns1:noFill/>
          <ns1:ln w="0">
            <ns1:noFill/>
          </ns1:ln>
        </ns0:spPr>
        <ns0:txBody>
          <ns1:bodyPr wrap="none" lIns="0" tIns="0" rIns="0" bIns="0" anchor="t">
            <ns1:noAutofit/>
          </ns1:bodyPr>
          <ns1:lstStyle>
            <ns1:defPPr algn="ctr">
              <ns1:defRPr sz="2550" b="0">
                <ns1:solidFill>
                  <ns1:srgbClr val="888888"/>
                </ns1:solidFill>
                <ns1:latin typeface="Pretendard"/>
                <ns1:ea typeface="Pretendard"/>
                <ns1:cs typeface="Pretendard"/>
              </ns1:defRPr>
            </ns1:defPPr>
            <ns1:lvl1pPr algn="ctr">
              <ns1:defRPr sz="2550" b="0">
                <ns1:solidFill>
                  <ns1:srgbClr val="888888"/>
                </ns1:solidFill>
                <ns1:latin typeface="Pretendard"/>
                <ns1:ea typeface="Pretendard"/>
                <ns1:cs typeface="Pretendard"/>
              </ns1:defRPr>
            </ns1:lvl1pPr>
            <ns1:lvl2pPr algn="ctr">
              <ns1:defRPr sz="2550" b="0">
                <ns1:solidFill>
                  <ns1:srgbClr val="888888"/>
                </ns1:solidFill>
                <ns1:latin typeface="Pretendard"/>
                <ns1:ea typeface="Pretendard"/>
                <ns1:cs typeface="Pretendard"/>
              </ns1:defRPr>
            </ns1:lvl2pPr>
            <ns1:lvl3pPr algn="ctr">
              <ns1:defRPr sz="2550" b="0">
                <ns1:solidFill>
                  <ns1:srgbClr val="888888"/>
                </ns1:solidFill>
                <ns1:latin typeface="Pretendard"/>
                <ns1:ea typeface="Pretendard"/>
                <ns1:cs typeface="Pretendard"/>
              </ns1:defRPr>
            </ns1:lvl3pPr>
            <ns1:lvl4pPr algn="ctr">
              <ns1:defRPr sz="2550" b="0">
                <ns1:solidFill>
                  <ns1:srgbClr val="888888"/>
                </ns1:solidFill>
                <ns1:latin typeface="Pretendard"/>
                <ns1:ea typeface="Pretendard"/>
                <ns1:cs typeface="Pretendard"/>
              </ns1:defRPr>
            </ns1:lvl4pPr>
            <ns1:lvl5pPr algn="ctr">
              <ns1:defRPr sz="2550" b="0">
                <ns1:solidFill>
                  <ns1:srgbClr val="888888"/>
                </ns1:solidFill>
                <ns1:latin typeface="Pretendard"/>
                <ns1:ea typeface="Pretendard"/>
                <ns1:cs typeface="Pretendard"/>
              </ns1:defRPr>
            </ns1:lvl5pPr>
            <ns1:lvl6pPr algn="ctr">
              <ns1:defRPr sz="2550" b="0">
                <ns1:solidFill>
                  <ns1:srgbClr val="888888"/>
                </ns1:solidFill>
                <ns1:latin typeface="Pretendard"/>
                <ns1:ea typeface="Pretendard"/>
                <ns1:cs typeface="Pretendard"/>
              </ns1:defRPr>
            </ns1:lvl6pPr>
            <ns1:lvl7pPr algn="ctr">
              <ns1:defRPr sz="2550" b="0">
                <ns1:solidFill>
                  <ns1:srgbClr val="888888"/>
                </ns1:solidFill>
                <ns1:latin typeface="Pretendard"/>
                <ns1:ea typeface="Pretendard"/>
                <ns1:cs typeface="Pretendard"/>
              </ns1:defRPr>
            </ns1:lvl7pPr>
            <ns1:lvl8pPr algn="ctr">
              <ns1:defRPr sz="2550" b="0">
                <ns1:solidFill>
                  <ns1:srgbClr val="888888"/>
                </ns1:solidFill>
                <ns1:latin typeface="Pretendard"/>
                <ns1:ea typeface="Pretendard"/>
                <ns1:cs typeface="Pretendard"/>
              </ns1:defRPr>
            </ns1:lvl8pPr>
            <ns1:lvl9pPr algn="ctr">
              <ns1:defRPr sz="2550" b="0">
                <ns1:solidFill>
                  <ns1:srgbClr val="888888"/>
                </ns1:solidFill>
                <ns1:latin typeface="Pretendard"/>
                <ns1:ea typeface="Pretendard"/>
                <ns1:cs typeface="Pretendard"/>
              </ns1:defRPr>
            </ns1:lvl9pPr>
          </ns1:lstStyle>
          <ns1:p>
            <ns1:pPr algn="ctr">
              <ns1:defRPr sz="2550" b="0">
                <ns1:solidFill>
                  <ns1:srgbClr val="888888"/>
                </ns1:solidFill>
                <ns1:latin typeface="Pretendard"/>
                <ns1:ea typeface="Pretendard"/>
                <ns1:cs typeface="Pretendard"/>
              </ns1:defRPr>
            </ns1:pPr>
            <ns1:r>
              <ns1:rPr sz="2550" b="0">
                <ns1:solidFill>
                  <ns1:srgbClr val="888888"/>
                </ns1:solidFill>
                <ns1:latin typeface="Pretendard"/>
                <ns1:ea typeface="Pretendard"/>
                <ns1:cs typeface="Pretendard"/>
              </ns1:rPr>
              <ns1:t>2H₂(g) + O₂(g) → 2H₂O(g) · 반응식 전체 기준</ns1:t>
            </ns1:r>
          </ns1:p>
        </ns0:txBody>
      </ns0:sp>
      <ns0:sp>
        <ns0:nvSpPr>
          <ns0:cNvPr id="7" name="page">
            <ns1:extLst>
              <ns1:ext uri="{FF2B5EF4-FFF2-40B4-BE49-F238E27FC236}">
                <ns2:creationId id="{DDC06982-0CA8-43A3-A3DB-0C97DBDDAEC8}"/>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26B82936-00AC-4E7A-A030-65B724901564}"/>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29AB8B1F-FEC1-43C1-BCAA-13DBE12F2677}"/>
              </ns1:ext>
            </ns1:extLst>
          </ns0:cNvPr>
          <ns0:cNvPicPr>
            <ns1:picLocks noChangeAspect="1"/>
          </ns0:cNvPicPr>
          <ns0:nvPr/>
        </ns0:nvPicPr>
        <ns0:blipFill>
          <ns1:blip ns3:embed="R6142d77b311f4ca1"/>
          <ns1:stretch/>
        </ns0:blipFill>
        <ns0:spPr>
          <ns1:xfrm>
            <ns1:off x="2238375" y="4637158"/>
            <ns1:ext cx="13811250" cy="707883"/>
          </ns1:xfrm>
          <ns1:prstGeom prst="rect">
            <ns1:avLst/>
          </ns1:prstGeom>
        </ns0:spPr>
      </ns0:pic>
      <ns0:sp>
        <ns0:nvSpPr>
          <ns0:cNvPr id="10" name="step-strip-0">
            <ns1:extLst>
              <ns1:ext uri="{FF2B5EF4-FFF2-40B4-BE49-F238E27FC236}">
                <ns2:creationId id="{4B030F41-7756-4894-A624-8230213EEAA2}"/>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1853C7D9-679A-4AF3-8F5E-F20EB93A09A4}"/>
              </ns1:ext>
            </ns1:extLst>
          </ns0:cNvPr>
          <ns0:cNvSpPr>
            <ns1:spLocks noGrp="1"/>
          </ns0:cNvSpPr>
          <ns0:nvPr/>
        </ns0:nvSpPr>
        <ns0:spPr>
          <ns1:xfrm>
            <ns1:off x="2590800" y="5962650"/>
            <ns1:ext cx="571500" cy="5715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7207A19C-5DF9-4375-9774-5D64D806AD00}"/>
              </ns1:ext>
            </ns1:extLst>
          </ns0:cNvPr>
          <ns0:cNvSpPr>
            <ns1:spLocks noGrp="1"/>
          </ns0:cNvSpPr>
          <ns0:nvPr/>
        </ns0:nvSpPr>
        <ns0:spPr>
          <ns1:xfrm>
            <ns1:off x="2590800" y="5981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F6E58B86-D70B-4AC8-AC1E-E686F5AE8727}"/>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986155EC-9289-4AB0-927F-043F4CD68D0E}"/>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792BCFBF-4A21-4948-A9C4-1DDB513FDEC2}"/>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736E3EF0-026C-40A5-AE39-E5DCDE1E2D37}"/>
              </ns1:ext>
            </ns1:extLst>
          </ns0:cNvPr>
          <ns0:cNvSpPr>
            <ns1:spLocks noGrp="1"/>
          </ns0:cNvSpPr>
          <ns0:nvPr/>
        </ns0:nvSpPr>
        <ns0:spPr>
          <ns1:xfrm>
            <ns1:off x="2590800" y="7105650"/>
            <ns1:ext cx="571500" cy="5715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66368A02-FF9E-4EA7-8F11-A3445C11FEF9}"/>
              </ns1:ext>
            </ns1:extLst>
          </ns0:cNvPr>
          <ns0:cNvSpPr>
            <ns1:spLocks noGrp="1"/>
          </ns0:cNvSpPr>
          <ns0:nvPr/>
        </ns0:nvSpPr>
        <ns0:spPr>
          <ns1:xfrm>
            <ns1:off x="2590800" y="7124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4947E77B-D626-4943-94F1-323FD19F6742}"/>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718688CF-69FA-4072-AFCB-0E05C20B336E}"/>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19E23F27-27C9-4554-A5EC-207A2C29BEBC}"/>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816769DD-9085-4472-B8A6-A1B8963D02C5}"/>
              </ns1:ext>
            </ns1:extLst>
          </ns0:cNvPr>
          <ns0:cNvSpPr>
            <ns1:spLocks noGrp="1"/>
          </ns0:cNvSpPr>
          <ns0:nvPr/>
        </ns0:nvSpPr>
        <ns0:spPr>
          <ns1:xfrm>
            <ns1:off x="2590800" y="8248650"/>
            <ns1:ext cx="571500" cy="5715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3B0A7020-D23D-462F-A95B-344D1FDD9B66}"/>
              </ns1:ext>
            </ns1:extLst>
          </ns0:cNvPr>
          <ns0:cNvSpPr>
            <ns1:spLocks noGrp="1"/>
          </ns0:cNvSpPr>
          <ns0:nvPr/>
        </ns0:nvSpPr>
        <ns0:spPr>
          <ns1:xfrm>
            <ns1:off x="2590800" y="8267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301D2914-8902-4031-81C5-53E16ED91128}"/>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F1D15D9E-D737-482C-B08B-33C803321D5D}"/>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
        <ns0:nvSpPr>
          <ns0:cNvPr id="25" name="condition">
            <ns1:extLst>
              <ns1:ext uri="{FF2B5EF4-FFF2-40B4-BE49-F238E27FC236}">
                <ns2:creationId id="{BAF529BE-D455-4CBF-B1D7-A11359F7B026}"/>
              </ns1:ext>
            </ns1:extLst>
          </ns0:cNvPr>
          <ns0:cNvSpPr>
            <ns1:spLocks noGrp="1"/>
          </ns0:cNvSpPr>
          <ns0:nvPr/>
        </ns0:nvSpPr>
        <ns0:spPr>
          <ns1:xfrm>
            <ns1:off x="2381250" y="9448800"/>
            <ns1:ext cx="13525500" cy="333375"/>
          </ns1:xfrm>
          <ns1:prstGeom prst="rect">
            <ns1:avLst/>
          </ns1:prstGeom>
          <ns1:noFill/>
          <ns1:ln w="0">
            <ns1:noFill/>
          </ns1:ln>
        </ns0:spPr>
        <ns0:txBody>
          <ns1:bodyPr wrap="none" lIns="0" tIns="0" rIns="0" bIns="0" anchor="t">
            <ns1:noAutofit/>
          </ns1:bodyPr>
          <ns1:lstStyle>
            <ns1:defPPr algn="ctr">
              <ns1:defRPr sz="2100" b="0">
                <ns1:solidFill>
                  <ns1:srgbClr val="777777"/>
                </ns1:solidFill>
                <ns1:latin typeface="Pretendard"/>
                <ns1:ea typeface="Pretendard"/>
                <ns1:cs typeface="Pretendard"/>
              </ns1:defRPr>
            </ns1:defPPr>
            <ns1:lvl1pPr algn="ctr">
              <ns1:defRPr sz="2100" b="0">
                <ns1:solidFill>
                  <ns1:srgbClr val="777777"/>
                </ns1:solidFill>
                <ns1:latin typeface="Pretendard"/>
                <ns1:ea typeface="Pretendard"/>
                <ns1:cs typeface="Pretendard"/>
              </ns1:defRPr>
            </ns1:lvl1pPr>
            <ns1:lvl2pPr algn="ctr">
              <ns1:defRPr sz="2100" b="0">
                <ns1:solidFill>
                  <ns1:srgbClr val="777777"/>
                </ns1:solidFill>
                <ns1:latin typeface="Pretendard"/>
                <ns1:ea typeface="Pretendard"/>
                <ns1:cs typeface="Pretendard"/>
              </ns1:defRPr>
            </ns1:lvl2pPr>
            <ns1:lvl3pPr algn="ctr">
              <ns1:defRPr sz="2100" b="0">
                <ns1:solidFill>
                  <ns1:srgbClr val="777777"/>
                </ns1:solidFill>
                <ns1:latin typeface="Pretendard"/>
                <ns1:ea typeface="Pretendard"/>
                <ns1:cs typeface="Pretendard"/>
              </ns1:defRPr>
            </ns1:lvl3pPr>
            <ns1:lvl4pPr algn="ctr">
              <ns1:defRPr sz="2100" b="0">
                <ns1:solidFill>
                  <ns1:srgbClr val="777777"/>
                </ns1:solidFill>
                <ns1:latin typeface="Pretendard"/>
                <ns1:ea typeface="Pretendard"/>
                <ns1:cs typeface="Pretendard"/>
              </ns1:defRPr>
            </ns1:lvl4pPr>
            <ns1:lvl5pPr algn="ctr">
              <ns1:defRPr sz="2100" b="0">
                <ns1:solidFill>
                  <ns1:srgbClr val="777777"/>
                </ns1:solidFill>
                <ns1:latin typeface="Pretendard"/>
                <ns1:ea typeface="Pretendard"/>
                <ns1:cs typeface="Pretendard"/>
              </ns1:defRPr>
            </ns1:lvl5pPr>
            <ns1:lvl6pPr algn="ctr">
              <ns1:defRPr sz="2100" b="0">
                <ns1:solidFill>
                  <ns1:srgbClr val="777777"/>
                </ns1:solidFill>
                <ns1:latin typeface="Pretendard"/>
                <ns1:ea typeface="Pretendard"/>
                <ns1:cs typeface="Pretendard"/>
              </ns1:defRPr>
            </ns1:lvl6pPr>
            <ns1:lvl7pPr algn="ctr">
              <ns1:defRPr sz="2100" b="0">
                <ns1:solidFill>
                  <ns1:srgbClr val="777777"/>
                </ns1:solidFill>
                <ns1:latin typeface="Pretendard"/>
                <ns1:ea typeface="Pretendard"/>
                <ns1:cs typeface="Pretendard"/>
              </ns1:defRPr>
            </ns1:lvl7pPr>
            <ns1:lvl8pPr algn="ctr">
              <ns1:defRPr sz="2100" b="0">
                <ns1:solidFill>
                  <ns1:srgbClr val="777777"/>
                </ns1:solidFill>
                <ns1:latin typeface="Pretendard"/>
                <ns1:ea typeface="Pretendard"/>
                <ns1:cs typeface="Pretendard"/>
              </ns1:defRPr>
            </ns1:lvl8pPr>
            <ns1:lvl9pPr algn="ctr">
              <ns1:defRPr sz="2100" b="0">
                <ns1:solidFill>
                  <ns1:srgbClr val="777777"/>
                </ns1:solidFill>
                <ns1:latin typeface="Pretendard"/>
                <ns1:ea typeface="Pretendard"/>
                <ns1:cs typeface="Pretendard"/>
              </ns1:defRPr>
            </ns1:lvl9pPr>
          </ns1:lstStyle>
          <ns1:p>
            <ns1:pPr algn="ctr">
              <ns1:defRPr sz="2100" b="0">
                <ns1:solidFill>
                  <ns1:srgbClr val="777777"/>
                </ns1:solidFill>
                <ns1:latin typeface="Pretendard"/>
                <ns1:ea typeface="Pretendard"/>
                <ns1:cs typeface="Pretendard"/>
              </ns1:defRPr>
            </ns1:pPr>
            <ns1:r>
              <ns1:rPr sz="2100" b="0">
                <ns1:solidFill>
                  <ns1:srgbClr val="777777"/>
                </ns1:solidFill>
                <ns1:latin typeface="Pretendard"/>
                <ns1:ea typeface="Pretendard"/>
                <ns1:cs typeface="Pretendard"/>
              </ns1:rPr>
              <ns1:t>평균 결합 에너지를 사용한 수증기 생성 반응의 근삿값</ns1:t>
            </ns1:r>
          </ns1:p>
        </ns0:txBody>
      </ns0:sp>
    </ns0:spTree>
    <ns0:extLst>
      <ns0:ext uri="{BB962C8B-B14F-4D97-AF65-F5344CB8AC3E}">
        <ns4:creationId val="1824666652"/>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2026-10-19T14:38:08.6270000Z</dcterms:created>
  <dcterms:modified xsi:type="dcterms:W3CDTF">2026-10-19T14:38:08.6280000Z</dcterms:modified>
</coreProperties>
</file>