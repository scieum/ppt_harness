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340c11bc114440" /><Relationship Type="http://schemas.openxmlformats.org/officeDocument/2006/relationships/extended-properties" Target="/docProps/app.xml" Id="R335ef74e1d2147dc" /><Relationship Type="http://schemas.openxmlformats.org/officeDocument/2006/relationships/officeDocument" Target="/ppt/presentation.xml" Id="R3e470ef13636414d" /></Relationships>
</file>

<file path=ppt/presentation.xml><?xml version="1.0" encoding="utf-8"?>
<p:presentation xmlns:p="http://schemas.openxmlformats.org/presentationml/2006/main">
  <p:sldMasterIdLst>
    <p:sldMasterId xmlns:r="http://schemas.openxmlformats.org/officeDocument/2006/relationships" id="2147483648" r:id="Rc0438f4c4a09480c"/>
  </p:sldMasterIdLst>
  <p:notesMasterIdLst>
    <p:notesMasterId xmlns:r="http://schemas.openxmlformats.org/officeDocument/2006/relationships" r:id="R9f9e663c809a41aa"/>
  </p:notesMasterIdLst>
  <p:sldIdLst>
    <p:sldId xmlns:r="http://schemas.openxmlformats.org/officeDocument/2006/relationships" id="256" r:id="R887adf1e2d654858"/>
    <p:sldId xmlns:r="http://schemas.openxmlformats.org/officeDocument/2006/relationships" id="257" r:id="R741d57caf985414e"/>
    <p:sldId xmlns:r="http://schemas.openxmlformats.org/officeDocument/2006/relationships" id="258" r:id="R9a1c92047f6e41c0"/>
    <p:sldId xmlns:r="http://schemas.openxmlformats.org/officeDocument/2006/relationships" id="259" r:id="R07b989f57da14517"/>
    <p:sldId xmlns:r="http://schemas.openxmlformats.org/officeDocument/2006/relationships" id="260" r:id="R9e659ae66eee44f7"/>
    <p:sldId xmlns:r="http://schemas.openxmlformats.org/officeDocument/2006/relationships" id="261" r:id="Ra0e32311d246494c"/>
    <p:sldId xmlns:r="http://schemas.openxmlformats.org/officeDocument/2006/relationships" id="262" r:id="R3869f65534eb49ae"/>
    <p:sldId xmlns:r="http://schemas.openxmlformats.org/officeDocument/2006/relationships" id="263" r:id="R34b3585c4d0d47cc"/>
    <p:sldId xmlns:r="http://schemas.openxmlformats.org/officeDocument/2006/relationships" id="264" r:id="Re8e794b96ffd4eb5"/>
    <p:sldId xmlns:r="http://schemas.openxmlformats.org/officeDocument/2006/relationships" id="265" r:id="R44cf86f8db924154"/>
    <p:sldId xmlns:r="http://schemas.openxmlformats.org/officeDocument/2006/relationships" id="266" r:id="R931192722613415d"/>
    <p:sldId xmlns:r="http://schemas.openxmlformats.org/officeDocument/2006/relationships" id="267" r:id="Rbb6458bc63d14ca3"/>
    <p:sldId xmlns:r="http://schemas.openxmlformats.org/officeDocument/2006/relationships" id="268" r:id="Raba56101e0f9451a"/>
    <p:sldId xmlns:r="http://schemas.openxmlformats.org/officeDocument/2006/relationships" id="269" r:id="R2890e7ff042f4851"/>
    <p:sldId xmlns:r="http://schemas.openxmlformats.org/officeDocument/2006/relationships" id="270" r:id="R6597382174b14be5"/>
    <p:sldId xmlns:r="http://schemas.openxmlformats.org/officeDocument/2006/relationships" id="271" r:id="Rfc3f322029374736"/>
    <p:sldId xmlns:r="http://schemas.openxmlformats.org/officeDocument/2006/relationships" id="272" r:id="Rbcae0ae969d04c9b"/>
    <p:sldId xmlns:r="http://schemas.openxmlformats.org/officeDocument/2006/relationships" id="273" r:id="R4818a955013f4d43"/>
    <p:sldId xmlns:r="http://schemas.openxmlformats.org/officeDocument/2006/relationships" id="274" r:id="Re5bf51dc668842be"/>
    <p:sldId xmlns:r="http://schemas.openxmlformats.org/officeDocument/2006/relationships" id="275" r:id="R03aff50725894106"/>
    <p:sldId xmlns:r="http://schemas.openxmlformats.org/officeDocument/2006/relationships" id="276" r:id="Rac832e1bdd574ebb"/>
    <p:sldId xmlns:r="http://schemas.openxmlformats.org/officeDocument/2006/relationships" id="277" r:id="R391e1f2079924fab"/>
    <p:sldId xmlns:r="http://schemas.openxmlformats.org/officeDocument/2006/relationships" id="278" r:id="R0f0f92ccf4a14e7f"/>
    <p:sldId xmlns:r="http://schemas.openxmlformats.org/officeDocument/2006/relationships" id="279" r:id="R76277dcb54ad4f8b"/>
    <p:sldId xmlns:r="http://schemas.openxmlformats.org/officeDocument/2006/relationships" id="280" r:id="R953b1243f7b344f2"/>
    <p:sldId xmlns:r="http://schemas.openxmlformats.org/officeDocument/2006/relationships" id="281" r:id="Re33b7469b65b4dde"/>
    <p:sldId xmlns:r="http://schemas.openxmlformats.org/officeDocument/2006/relationships" id="282" r:id="R2ced2a9581754625"/>
    <p:sldId xmlns:r="http://schemas.openxmlformats.org/officeDocument/2006/relationships" id="283" r:id="R2ed2daef322d45a3"/>
    <p:sldId xmlns:r="http://schemas.openxmlformats.org/officeDocument/2006/relationships" id="284" r:id="Rac7b7cc85bf34e26"/>
    <p:sldId xmlns:r="http://schemas.openxmlformats.org/officeDocument/2006/relationships" id="285" r:id="R6a9298f8a5304f5e"/>
    <p:sldId xmlns:r="http://schemas.openxmlformats.org/officeDocument/2006/relationships" id="286" r:id="R587e132411884e5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ff62d7342a4441" /><Relationship Type="http://schemas.openxmlformats.org/officeDocument/2006/relationships/slideMaster" Target="/ppt/slideMasters/slideMaster1.xml" Id="Rc0438f4c4a09480c" /><Relationship Type="http://schemas.openxmlformats.org/officeDocument/2006/relationships/notesMaster" Target="/ppt/notesMasters/notesMaster1.xml" Id="R9f9e663c809a41aa" /><Relationship Type="http://schemas.openxmlformats.org/officeDocument/2006/relationships/presProps" Target="/ppt/presProps.xml" Id="Ra92ba9a6852d40d8" /><Relationship Type="http://schemas.openxmlformats.org/officeDocument/2006/relationships/tableStyles" Target="/ppt/tableStyles.xml" Id="Rf3d7cb1598634ea4" /><Relationship Type="http://schemas.openxmlformats.org/officeDocument/2006/relationships/slide" Target="/ppt/slides/slide1.xml" Id="R887adf1e2d654858" /><Relationship Type="http://schemas.openxmlformats.org/officeDocument/2006/relationships/slide" Target="/ppt/slides/slide2.xml" Id="R741d57caf985414e" /><Relationship Type="http://schemas.openxmlformats.org/officeDocument/2006/relationships/slide" Target="/ppt/slides/slide3.xml" Id="R9a1c92047f6e41c0" /><Relationship Type="http://schemas.openxmlformats.org/officeDocument/2006/relationships/slide" Target="/ppt/slides/slide4.xml" Id="R07b989f57da14517" /><Relationship Type="http://schemas.openxmlformats.org/officeDocument/2006/relationships/slide" Target="/ppt/slides/slide5.xml" Id="R9e659ae66eee44f7" /><Relationship Type="http://schemas.openxmlformats.org/officeDocument/2006/relationships/slide" Target="/ppt/slides/slide6.xml" Id="Ra0e32311d246494c" /><Relationship Type="http://schemas.openxmlformats.org/officeDocument/2006/relationships/slide" Target="/ppt/slides/slide7.xml" Id="R3869f65534eb49ae" /><Relationship Type="http://schemas.openxmlformats.org/officeDocument/2006/relationships/slide" Target="/ppt/slides/slide8.xml" Id="R34b3585c4d0d47cc" /><Relationship Type="http://schemas.openxmlformats.org/officeDocument/2006/relationships/slide" Target="/ppt/slides/slide9.xml" Id="Re8e794b96ffd4eb5" /><Relationship Type="http://schemas.openxmlformats.org/officeDocument/2006/relationships/slide" Target="/ppt/slides/slide10.xml" Id="R44cf86f8db924154" /><Relationship Type="http://schemas.openxmlformats.org/officeDocument/2006/relationships/slide" Target="/ppt/slides/slide11.xml" Id="R931192722613415d" /><Relationship Type="http://schemas.openxmlformats.org/officeDocument/2006/relationships/slide" Target="/ppt/slides/slide12.xml" Id="Rbb6458bc63d14ca3" /><Relationship Type="http://schemas.openxmlformats.org/officeDocument/2006/relationships/slide" Target="/ppt/slides/slide13.xml" Id="Raba56101e0f9451a" /><Relationship Type="http://schemas.openxmlformats.org/officeDocument/2006/relationships/slide" Target="/ppt/slides/slide14.xml" Id="R2890e7ff042f4851" /><Relationship Type="http://schemas.openxmlformats.org/officeDocument/2006/relationships/slide" Target="/ppt/slides/slide15.xml" Id="R6597382174b14be5" /><Relationship Type="http://schemas.openxmlformats.org/officeDocument/2006/relationships/slide" Target="/ppt/slides/slide16.xml" Id="Rfc3f322029374736" /><Relationship Type="http://schemas.openxmlformats.org/officeDocument/2006/relationships/slide" Target="/ppt/slides/slide17.xml" Id="Rbcae0ae969d04c9b" /><Relationship Type="http://schemas.openxmlformats.org/officeDocument/2006/relationships/slide" Target="/ppt/slides/slide18.xml" Id="R4818a955013f4d43" /><Relationship Type="http://schemas.openxmlformats.org/officeDocument/2006/relationships/slide" Target="/ppt/slides/slide19.xml" Id="Re5bf51dc668842be" /><Relationship Type="http://schemas.openxmlformats.org/officeDocument/2006/relationships/slide" Target="/ppt/slides/slide20.xml" Id="R03aff50725894106" /><Relationship Type="http://schemas.openxmlformats.org/officeDocument/2006/relationships/slide" Target="/ppt/slides/slide21.xml" Id="Rac832e1bdd574ebb" /><Relationship Type="http://schemas.openxmlformats.org/officeDocument/2006/relationships/slide" Target="/ppt/slides/slide22.xml" Id="R391e1f2079924fab" /><Relationship Type="http://schemas.openxmlformats.org/officeDocument/2006/relationships/slide" Target="/ppt/slides/slide23.xml" Id="R0f0f92ccf4a14e7f" /><Relationship Type="http://schemas.openxmlformats.org/officeDocument/2006/relationships/slide" Target="/ppt/slides/slide24.xml" Id="R76277dcb54ad4f8b" /><Relationship Type="http://schemas.openxmlformats.org/officeDocument/2006/relationships/slide" Target="/ppt/slides/slide25.xml" Id="R953b1243f7b344f2" /><Relationship Type="http://schemas.openxmlformats.org/officeDocument/2006/relationships/slide" Target="/ppt/slides/slide26.xml" Id="Re33b7469b65b4dde" /><Relationship Type="http://schemas.openxmlformats.org/officeDocument/2006/relationships/slide" Target="/ppt/slides/slide27.xml" Id="R2ced2a9581754625" /><Relationship Type="http://schemas.openxmlformats.org/officeDocument/2006/relationships/slide" Target="/ppt/slides/slide28.xml" Id="R2ed2daef322d45a3" /><Relationship Type="http://schemas.openxmlformats.org/officeDocument/2006/relationships/slide" Target="/ppt/slides/slide29.xml" Id="Rac7b7cc85bf34e26" /><Relationship Type="http://schemas.openxmlformats.org/officeDocument/2006/relationships/slide" Target="/ppt/slides/slide30.xml" Id="R6a9298f8a5304f5e" /><Relationship Type="http://schemas.openxmlformats.org/officeDocument/2006/relationships/slide" Target="/ppt/slides/slide31.xml" Id="R587e132411884e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0e96d5536d4c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62fd1144eb42b1" /><Relationship Type="http://schemas.openxmlformats.org/officeDocument/2006/relationships/notesMaster" Target="/ppt/notesMasters/notesMaster1.xml" Id="Re17d934445b74e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4e59138f804e03" /><Relationship Type="http://schemas.openxmlformats.org/officeDocument/2006/relationships/notesMaster" Target="/ppt/notesMasters/notesMaster1.xml" Id="Refb51cb053ea41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3dc6f06c414ace" /><Relationship Type="http://schemas.openxmlformats.org/officeDocument/2006/relationships/notesMaster" Target="/ppt/notesMasters/notesMaster1.xml" Id="R7219570a0ee247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3ab25619344aa4" /><Relationship Type="http://schemas.openxmlformats.org/officeDocument/2006/relationships/notesMaster" Target="/ppt/notesMasters/notesMaster1.xml" Id="Rafba5ac00cc94e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7eb23c699848d3" /><Relationship Type="http://schemas.openxmlformats.org/officeDocument/2006/relationships/notesMaster" Target="/ppt/notesMasters/notesMaster1.xml" Id="R7cf9cdb7d85b4e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75de7b9d1b48af" /><Relationship Type="http://schemas.openxmlformats.org/officeDocument/2006/relationships/notesMaster" Target="/ppt/notesMasters/notesMaster1.xml" Id="R68c2d4dd769348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95fe374bbf4e71" /><Relationship Type="http://schemas.openxmlformats.org/officeDocument/2006/relationships/notesMaster" Target="/ppt/notesMasters/notesMaster1.xml" Id="R8e9d1dab6ed741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d69b633bb94398" /><Relationship Type="http://schemas.openxmlformats.org/officeDocument/2006/relationships/notesMaster" Target="/ppt/notesMasters/notesMaster1.xml" Id="R23fca5ef70e743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b833c44178471b" /><Relationship Type="http://schemas.openxmlformats.org/officeDocument/2006/relationships/notesMaster" Target="/ppt/notesMasters/notesMaster1.xml" Id="Rf770cc05fd4640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3baf9fb0714c75" /><Relationship Type="http://schemas.openxmlformats.org/officeDocument/2006/relationships/notesMaster" Target="/ppt/notesMasters/notesMaster1.xml" Id="Rf0be9c5f3fad4f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76f68527d74862" /><Relationship Type="http://schemas.openxmlformats.org/officeDocument/2006/relationships/notesMaster" Target="/ppt/notesMasters/notesMaster1.xml" Id="R5009a6cfd6414f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a58d5290894625" /><Relationship Type="http://schemas.openxmlformats.org/officeDocument/2006/relationships/notesMaster" Target="/ppt/notesMasters/notesMaster1.xml" Id="R7b471df08fa549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1a4b6ae6d04ea9" /><Relationship Type="http://schemas.openxmlformats.org/officeDocument/2006/relationships/notesMaster" Target="/ppt/notesMasters/notesMaster1.xml" Id="Rd9cb5de04a5947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d53f4f8fb049bb" /><Relationship Type="http://schemas.openxmlformats.org/officeDocument/2006/relationships/notesMaster" Target="/ppt/notesMasters/notesMaster1.xml" Id="Rd4b26769bb134a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0a88f919d8422a" /><Relationship Type="http://schemas.openxmlformats.org/officeDocument/2006/relationships/notesMaster" Target="/ppt/notesMasters/notesMaster1.xml" Id="R9a47759a886b44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e948ad674a4481" /><Relationship Type="http://schemas.openxmlformats.org/officeDocument/2006/relationships/notesMaster" Target="/ppt/notesMasters/notesMaster1.xml" Id="R618befb545154c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bfdaa40fb0475d" /><Relationship Type="http://schemas.openxmlformats.org/officeDocument/2006/relationships/notesMaster" Target="/ppt/notesMasters/notesMaster1.xml" Id="Rcad3fe58acb24e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a2072b5d0d4a74" /><Relationship Type="http://schemas.openxmlformats.org/officeDocument/2006/relationships/notesMaster" Target="/ppt/notesMasters/notesMaster1.xml" Id="R971d63ee889648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f7ba3303654d4d" /><Relationship Type="http://schemas.openxmlformats.org/officeDocument/2006/relationships/notesMaster" Target="/ppt/notesMasters/notesMaster1.xml" Id="Rb1728f4ebcc049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77df7d5528477f" /><Relationship Type="http://schemas.openxmlformats.org/officeDocument/2006/relationships/notesMaster" Target="/ppt/notesMasters/notesMaster1.xml" Id="Ra61f5c5c1be140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922bd31b5f64321" /><Relationship Type="http://schemas.openxmlformats.org/officeDocument/2006/relationships/notesMaster" Target="/ppt/notesMasters/notesMaster1.xml" Id="R1006ea40cd834f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eac6e20af747dc" /><Relationship Type="http://schemas.openxmlformats.org/officeDocument/2006/relationships/notesMaster" Target="/ppt/notesMasters/notesMaster1.xml" Id="R1efed1fa237b41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b5a9bc0fef4ede" /><Relationship Type="http://schemas.openxmlformats.org/officeDocument/2006/relationships/notesMaster" Target="/ppt/notesMasters/notesMaster1.xml" Id="R18e6764a461c42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f863b8a7bb0453b" /><Relationship Type="http://schemas.openxmlformats.org/officeDocument/2006/relationships/notesMaster" Target="/ppt/notesMasters/notesMaster1.xml" Id="Rb89fa0d2da894d5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83a7f1ad804e85" /><Relationship Type="http://schemas.openxmlformats.org/officeDocument/2006/relationships/notesMaster" Target="/ppt/notesMasters/notesMaster1.xml" Id="R988ad66ff41749f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94f944bc39c463c" /><Relationship Type="http://schemas.openxmlformats.org/officeDocument/2006/relationships/notesMaster" Target="/ppt/notesMasters/notesMaster1.xml" Id="R7214fd525d4f4f3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2db57ec8b64b6d" /><Relationship Type="http://schemas.openxmlformats.org/officeDocument/2006/relationships/notesMaster" Target="/ppt/notesMasters/notesMaster1.xml" Id="R2293c294b6ca41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bcdf39d778249da" /><Relationship Type="http://schemas.openxmlformats.org/officeDocument/2006/relationships/notesMaster" Target="/ppt/notesMasters/notesMaster1.xml" Id="R5fa0b9ba16b840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3adc7a968274582" /><Relationship Type="http://schemas.openxmlformats.org/officeDocument/2006/relationships/notesMaster" Target="/ppt/notesMasters/notesMaster1.xml" Id="Re74006f56e2e450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c8b89be2bd541d8" /><Relationship Type="http://schemas.openxmlformats.org/officeDocument/2006/relationships/notesMaster" Target="/ppt/notesMasters/notesMaster1.xml" Id="R270a469538f24e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30646f90a694c25" /><Relationship Type="http://schemas.openxmlformats.org/officeDocument/2006/relationships/notesMaster" Target="/ppt/notesMasters/notesMaster1.xml" Id="Re7d6e275db104a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51ea19285c45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0003fa62b40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1ab377bc7a4f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1402c194c948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bd2dcbc9bb4f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8a237c7c8943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CD8960-C9AA-49C3-9DD6-7589408113D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6C3C69-3ECB-4E55-B190-D3810B4FBEC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CAF359-FD5D-448F-9F05-FA21B160EB35}"/>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CB4D3A-E2CC-49E5-914D-9BCC36C5DA9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8EF9DC-271F-4634-B474-695F1141DEF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A70532-20D9-483C-9150-2A79B2F286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378965-0893-435A-9CE4-3C233010496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847027-FCAB-43E1-97FE-E47C276D0737}"/>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F0BA32-0AFF-4356-8FC6-9674A370752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EDAB20-4F85-42FA-B9E7-79CFFCA9F95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1eefa3b99343ac" /><Relationship Type="http://schemas.openxmlformats.org/officeDocument/2006/relationships/slideLayout" Target="/ppt/slideLayouts/slideLayout1.xml" Id="Ra78343b0f1b742a1" /><Relationship Type="http://schemas.openxmlformats.org/officeDocument/2006/relationships/slideLayout" Target="/ppt/slideLayouts/slideLayout2.xml" Id="Rb5086fe7785d421d" /><Relationship Type="http://schemas.openxmlformats.org/officeDocument/2006/relationships/slideLayout" Target="/ppt/slideLayouts/slideLayout3.xml" Id="Rb5c6c561f0f44a46" /><Relationship Type="http://schemas.openxmlformats.org/officeDocument/2006/relationships/slideLayout" Target="/ppt/slideLayouts/slideLayout4.xml" Id="R254ac93f83944982" /><Relationship Type="http://schemas.openxmlformats.org/officeDocument/2006/relationships/slideLayout" Target="/ppt/slideLayouts/slideLayout5.xml" Id="Reef5568db73546c1" /><Relationship Type="http://schemas.openxmlformats.org/officeDocument/2006/relationships/slideLayout" Target="/ppt/slideLayouts/slideLayout6.xml" Id="Rc265017823ed4d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8343b0f1b742a1"/>
    <p:sldLayoutId xmlns:r="http://schemas.openxmlformats.org/officeDocument/2006/relationships" id="2147483650" r:id="Rb5086fe7785d421d"/>
    <p:sldLayoutId xmlns:r="http://schemas.openxmlformats.org/officeDocument/2006/relationships" id="2147483651" r:id="Rb5c6c561f0f44a46"/>
    <p:sldLayoutId xmlns:r="http://schemas.openxmlformats.org/officeDocument/2006/relationships" id="2147483652" r:id="R254ac93f83944982"/>
    <p:sldLayoutId xmlns:r="http://schemas.openxmlformats.org/officeDocument/2006/relationships" id="2147483653" r:id="Reef5568db73546c1"/>
    <p:sldLayoutId xmlns:r="http://schemas.openxmlformats.org/officeDocument/2006/relationships" id="2147483654" r:id="Rc265017823ed4d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6755c748044815" /><Relationship Type="http://schemas.openxmlformats.org/officeDocument/2006/relationships/image" Target="/ppt/media/image.png" Id="R5a8d89d490974fb6" /><Relationship Type="http://schemas.openxmlformats.org/officeDocument/2006/relationships/image" Target="/ppt/media/image2.png" Id="Rb42f121183454ceb" /><Relationship Type="http://schemas.openxmlformats.org/officeDocument/2006/relationships/image" Target="/ppt/media/image3.png" Id="R6b0ea30db48b4449" /><Relationship Type="http://schemas.openxmlformats.org/officeDocument/2006/relationships/image" Target="/ppt/media/image4.png" Id="Re121e96304264159" /><Relationship Type="http://schemas.openxmlformats.org/officeDocument/2006/relationships/notesSlide" Target="/ppt/notesSlides/notesSlide1.xml" Id="R945f16777b134b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7bf63941994de7" /><Relationship Type="http://schemas.openxmlformats.org/officeDocument/2006/relationships/image" Target="/ppt/media/image5.png" Id="Rd9c1fd15f06c483d" /><Relationship Type="http://schemas.openxmlformats.org/officeDocument/2006/relationships/image" Target="/ppt/media/image6.png" Id="R4ecdd7e7e0c34068" /><Relationship Type="http://schemas.openxmlformats.org/officeDocument/2006/relationships/image" Target="/ppt/media/image7.png" Id="Rc0a0c7dfe99742fe" /><Relationship Type="http://schemas.openxmlformats.org/officeDocument/2006/relationships/image" Target="/ppt/media/image8.png" Id="Rd2e385c4d3924d7d" /><Relationship Type="http://schemas.openxmlformats.org/officeDocument/2006/relationships/image" Target="/ppt/media/image9.png" Id="R9cedfaf15ebc410a" /><Relationship Type="http://schemas.openxmlformats.org/officeDocument/2006/relationships/image" Target="/ppt/media/image10.png" Id="Rcd9afe28c9d94101" /><Relationship Type="http://schemas.openxmlformats.org/officeDocument/2006/relationships/image" Target="/ppt/media/image11.png" Id="R8aede87405764d6e" /><Relationship Type="http://schemas.openxmlformats.org/officeDocument/2006/relationships/image" Target="/ppt/media/image12.png" Id="R551064c09b6b41cd" /><Relationship Type="http://schemas.openxmlformats.org/officeDocument/2006/relationships/image" Target="/ppt/media/image13.png" Id="Re7c7ef082cb44edd" /><Relationship Type="http://schemas.openxmlformats.org/officeDocument/2006/relationships/notesSlide" Target="/ppt/notesSlides/notesSlide2.xml" Id="Rd95bcefc6d1a4f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f047b542234987" /><Relationship Type="http://schemas.openxmlformats.org/officeDocument/2006/relationships/image" Target="/ppt/media/image14.png" Id="Rcf4ef1e2466242e1" /><Relationship Type="http://schemas.openxmlformats.org/officeDocument/2006/relationships/image" Target="/ppt/media/image15.png" Id="Rf86267a48a82492f" /><Relationship Type="http://schemas.openxmlformats.org/officeDocument/2006/relationships/image" Target="/ppt/media/image16.png" Id="Rf9022235009d4799" /><Relationship Type="http://schemas.openxmlformats.org/officeDocument/2006/relationships/notesSlide" Target="/ppt/notesSlides/notesSlide3.xml" Id="R8b4cc08d8a3f4d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d974481d5b410d" /><Relationship Type="http://schemas.openxmlformats.org/officeDocument/2006/relationships/image" Target="/ppt/media/image17.png" Id="Rca86fc6b3dc34ed5" /><Relationship Type="http://schemas.openxmlformats.org/officeDocument/2006/relationships/image" Target="/ppt/media/image18.png" Id="R20a9662cc2ce4c62" /><Relationship Type="http://schemas.openxmlformats.org/officeDocument/2006/relationships/notesSlide" Target="/ppt/notesSlides/notesSlide4.xml" Id="Rff0c44a361b24a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4a795314324b08" /><Relationship Type="http://schemas.openxmlformats.org/officeDocument/2006/relationships/image" Target="/ppt/media/image19.png" Id="Re836bb9de9824c07" /><Relationship Type="http://schemas.openxmlformats.org/officeDocument/2006/relationships/image" Target="/ppt/media/image20.png" Id="R64e2615591ef41a9" /><Relationship Type="http://schemas.openxmlformats.org/officeDocument/2006/relationships/notesSlide" Target="/ppt/notesSlides/notesSlide5.xml" Id="Re87987524c8049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8d22c4a2494159" /><Relationship Type="http://schemas.openxmlformats.org/officeDocument/2006/relationships/image" Target="/ppt/media/image21.png" Id="R2a2f95e2b3204e31" /><Relationship Type="http://schemas.openxmlformats.org/officeDocument/2006/relationships/image" Target="/ppt/media/image22.png" Id="Re88450c63ccc40fc" /><Relationship Type="http://schemas.openxmlformats.org/officeDocument/2006/relationships/image" Target="/ppt/media/image23.png" Id="R8d104a271d90428a" /><Relationship Type="http://schemas.openxmlformats.org/officeDocument/2006/relationships/notesSlide" Target="/ppt/notesSlides/notesSlide6.xml" Id="Rd5e3bbbd23f747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e4499a3bcd4ece" /><Relationship Type="http://schemas.openxmlformats.org/officeDocument/2006/relationships/image" Target="/ppt/media/image24.png" Id="R8cab08483744455b" /><Relationship Type="http://schemas.openxmlformats.org/officeDocument/2006/relationships/image" Target="/ppt/media/image25.png" Id="Re10e0e2362c44cdc" /><Relationship Type="http://schemas.openxmlformats.org/officeDocument/2006/relationships/image" Target="/ppt/media/image26.png" Id="Rd0aea9092efc47cf" /><Relationship Type="http://schemas.openxmlformats.org/officeDocument/2006/relationships/notesSlide" Target="/ppt/notesSlides/notesSlide7.xml" Id="Rd15a1a790f5340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5de2c565db46e2" /><Relationship Type="http://schemas.openxmlformats.org/officeDocument/2006/relationships/image" Target="/ppt/media/image27.png" Id="R77c35947ccd34d51" /><Relationship Type="http://schemas.openxmlformats.org/officeDocument/2006/relationships/image" Target="/ppt/media/image28.png" Id="R5825d992e3bd45e0" /><Relationship Type="http://schemas.openxmlformats.org/officeDocument/2006/relationships/notesSlide" Target="/ppt/notesSlides/notesSlide8.xml" Id="Rdabe31179d5344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f01162d7944357" /><Relationship Type="http://schemas.openxmlformats.org/officeDocument/2006/relationships/image" Target="/ppt/media/image29.png" Id="R065418aff3b84235" /><Relationship Type="http://schemas.openxmlformats.org/officeDocument/2006/relationships/image" Target="/ppt/media/image30.png" Id="Rb337b306ac054b17" /><Relationship Type="http://schemas.openxmlformats.org/officeDocument/2006/relationships/notesSlide" Target="/ppt/notesSlides/notesSlide9.xml" Id="Rf356909267c044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6ae4b20dec949d6" /><Relationship Type="http://schemas.openxmlformats.org/officeDocument/2006/relationships/image" Target="/ppt/media/image31.png" Id="R79ce4693168943f5" /><Relationship Type="http://schemas.openxmlformats.org/officeDocument/2006/relationships/image" Target="/ppt/media/image32.png" Id="R37b365988ee749f2" /><Relationship Type="http://schemas.openxmlformats.org/officeDocument/2006/relationships/image" Target="/ppt/media/image33.png" Id="R10be5e37edc24344" /><Relationship Type="http://schemas.openxmlformats.org/officeDocument/2006/relationships/notesSlide" Target="/ppt/notesSlides/notesSlide10.xml" Id="R87a7b252ec3544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a831b0fd5984d64" /><Relationship Type="http://schemas.openxmlformats.org/officeDocument/2006/relationships/image" Target="/ppt/media/image34.png" Id="R1a57b75b6feb4147" /><Relationship Type="http://schemas.openxmlformats.org/officeDocument/2006/relationships/image" Target="/ppt/media/image35.png" Id="Rbb9657a646e0437d" /><Relationship Type="http://schemas.openxmlformats.org/officeDocument/2006/relationships/notesSlide" Target="/ppt/notesSlides/notesSlide11.xml" Id="R9b87e8da47dc42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8574b92f1934cf6" /><Relationship Type="http://schemas.openxmlformats.org/officeDocument/2006/relationships/image" Target="/ppt/media/image36.png" Id="Rd536bc483e6548c2" /><Relationship Type="http://schemas.openxmlformats.org/officeDocument/2006/relationships/image" Target="/ppt/media/image37.png" Id="R55eb5f9c95994831" /><Relationship Type="http://schemas.openxmlformats.org/officeDocument/2006/relationships/image" Target="/ppt/media/image38.png" Id="Rde15573b63884b48" /><Relationship Type="http://schemas.openxmlformats.org/officeDocument/2006/relationships/notesSlide" Target="/ppt/notesSlides/notesSlide12.xml" Id="R86568e37bc2348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8be8c3cb964d08" /><Relationship Type="http://schemas.openxmlformats.org/officeDocument/2006/relationships/image" Target="/ppt/media/image39.png" Id="R4d87dffc26994c86" /><Relationship Type="http://schemas.openxmlformats.org/officeDocument/2006/relationships/image" Target="/ppt/media/image40.png" Id="R9878d19151734c0b" /><Relationship Type="http://schemas.openxmlformats.org/officeDocument/2006/relationships/notesSlide" Target="/ppt/notesSlides/notesSlide13.xml" Id="R7dc558f8534249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d2bf06e8684f89" /><Relationship Type="http://schemas.openxmlformats.org/officeDocument/2006/relationships/image" Target="/ppt/media/image41.png" Id="R0bf3e2204d974fa8" /><Relationship Type="http://schemas.openxmlformats.org/officeDocument/2006/relationships/image" Target="/ppt/media/image42.png" Id="R48c6832e89c341ac" /><Relationship Type="http://schemas.openxmlformats.org/officeDocument/2006/relationships/notesSlide" Target="/ppt/notesSlides/notesSlide14.xml" Id="R8078985b92d64c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9b5829a23f4ad8" /><Relationship Type="http://schemas.openxmlformats.org/officeDocument/2006/relationships/image" Target="/ppt/media/image43.png" Id="Rc32bac2680d742d9" /><Relationship Type="http://schemas.openxmlformats.org/officeDocument/2006/relationships/image" Target="/ppt/media/image44.png" Id="R8d4445f6d9594b88" /><Relationship Type="http://schemas.openxmlformats.org/officeDocument/2006/relationships/image" Target="/ppt/media/image45.png" Id="R9d90604173f44fc6" /><Relationship Type="http://schemas.openxmlformats.org/officeDocument/2006/relationships/notesSlide" Target="/ppt/notesSlides/notesSlide15.xml" Id="R643f4ddebafe43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738d525316d4eee" /><Relationship Type="http://schemas.openxmlformats.org/officeDocument/2006/relationships/image" Target="/ppt/media/image46.png" Id="Rd5f76c86f50f4e17" /><Relationship Type="http://schemas.openxmlformats.org/officeDocument/2006/relationships/image" Target="/ppt/media/image47.png" Id="R8cebcd1261734ce0" /><Relationship Type="http://schemas.openxmlformats.org/officeDocument/2006/relationships/image" Target="/ppt/media/image48.png" Id="R48fa3f7c03ca4c78" /><Relationship Type="http://schemas.openxmlformats.org/officeDocument/2006/relationships/notesSlide" Target="/ppt/notesSlides/notesSlide16.xml" Id="Ree89bcbb81b949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000354947164ea6" /><Relationship Type="http://schemas.openxmlformats.org/officeDocument/2006/relationships/image" Target="/ppt/media/image49.png" Id="Rff7861bd87e34daf" /><Relationship Type="http://schemas.openxmlformats.org/officeDocument/2006/relationships/notesSlide" Target="/ppt/notesSlides/notesSlide17.xml" Id="R67238fc92d8243c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ec1b8edcaa746af" /><Relationship Type="http://schemas.openxmlformats.org/officeDocument/2006/relationships/image" Target="/ppt/media/image50.png" Id="Rd89ff52b69fb44b1" /><Relationship Type="http://schemas.openxmlformats.org/officeDocument/2006/relationships/image" Target="/ppt/media/image51.png" Id="Rbf3b5eef8940407c" /><Relationship Type="http://schemas.openxmlformats.org/officeDocument/2006/relationships/image" Target="/ppt/media/image52.png" Id="R234a86ad8eda4028" /><Relationship Type="http://schemas.openxmlformats.org/officeDocument/2006/relationships/notesSlide" Target="/ppt/notesSlides/notesSlide18.xml" Id="R5720ef40d21040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77fbf78ce68460c" /><Relationship Type="http://schemas.openxmlformats.org/officeDocument/2006/relationships/image" Target="/ppt/media/image53.png" Id="R3df072d5a8594abd" /><Relationship Type="http://schemas.openxmlformats.org/officeDocument/2006/relationships/image" Target="/ppt/media/image54.png" Id="R7259d94f77564eae" /><Relationship Type="http://schemas.openxmlformats.org/officeDocument/2006/relationships/notesSlide" Target="/ppt/notesSlides/notesSlide19.xml" Id="Rf77e930843ea47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003a91f836c4cd6" /><Relationship Type="http://schemas.openxmlformats.org/officeDocument/2006/relationships/image" Target="/ppt/media/image55.png" Id="R64ba196114ae4732" /><Relationship Type="http://schemas.openxmlformats.org/officeDocument/2006/relationships/image" Target="/ppt/media/image56.png" Id="Rdedd5788811d484a" /><Relationship Type="http://schemas.openxmlformats.org/officeDocument/2006/relationships/notesSlide" Target="/ppt/notesSlides/notesSlide20.xml" Id="R97f375bf2b884e5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4f254ec563749aa" /><Relationship Type="http://schemas.openxmlformats.org/officeDocument/2006/relationships/image" Target="/ppt/media/image57.png" Id="Rd7b9e71299b64950" /><Relationship Type="http://schemas.openxmlformats.org/officeDocument/2006/relationships/image" Target="/ppt/media/image58.png" Id="R443da6808be54798" /><Relationship Type="http://schemas.openxmlformats.org/officeDocument/2006/relationships/notesSlide" Target="/ppt/notesSlides/notesSlide21.xml" Id="R9f8631960b8245f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3db2a42a1bd48bb" /><Relationship Type="http://schemas.openxmlformats.org/officeDocument/2006/relationships/image" Target="/ppt/media/image59.png" Id="R34e5ed394fcb4564" /><Relationship Type="http://schemas.openxmlformats.org/officeDocument/2006/relationships/image" Target="/ppt/media/image60.png" Id="Ra935dd6e65c148a5" /><Relationship Type="http://schemas.openxmlformats.org/officeDocument/2006/relationships/notesSlide" Target="/ppt/notesSlides/notesSlide22.xml" Id="Rc0fdfef2383b4e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57c53a2976c4be2" /><Relationship Type="http://schemas.openxmlformats.org/officeDocument/2006/relationships/image" Target="/ppt/media/image61.png" Id="R49744ef1326d4a4a" /><Relationship Type="http://schemas.openxmlformats.org/officeDocument/2006/relationships/image" Target="/ppt/media/image62.png" Id="Rebcf31a5082f48b0" /><Relationship Type="http://schemas.openxmlformats.org/officeDocument/2006/relationships/image" Target="/ppt/media/image63.png" Id="R9c2633695770409f" /><Relationship Type="http://schemas.openxmlformats.org/officeDocument/2006/relationships/notesSlide" Target="/ppt/notesSlides/notesSlide23.xml" Id="R4116dc2e505a4b9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364aecc9a44218" /><Relationship Type="http://schemas.openxmlformats.org/officeDocument/2006/relationships/image" Target="/ppt/media/image64.png" Id="Rf758381498044a03" /><Relationship Type="http://schemas.openxmlformats.org/officeDocument/2006/relationships/image" Target="/ppt/media/image65.png" Id="Ra2b1c307a2e64dca" /><Relationship Type="http://schemas.openxmlformats.org/officeDocument/2006/relationships/notesSlide" Target="/ppt/notesSlides/notesSlide24.xml" Id="Rc6684a9ad7dd463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9537ecb9d3548a5" /><Relationship Type="http://schemas.openxmlformats.org/officeDocument/2006/relationships/image" Target="/ppt/media/image66.png" Id="Rec83cb336a9f4aa9" /><Relationship Type="http://schemas.openxmlformats.org/officeDocument/2006/relationships/image" Target="/ppt/media/image67.png" Id="R2082ce5c07a946b8" /><Relationship Type="http://schemas.openxmlformats.org/officeDocument/2006/relationships/notesSlide" Target="/ppt/notesSlides/notesSlide25.xml" Id="R0ea17f17d19d4d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09a73125ed84e1d" /><Relationship Type="http://schemas.openxmlformats.org/officeDocument/2006/relationships/image" Target="/ppt/media/image68.png" Id="Rf7987261a4144833" /><Relationship Type="http://schemas.openxmlformats.org/officeDocument/2006/relationships/image" Target="/ppt/media/image69.png" Id="Rf68e4753cc5f49b3" /><Relationship Type="http://schemas.openxmlformats.org/officeDocument/2006/relationships/image" Target="/ppt/media/image70.png" Id="R250c93b7bd7745ba" /><Relationship Type="http://schemas.openxmlformats.org/officeDocument/2006/relationships/notesSlide" Target="/ppt/notesSlides/notesSlide26.xml" Id="Re314daca2fdf46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6f305f7acde4908" /><Relationship Type="http://schemas.openxmlformats.org/officeDocument/2006/relationships/image" Target="/ppt/media/image71.png" Id="R93e93801e4634d5c" /><Relationship Type="http://schemas.openxmlformats.org/officeDocument/2006/relationships/notesSlide" Target="/ppt/notesSlides/notesSlide27.xml" Id="R6b043fac437b4f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2fb3c9011a4425a" /><Relationship Type="http://schemas.openxmlformats.org/officeDocument/2006/relationships/image" Target="/ppt/media/image72.png" Id="R1ad99ead86f34d71" /><Relationship Type="http://schemas.openxmlformats.org/officeDocument/2006/relationships/image" Target="/ppt/media/image73.png" Id="Rde6f7483e7704093" /><Relationship Type="http://schemas.openxmlformats.org/officeDocument/2006/relationships/notesSlide" Target="/ppt/notesSlides/notesSlide28.xml" Id="Rbcc1697b95644c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f102eaceecb4358" /><Relationship Type="http://schemas.openxmlformats.org/officeDocument/2006/relationships/image" Target="/ppt/media/image74.png" Id="Re37333538a034ded" /><Relationship Type="http://schemas.openxmlformats.org/officeDocument/2006/relationships/image" Target="/ppt/media/image75.png" Id="R638c82450192480d" /><Relationship Type="http://schemas.openxmlformats.org/officeDocument/2006/relationships/notesSlide" Target="/ppt/notesSlides/notesSlide29.xml" Id="R901e823e756840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b74b86deaac4d3b" /><Relationship Type="http://schemas.openxmlformats.org/officeDocument/2006/relationships/image" Target="/ppt/media/image76.png" Id="Rbf1dae407dc04640" /><Relationship Type="http://schemas.openxmlformats.org/officeDocument/2006/relationships/notesSlide" Target="/ppt/notesSlides/notesSlide30.xml" Id="Rc2adc5838e024bf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fe2249056774149" /><Relationship Type="http://schemas.openxmlformats.org/officeDocument/2006/relationships/image" Target="/ppt/media/image77.png" Id="R7c9ac14605244c26" /><Relationship Type="http://schemas.openxmlformats.org/officeDocument/2006/relationships/image" Target="/ppt/media/image78.png" Id="Rfcb2518759964468" /><Relationship Type="http://schemas.openxmlformats.org/officeDocument/2006/relationships/notesSlide" Target="/ppt/notesSlides/notesSlide31.xml" Id="R066224c4c36e4f93"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84B848EE-49A1-4F08-AE1A-B1E138C7B00A}"/>
              </a:ext>
            </a:extLst>
          </p:cNvPr>
          <p:cNvPicPr>
            <a:picLocks noChangeAspect="1"/>
          </p:cNvPicPr>
          <p:nvPr/>
        </p:nvPicPr>
        <p:blipFill>
          <a:blip ns3:embed="R5a8d89d490974fb6"/>
          <a:stretch/>
        </p:blipFill>
        <p:spPr>
          <a:xfrm>
            <a:off x="4859" y="0"/>
            <a:ext cx="18278283" cy="10287000"/>
          </a:xfrm>
          <a:prstGeom prst="rect">
            <a:avLst/>
          </a:prstGeom>
        </p:spPr>
      </p:pic>
      <p:sp>
        <p:nvSpPr>
          <p:cNvPr id="2" name="reference_green_fade">
            <a:extLst>
              <a:ext uri="{FF2B5EF4-FFF2-40B4-BE49-F238E27FC236}">
                <ns2:creationId id="{80E94A41-0D9C-43F5-8E34-2C1FF84492C6}"/>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D05173AC-0161-437A-8FB5-726B0217D42F}"/>
              </a:ext>
            </a:extLst>
          </p:cNvPr>
          <p:cNvPicPr>
            <a:picLocks noChangeAspect="1"/>
          </p:cNvPicPr>
          <p:nvPr/>
        </p:nvPicPr>
        <p:blipFill>
          <a:blip ns3:embed="Rb42f121183454ceb"/>
          <a:stretch/>
        </p:blipFill>
        <p:spPr>
          <a:xfrm>
            <a:off x="16941800" y="382588"/>
            <a:ext cx="1028700" cy="733425"/>
          </a:xfrm>
          <a:prstGeom prst="rect">
            <a:avLst/>
          </a:prstGeom>
        </p:spPr>
      </p:pic>
      <p:sp>
        <p:nvSpPr>
          <p:cNvPr id="4" name="copyright">
            <a:extLst>
              <a:ext uri="{FF2B5EF4-FFF2-40B4-BE49-F238E27FC236}">
                <ns2:creationId id="{00442B87-9099-42ED-B57D-3E45216F4A8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25707463-3870-4E0A-A44E-2693584D68CA}"/>
              </a:ext>
            </a:extLst>
          </p:cNvPr>
          <p:cNvPicPr>
            <a:picLocks noChangeAspect="1"/>
          </p:cNvPicPr>
          <p:nvPr/>
        </p:nvPicPr>
        <p:blipFill>
          <a:blip ns3:embed="R6b0ea30db48b4449"/>
          <a:stretch/>
        </p:blipFill>
        <p:spPr>
          <a:xfrm>
            <a:off x="1320800" y="5207000"/>
            <a:ext cx="1447800" cy="609600"/>
          </a:xfrm>
          <a:prstGeom prst="rect">
            <a:avLst/>
          </a:prstGeom>
        </p:spPr>
      </p:pic>
      <p:pic>
        <p:nvPicPr>
          <p:cNvPr id="6" name="">
            <a:extLst>
              <a:ext uri="{FF2B5EF4-FFF2-40B4-BE49-F238E27FC236}">
                <ns2:creationId id="{DB3666B5-30DA-4A4E-8EB6-981D62DA6A3F}"/>
              </a:ext>
            </a:extLst>
          </p:cNvPr>
          <p:cNvPicPr>
            <a:picLocks noChangeAspect="1"/>
          </p:cNvPicPr>
          <p:nvPr/>
        </p:nvPicPr>
        <p:blipFill>
          <a:blip ns3:embed="Re121e96304264159"/>
          <a:stretch/>
        </p:blipFill>
        <p:spPr>
          <a:xfrm>
            <a:off x="15252700" y="410251"/>
            <a:ext cx="1473200" cy="627298"/>
          </a:xfrm>
          <a:prstGeom prst="rect">
            <a:avLst/>
          </a:prstGeom>
        </p:spPr>
      </p:pic>
      <p:sp>
        <p:nvSpPr>
          <p:cNvPr id="7" name="title-line0">
            <a:extLst>
              <a:ext uri="{FF2B5EF4-FFF2-40B4-BE49-F238E27FC236}">
                <ns2:creationId id="{E99F224B-5794-4AC7-81AF-6EC3176C0E3C}"/>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B7FFA9C4-34D0-4FC6-9691-E92CB6BE9559}"/>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32EF27CC-2C75-4B15-8D37-B2471183AF2B}"/>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909608085"/>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CAB8E5A7-1C95-45D5-B777-4F07C0A0CF09}"/>
              </a:ext>
            </a:extLst>
          </p:cNvPr>
          <p:cNvPicPr>
            <a:picLocks noChangeAspect="1"/>
          </p:cNvPicPr>
          <p:nvPr/>
        </p:nvPicPr>
        <p:blipFill>
          <a:blip ns3:embed="Rd9c1fd15f06c483d"/>
          <a:stretch/>
        </p:blipFill>
        <p:spPr>
          <a:xfrm>
            <a:off x="1981200" y="4205950"/>
            <a:ext cx="13017500" cy="3792800"/>
          </a:xfrm>
          <a:prstGeom prst="rect">
            <a:avLst/>
          </a:prstGeom>
        </p:spPr>
      </p:pic>
      <p:pic>
        <p:nvPicPr>
          <p:cNvPr id="2" name="">
            <a:extLst>
              <a:ext uri="{FF2B5EF4-FFF2-40B4-BE49-F238E27FC236}">
                <ns2:creationId id="{26187FF2-DA6C-4D3A-BA2E-F5A99F1707FC}"/>
              </a:ext>
            </a:extLst>
          </p:cNvPr>
          <p:cNvPicPr>
            <a:picLocks noChangeAspect="1"/>
          </p:cNvPicPr>
          <p:nvPr/>
        </p:nvPicPr>
        <p:blipFill>
          <a:blip ns3:embed="R4ecdd7e7e0c34068"/>
          <a:stretch/>
        </p:blipFill>
        <p:spPr>
          <a:xfrm>
            <a:off x="4321175" y="4800600"/>
            <a:ext cx="2419350" cy="1981200"/>
          </a:xfrm>
          <a:prstGeom prst="rect">
            <a:avLst/>
          </a:prstGeom>
        </p:spPr>
      </p:pic>
      <p:pic>
        <p:nvPicPr>
          <p:cNvPr id="3" name="">
            <a:extLst>
              <a:ext uri="{FF2B5EF4-FFF2-40B4-BE49-F238E27FC236}">
                <ns2:creationId id="{6104E9AB-CA93-4A25-8E88-A08CB8CEE26E}"/>
              </a:ext>
            </a:extLst>
          </p:cNvPr>
          <p:cNvPicPr>
            <a:picLocks noChangeAspect="1"/>
          </p:cNvPicPr>
          <p:nvPr/>
        </p:nvPicPr>
        <p:blipFill>
          <a:blip ns3:embed="Rc0a0c7dfe99742fe"/>
          <a:stretch/>
        </p:blipFill>
        <p:spPr>
          <a:xfrm>
            <a:off x="8004175" y="4800600"/>
            <a:ext cx="2419350" cy="1981200"/>
          </a:xfrm>
          <a:prstGeom prst="rect">
            <a:avLst/>
          </a:prstGeom>
        </p:spPr>
      </p:pic>
      <p:pic>
        <p:nvPicPr>
          <p:cNvPr id="4" name="">
            <a:extLst>
              <a:ext uri="{FF2B5EF4-FFF2-40B4-BE49-F238E27FC236}">
                <ns2:creationId id="{73D42A23-E12F-4138-9890-1035B9E63542}"/>
              </a:ext>
            </a:extLst>
          </p:cNvPr>
          <p:cNvPicPr>
            <a:picLocks noChangeAspect="1"/>
          </p:cNvPicPr>
          <p:nvPr/>
        </p:nvPicPr>
        <p:blipFill>
          <a:blip ns3:embed="Rd2e385c4d3924d7d"/>
          <a:stretch/>
        </p:blipFill>
        <p:spPr>
          <a:xfrm>
            <a:off x="11696700" y="4788250"/>
            <a:ext cx="2425700" cy="2158300"/>
          </a:xfrm>
          <a:prstGeom prst="rect">
            <a:avLst/>
          </a:prstGeom>
        </p:spPr>
      </p:pic>
      <p:pic>
        <p:nvPicPr>
          <p:cNvPr id="5" name="">
            <a:extLst>
              <a:ext uri="{FF2B5EF4-FFF2-40B4-BE49-F238E27FC236}">
                <ns2:creationId id="{17632832-CE08-4208-A78B-B77DBCD3266D}"/>
              </a:ext>
            </a:extLst>
          </p:cNvPr>
          <p:cNvPicPr>
            <a:picLocks noChangeAspect="1"/>
          </p:cNvPicPr>
          <p:nvPr/>
        </p:nvPicPr>
        <p:blipFill>
          <a:blip ns3:embed="R9cedfaf15ebc410a"/>
          <a:stretch/>
        </p:blipFill>
        <p:spPr>
          <a:xfrm>
            <a:off x="14834480" y="4203700"/>
            <a:ext cx="353840" cy="1587500"/>
          </a:xfrm>
          <a:prstGeom prst="rect">
            <a:avLst/>
          </a:prstGeom>
        </p:spPr>
      </p:pic>
      <p:pic>
        <p:nvPicPr>
          <p:cNvPr id="6" name="">
            <a:extLst>
              <a:ext uri="{FF2B5EF4-FFF2-40B4-BE49-F238E27FC236}">
                <ns2:creationId id="{3AE04C22-C749-41C7-A70A-F8A9A63F6F78}"/>
              </a:ext>
            </a:extLst>
          </p:cNvPr>
          <p:cNvPicPr>
            <a:picLocks noChangeAspect="1"/>
          </p:cNvPicPr>
          <p:nvPr/>
        </p:nvPicPr>
        <p:blipFill>
          <a:blip ns3:embed="Rcd9afe28c9d94101"/>
          <a:stretch/>
        </p:blipFill>
        <p:spPr>
          <a:xfrm>
            <a:off x="14644856" y="4330700"/>
            <a:ext cx="402887" cy="901700"/>
          </a:xfrm>
          <a:prstGeom prst="rect">
            <a:avLst/>
          </a:prstGeom>
        </p:spPr>
      </p:pic>
      <p:pic>
        <p:nvPicPr>
          <p:cNvPr id="7" name="">
            <a:extLst>
              <a:ext uri="{FF2B5EF4-FFF2-40B4-BE49-F238E27FC236}">
                <ns2:creationId id="{CB99F7F1-DDCA-4936-9F13-8DD4ED2F8E87}"/>
              </a:ext>
            </a:extLst>
          </p:cNvPr>
          <p:cNvPicPr>
            <a:picLocks noChangeAspect="1"/>
          </p:cNvPicPr>
          <p:nvPr/>
        </p:nvPicPr>
        <p:blipFill>
          <a:blip ns3:embed="R8aede87405764d6e"/>
          <a:stretch/>
        </p:blipFill>
        <p:spPr>
          <a:xfrm>
            <a:off x="14644856" y="7099300"/>
            <a:ext cx="402887" cy="901700"/>
          </a:xfrm>
          <a:prstGeom prst="rect">
            <a:avLst/>
          </a:prstGeom>
        </p:spPr>
      </p:pic>
      <p:pic>
        <p:nvPicPr>
          <p:cNvPr id="8" name="">
            <a:extLst>
              <a:ext uri="{FF2B5EF4-FFF2-40B4-BE49-F238E27FC236}">
                <ns2:creationId id="{68C9E48F-AC70-4CC7-BD46-64E780F73606}"/>
              </a:ext>
            </a:extLst>
          </p:cNvPr>
          <p:cNvPicPr>
            <a:picLocks noChangeAspect="1"/>
          </p:cNvPicPr>
          <p:nvPr/>
        </p:nvPicPr>
        <p:blipFill>
          <a:blip ns3:embed="R551064c09b6b41cd"/>
          <a:stretch/>
        </p:blipFill>
        <p:spPr>
          <a:xfrm>
            <a:off x="14784556" y="6667500"/>
            <a:ext cx="402887" cy="901700"/>
          </a:xfrm>
          <a:prstGeom prst="rect">
            <a:avLst/>
          </a:prstGeom>
        </p:spPr>
      </p:pic>
      <p:pic>
        <p:nvPicPr>
          <p:cNvPr id="9" name="">
            <a:extLst>
              <a:ext uri="{FF2B5EF4-FFF2-40B4-BE49-F238E27FC236}">
                <ns2:creationId id="{91D89106-5CCF-4854-A8FC-D2908B19376E}"/>
              </a:ext>
            </a:extLst>
          </p:cNvPr>
          <p:cNvPicPr>
            <a:picLocks noChangeAspect="1"/>
          </p:cNvPicPr>
          <p:nvPr/>
        </p:nvPicPr>
        <p:blipFill>
          <a:blip ns3:embed="Re7c7ef082cb44edd"/>
          <a:stretch/>
        </p:blipFill>
        <p:spPr>
          <a:xfrm>
            <a:off x="16941800" y="382588"/>
            <a:ext cx="1028700" cy="733425"/>
          </a:xfrm>
          <a:prstGeom prst="rect">
            <a:avLst/>
          </a:prstGeom>
        </p:spPr>
      </p:pic>
      <p:sp>
        <p:nvSpPr>
          <p:cNvPr id="10" name="copyright">
            <a:extLst>
              <a:ext uri="{FF2B5EF4-FFF2-40B4-BE49-F238E27FC236}">
                <ns2:creationId id="{5C37000F-C8C8-4C78-876F-9EB60C51370D}"/>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23D05AA5-5BA8-4669-86DD-CB025097E922}"/>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0470BCE9-9A6B-4455-8099-438E2FA9302F}"/>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DA1023AD-FC50-4E89-8025-0124EA3D3D0C}"/>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8A36CE89-0C92-4610-AA57-70FDAB9B9301}"/>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88B1148B-B67F-4879-9653-D3B8230619F1}"/>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365B1406-1FEC-43C9-AC78-2028D0E26F18}"/>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C2FDAE02-0E3A-4F9E-85DE-8029EEFF76A7}"/>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F89B1806-3947-4CC1-B590-A9298B0D7934}"/>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9C194C30-C539-46E1-BA3F-00CB3B06D384}"/>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B5C818AA-2E98-4B85-83B7-3C66611D304D}"/>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812916692"/>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F5BF0C06-C64E-4787-A95D-2218ACD87B35}"/>
              </a:ext>
            </a:extLst>
          </p:cNvPr>
          <p:cNvPicPr>
            <a:picLocks noChangeAspect="1"/>
          </p:cNvPicPr>
          <p:nvPr/>
        </p:nvPicPr>
        <p:blipFill>
          <a:blip ns3:embed="Rcf4ef1e2466242e1"/>
          <a:stretch/>
        </p:blipFill>
        <p:spPr>
          <a:xfrm>
            <a:off x="1482979" y="4038600"/>
            <a:ext cx="15322041" cy="3683000"/>
          </a:xfrm>
          <a:prstGeom prst="rect">
            <a:avLst/>
          </a:prstGeom>
        </p:spPr>
      </p:pic>
      <p:pic>
        <p:nvPicPr>
          <p:cNvPr id="2" name="">
            <a:extLst>
              <a:ext uri="{FF2B5EF4-FFF2-40B4-BE49-F238E27FC236}">
                <ns2:creationId id="{008CADE8-D93E-48FB-8AC3-856F5D0E83AD}"/>
              </a:ext>
            </a:extLst>
          </p:cNvPr>
          <p:cNvPicPr>
            <a:picLocks noChangeAspect="1"/>
          </p:cNvPicPr>
          <p:nvPr/>
        </p:nvPicPr>
        <p:blipFill>
          <a:blip ns3:embed="Rf86267a48a82492f"/>
          <a:stretch/>
        </p:blipFill>
        <p:spPr>
          <a:xfrm>
            <a:off x="15914688" y="5372100"/>
            <a:ext cx="2066925" cy="4381500"/>
          </a:xfrm>
          <a:prstGeom prst="rect">
            <a:avLst/>
          </a:prstGeom>
        </p:spPr>
      </p:pic>
      <p:pic>
        <p:nvPicPr>
          <p:cNvPr id="3" name="">
            <a:extLst>
              <a:ext uri="{FF2B5EF4-FFF2-40B4-BE49-F238E27FC236}">
                <ns2:creationId id="{911E81EE-CDDF-4C48-811C-872327DB21EF}"/>
              </a:ext>
            </a:extLst>
          </p:cNvPr>
          <p:cNvPicPr>
            <a:picLocks noChangeAspect="1"/>
          </p:cNvPicPr>
          <p:nvPr/>
        </p:nvPicPr>
        <p:blipFill>
          <a:blip ns3:embed="Rf9022235009d4799"/>
          <a:stretch/>
        </p:blipFill>
        <p:spPr>
          <a:xfrm>
            <a:off x="16941800" y="382588"/>
            <a:ext cx="1028700" cy="733425"/>
          </a:xfrm>
          <a:prstGeom prst="rect">
            <a:avLst/>
          </a:prstGeom>
        </p:spPr>
      </p:pic>
      <p:sp>
        <p:nvSpPr>
          <p:cNvPr id="4" name="copyright">
            <a:extLst>
              <a:ext uri="{FF2B5EF4-FFF2-40B4-BE49-F238E27FC236}">
                <ns2:creationId id="{64AD7081-2814-4014-AED3-D8B2A0EFFED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727B483A-C20F-4CED-928A-278C2CA81461}"/>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0DC14C54-AB42-44A7-93B3-3DB84907B774}"/>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0FB55CD8-873A-46C9-9FB0-4923B5D33254}"/>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0E38DEDC-74E0-4A5E-8A14-560FD2156E90}"/>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6AFD022D-116B-430D-8529-E9139A3D8291}"/>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DA0534A9-4E1F-47E9-81A3-E9593B15068A}"/>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0B729305-F547-4AD9-B33F-A4C88498443C}"/>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75FA8DD0-22D2-4D0D-AC0E-87724B7E15D2}"/>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6CB4D86A-EB56-4873-8DDA-631EBFA75F33}"/>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158D9D28-066F-4B5C-B351-CBB83A719FB2}"/>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028882240"/>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ACAB2FE9-1B8D-44F6-B227-B82D9C7BBFEB}"/>
              </a:ext>
            </a:extLst>
          </p:cNvPr>
          <p:cNvPicPr>
            <a:picLocks noChangeAspect="1"/>
          </p:cNvPicPr>
          <p:nvPr/>
        </p:nvPicPr>
        <p:blipFill>
          <a:blip ns3:embed="Rca86fc6b3dc34ed5"/>
          <a:stretch/>
        </p:blipFill>
        <p:spPr>
          <a:xfrm>
            <a:off x="16941800" y="382588"/>
            <a:ext cx="1028700" cy="733425"/>
          </a:xfrm>
          <a:prstGeom prst="rect">
            <a:avLst/>
          </a:prstGeom>
        </p:spPr>
      </p:pic>
      <p:sp>
        <p:nvSpPr>
          <p:cNvPr id="2" name="copyright">
            <a:extLst>
              <a:ext uri="{FF2B5EF4-FFF2-40B4-BE49-F238E27FC236}">
                <ns2:creationId id="{2C0B4258-BDEE-403D-A128-2FA6CC1CD56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B2530A6E-A43E-4AF6-BC7E-61F1F26658DE}"/>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7A29A63E-CAED-4299-B9C6-36FCA5DD8C43}"/>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7CBADF09-3365-49ED-A42E-A6B3A72BC5C7}"/>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043E570F-1510-4167-849F-34E5ECF6262A}"/>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64905710-B887-485A-B342-AD08FE6049A2}"/>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C3397669-1795-49DB-9807-662D65E5A3D2}"/>
              </a:ext>
            </a:extLst>
          </p:cNvPr>
          <p:cNvPicPr>
            <a:picLocks noChangeAspect="1"/>
          </p:cNvPicPr>
          <p:nvPr/>
        </p:nvPicPr>
        <p:blipFill>
          <a:blip ns3:embed="R20a9662cc2ce4c62"/>
          <a:stretch/>
        </p:blipFill>
        <p:spPr>
          <a:xfrm>
            <a:off x="5715000" y="4722634"/>
            <a:ext cx="6858000" cy="5151794"/>
          </a:xfrm>
          <a:prstGeom prst="rect">
            <a:avLst/>
          </a:prstGeom>
        </p:spPr>
      </p:pic>
    </p:spTree>
    <p:extLst>
      <p:ext uri="{BB962C8B-B14F-4D97-AF65-F5344CB8AC3E}">
        <ns4:creationId val="35201190"/>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BFBAE12-0985-46EB-A27A-6BF0C875F71B}"/>
              </a:ext>
            </a:extLst>
          </p:cNvPr>
          <p:cNvPicPr>
            <a:picLocks noChangeAspect="1"/>
          </p:cNvPicPr>
          <p:nvPr/>
        </p:nvPicPr>
        <p:blipFill>
          <a:blip ns3:embed="Re836bb9de9824c07"/>
          <a:stretch/>
        </p:blipFill>
        <p:spPr>
          <a:xfrm>
            <a:off x="4859" y="0"/>
            <a:ext cx="18278283" cy="10287000"/>
          </a:xfrm>
          <a:prstGeom prst="rect">
            <a:avLst/>
          </a:prstGeom>
        </p:spPr>
      </p:pic>
      <p:sp>
        <p:nvSpPr>
          <p:cNvPr id="2" name="reference_green_fade">
            <a:extLst>
              <a:ext uri="{FF2B5EF4-FFF2-40B4-BE49-F238E27FC236}">
                <ns2:creationId id="{FE83C660-74A2-449B-AFB1-280CCFF79344}"/>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DEF92222-5B85-41CD-96B4-29AB38D2F642}"/>
              </a:ext>
            </a:extLst>
          </p:cNvPr>
          <p:cNvPicPr>
            <a:picLocks noChangeAspect="1"/>
          </p:cNvPicPr>
          <p:nvPr/>
        </p:nvPicPr>
        <p:blipFill>
          <a:blip ns3:embed="R64e2615591ef41a9"/>
          <a:stretch/>
        </p:blipFill>
        <p:spPr>
          <a:xfrm>
            <a:off x="16916400" y="332392"/>
            <a:ext cx="1079500" cy="668717"/>
          </a:xfrm>
          <a:prstGeom prst="rect">
            <a:avLst/>
          </a:prstGeom>
        </p:spPr>
      </p:pic>
      <p:sp>
        <p:nvSpPr>
          <p:cNvPr id="4" name="copyright">
            <a:extLst>
              <a:ext uri="{FF2B5EF4-FFF2-40B4-BE49-F238E27FC236}">
                <ns2:creationId id="{2A233000-71BE-4408-B7B6-67C4F2534C9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B63E2CF4-EA4B-4A54-BA77-9C53C6B77BFF}"/>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46C4D4F9-77DD-4034-B003-54EEB31DC83F}"/>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AB4F0B03-586D-4549-91EC-ACC1DDB40252}"/>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613495486"/>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D6809F8F-D9DF-4DE0-9D09-A96AFE3F6818}"/>
              </a:ext>
            </a:extLst>
          </p:cNvPr>
          <p:cNvPicPr>
            <a:picLocks noChangeAspect="1"/>
          </p:cNvPicPr>
          <p:nvPr/>
        </p:nvPicPr>
        <p:blipFill>
          <a:blip ns3:embed="R2a2f95e2b3204e31"/>
          <a:stretch/>
        </p:blipFill>
        <p:spPr>
          <a:xfrm>
            <a:off x="16941800" y="382588"/>
            <a:ext cx="1028700" cy="733425"/>
          </a:xfrm>
          <a:prstGeom prst="rect">
            <a:avLst/>
          </a:prstGeom>
        </p:spPr>
      </p:pic>
      <p:sp>
        <p:nvSpPr>
          <p:cNvPr id="2" name="part_heading">
            <a:extLst>
              <a:ext uri="{FF2B5EF4-FFF2-40B4-BE49-F238E27FC236}">
                <ns2:creationId id="{9DD89C3B-29F8-4A75-9DFC-40C1508E577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DC6A233-B8CF-4809-90EC-4FEE543FE48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D78CCB2-ED51-4B79-8DCF-0AD488F841D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55815D41-3E9D-4620-8093-32CD345FF89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3845C10C-1A78-4D56-8858-60EBE30CB83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E4981682-BC0B-4B82-A006-45C28F0184C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CCBF58A-884F-4CA4-9861-11B9672D3C03}"/>
              </a:ext>
            </a:extLst>
          </p:cNvPr>
          <p:cNvPicPr>
            <a:picLocks noChangeAspect="1"/>
          </p:cNvPicPr>
          <p:nvPr/>
        </p:nvPicPr>
        <p:blipFill>
          <a:blip ns3:embed="Re88450c63ccc40fc"/>
          <a:stretch/>
        </p:blipFill>
        <p:spPr>
          <a:xfrm>
            <a:off x="2884112" y="4762500"/>
            <a:ext cx="5280776" cy="4857750"/>
          </a:xfrm>
          <a:prstGeom prst="rect">
            <a:avLst/>
          </a:prstGeom>
        </p:spPr>
      </p:pic>
      <p:pic>
        <p:nvPicPr>
          <p:cNvPr id="9" name="">
            <a:extLst>
              <a:ext uri="{FF2B5EF4-FFF2-40B4-BE49-F238E27FC236}">
                <ns2:creationId id="{231160B9-56B9-4803-B041-CC8AEA11444E}"/>
              </a:ext>
            </a:extLst>
          </p:cNvPr>
          <p:cNvPicPr>
            <a:picLocks noChangeAspect="1"/>
          </p:cNvPicPr>
          <p:nvPr/>
        </p:nvPicPr>
        <p:blipFill>
          <a:blip ns3:embed="R8d104a271d90428a"/>
          <a:stretch/>
        </p:blipFill>
        <p:spPr>
          <a:xfrm>
            <a:off x="10116062" y="4762500"/>
            <a:ext cx="5294877" cy="4857750"/>
          </a:xfrm>
          <a:prstGeom prst="rect">
            <a:avLst/>
          </a:prstGeom>
        </p:spPr>
      </p:pic>
    </p:spTree>
    <p:extLst>
      <p:ext uri="{BB962C8B-B14F-4D97-AF65-F5344CB8AC3E}">
        <ns4:creationId val="2031485774"/>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4B8A36E8-7CB6-4009-B963-E89DDA1FFDC1}"/>
              </a:ext>
            </a:extLst>
          </p:cNvPr>
          <p:cNvPicPr>
            <a:picLocks noChangeAspect="1"/>
          </p:cNvPicPr>
          <p:nvPr/>
        </p:nvPicPr>
        <p:blipFill>
          <a:blip ns3:embed="R8cab08483744455b"/>
          <a:stretch/>
        </p:blipFill>
        <p:spPr>
          <a:xfrm>
            <a:off x="16941800" y="382588"/>
            <a:ext cx="1028700" cy="733425"/>
          </a:xfrm>
          <a:prstGeom prst="rect">
            <a:avLst/>
          </a:prstGeom>
        </p:spPr>
      </p:pic>
      <p:sp>
        <p:nvSpPr>
          <p:cNvPr id="2" name="part_heading">
            <a:extLst>
              <a:ext uri="{FF2B5EF4-FFF2-40B4-BE49-F238E27FC236}">
                <ns2:creationId id="{EDF1C3CB-B959-4A38-85EB-861F6370726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C3CB3CF3-6FD3-4CE5-880F-C5380ADBB94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1874FAC-C09C-423F-9F29-ADD645B24DA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5C98480-57F6-4252-A5A4-BA776E184AA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BD2BA562-1390-4EF6-A633-4F5EE472967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42D210EF-BCDB-497B-A6A5-519C5076082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79C7322-2824-4325-A4EE-097B4994253C}"/>
              </a:ext>
            </a:extLst>
          </p:cNvPr>
          <p:cNvPicPr>
            <a:picLocks noChangeAspect="1"/>
          </p:cNvPicPr>
          <p:nvPr/>
        </p:nvPicPr>
        <p:blipFill>
          <a:blip ns3:embed="Re10e0e2362c44cdc"/>
          <a:stretch/>
        </p:blipFill>
        <p:spPr>
          <a:xfrm>
            <a:off x="1838727" y="4762500"/>
            <a:ext cx="14610545" cy="723900"/>
          </a:xfrm>
          <a:prstGeom prst="rect">
            <a:avLst/>
          </a:prstGeom>
        </p:spPr>
      </p:pic>
      <p:pic>
        <p:nvPicPr>
          <p:cNvPr id="9" name="">
            <a:extLst>
              <a:ext uri="{FF2B5EF4-FFF2-40B4-BE49-F238E27FC236}">
                <ns2:creationId id="{C020D955-C2EC-4760-A6DB-998426D305CC}"/>
              </a:ext>
            </a:extLst>
          </p:cNvPr>
          <p:cNvPicPr>
            <a:picLocks noChangeAspect="1"/>
          </p:cNvPicPr>
          <p:nvPr/>
        </p:nvPicPr>
        <p:blipFill>
          <a:blip ns3:embed="Rd0aea9092efc47cf"/>
          <a:stretch/>
        </p:blipFill>
        <p:spPr>
          <a:xfrm>
            <a:off x="3050349" y="5810250"/>
            <a:ext cx="12187303" cy="723900"/>
          </a:xfrm>
          <a:prstGeom prst="rect">
            <a:avLst/>
          </a:prstGeom>
        </p:spPr>
      </p:pic>
      <p:sp>
        <p:nvSpPr>
          <p:cNvPr id="10" name="interpretation-panel">
            <a:extLst>
              <a:ext uri="{FF2B5EF4-FFF2-40B4-BE49-F238E27FC236}">
                <ns2:creationId id="{D08CCAB2-7372-4EFA-8678-E856B44E0990}"/>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86B932B6-1491-4120-AD1B-6A314DF784C8}"/>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7C456F78-546E-4F02-A2B7-87119A4F4469}"/>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740800231"/>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192C81BE-62A7-40E0-8345-923DA45052B0}"/>
              </a:ext>
            </a:extLst>
          </p:cNvPr>
          <p:cNvPicPr>
            <a:picLocks noChangeAspect="1"/>
          </p:cNvPicPr>
          <p:nvPr/>
        </p:nvPicPr>
        <p:blipFill>
          <a:blip ns3:embed="R77c35947ccd34d51"/>
          <a:stretch/>
        </p:blipFill>
        <p:spPr>
          <a:xfrm>
            <a:off x="16941800" y="382588"/>
            <a:ext cx="1028700" cy="733425"/>
          </a:xfrm>
          <a:prstGeom prst="rect">
            <a:avLst/>
          </a:prstGeom>
        </p:spPr>
      </p:pic>
      <p:sp>
        <p:nvSpPr>
          <p:cNvPr id="2" name="part_heading">
            <a:extLst>
              <a:ext uri="{FF2B5EF4-FFF2-40B4-BE49-F238E27FC236}">
                <ns2:creationId id="{6323F5CD-7D64-40D4-A299-C988834E06F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EB417A3-C231-45B8-94BD-9428580BCB0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BBA5054-56EF-40DC-AEAA-D77785DC37E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5B9C9FBC-B079-42FF-B58C-8978BDD1E07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CB98E339-FAB3-4C44-A85F-75AD966ACDA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FB76D727-D111-4D96-85E7-852C077455D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51733C6-26E4-4479-B551-26B6959DCA4E}"/>
              </a:ext>
            </a:extLst>
          </p:cNvPr>
          <p:cNvPicPr>
            <a:picLocks noChangeAspect="1"/>
          </p:cNvPicPr>
          <p:nvPr/>
        </p:nvPicPr>
        <p:blipFill>
          <a:blip ns3:embed="R5825d992e3bd45e0"/>
          <a:stretch/>
        </p:blipFill>
        <p:spPr>
          <a:xfrm>
            <a:off x="5003602" y="4524375"/>
            <a:ext cx="8280797" cy="4762500"/>
          </a:xfrm>
          <a:prstGeom prst="rect">
            <a:avLst/>
          </a:prstGeom>
        </p:spPr>
      </p:pic>
    </p:spTree>
    <p:extLst>
      <p:ext uri="{BB962C8B-B14F-4D97-AF65-F5344CB8AC3E}">
        <ns4:creationId val="797501282"/>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963E96C2-E0CF-4F52-B0A1-306B9DEBE1D6}"/>
              </a:ext>
            </a:extLst>
          </p:cNvPr>
          <p:cNvPicPr>
            <a:picLocks noChangeAspect="1"/>
          </p:cNvPicPr>
          <p:nvPr/>
        </p:nvPicPr>
        <p:blipFill>
          <a:blip ns3:embed="R065418aff3b84235"/>
          <a:stretch/>
        </p:blipFill>
        <p:spPr>
          <a:xfrm>
            <a:off x="16941800" y="382588"/>
            <a:ext cx="1028700" cy="733425"/>
          </a:xfrm>
          <a:prstGeom prst="rect">
            <a:avLst/>
          </a:prstGeom>
        </p:spPr>
      </p:pic>
      <p:sp>
        <p:nvSpPr>
          <p:cNvPr id="2" name="part_heading">
            <a:extLst>
              <a:ext uri="{FF2B5EF4-FFF2-40B4-BE49-F238E27FC236}">
                <ns2:creationId id="{8BEFC4CD-10B1-4C57-B203-D4E0DE70E6F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721F3A30-FE51-46D0-ABF5-B1773B44803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3347006-211A-4BE8-B1BF-39A4EC31B48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6492C7D3-FD2F-4FB1-AA67-658ECA3F1D2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DA603AC5-BBB6-4EB9-AC9E-1BA2830AACB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24B63CAD-B53C-4DDF-9510-3AE746D5CF7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B914304-0CE8-464C-B9D9-E1BA3C4CDAE5}"/>
              </a:ext>
            </a:extLst>
          </p:cNvPr>
          <p:cNvPicPr>
            <a:picLocks noChangeAspect="1"/>
          </p:cNvPicPr>
          <p:nvPr/>
        </p:nvPicPr>
        <p:blipFill>
          <a:blip ns3:embed="Rb337b306ac054b17"/>
          <a:stretch/>
        </p:blipFill>
        <p:spPr>
          <a:xfrm>
            <a:off x="4000500" y="5017064"/>
            <a:ext cx="10287000" cy="2062622"/>
          </a:xfrm>
          <a:prstGeom prst="rect">
            <a:avLst/>
          </a:prstGeom>
        </p:spPr>
      </p:pic>
      <p:sp>
        <p:nvSpPr>
          <p:cNvPr id="9" name="takeaway-box">
            <a:extLst>
              <a:ext uri="{FF2B5EF4-FFF2-40B4-BE49-F238E27FC236}">
                <ns2:creationId id="{BB44C659-2DAE-46FD-88DA-3BFBACF3DFD6}"/>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D2C7E8A9-1CE2-4E7E-AA5D-709F5D1DB5D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2127985772"/>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16EAB4A3-440E-4767-A5DF-D9281B9332DE}"/>
              </a:ext>
            </a:extLst>
          </p:cNvPr>
          <p:cNvPicPr>
            <a:picLocks noChangeAspect="1"/>
          </p:cNvPicPr>
          <p:nvPr/>
        </p:nvPicPr>
        <p:blipFill>
          <a:blip ns3:embed="R79ce4693168943f5"/>
          <a:stretch/>
        </p:blipFill>
        <p:spPr>
          <a:xfrm>
            <a:off x="16941800" y="382588"/>
            <a:ext cx="1028700" cy="733425"/>
          </a:xfrm>
          <a:prstGeom prst="rect">
            <a:avLst/>
          </a:prstGeom>
        </p:spPr>
      </p:pic>
      <p:sp>
        <p:nvSpPr>
          <p:cNvPr id="2" name="part_heading">
            <a:extLst>
              <a:ext uri="{FF2B5EF4-FFF2-40B4-BE49-F238E27FC236}">
                <ns2:creationId id="{4268F941-FCBB-420F-BFFA-03DE328E99F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537F5CC-BE9B-48B8-BDFB-E1A7F60D856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07BB0C9-2F68-4F97-A7E7-8D08838A4C7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F6CE9F8-31B1-4CBF-BFB5-5A24B31131E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BDCA1164-99D4-4DAB-B565-DC1DBA827A8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420CF05B-B791-4976-B9BE-17CC92B16B2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1D1543A-C263-4178-B4B5-FC911712EB3A}"/>
              </a:ext>
            </a:extLst>
          </p:cNvPr>
          <p:cNvPicPr>
            <a:picLocks noChangeAspect="1"/>
          </p:cNvPicPr>
          <p:nvPr/>
        </p:nvPicPr>
        <p:blipFill>
          <a:blip ns3:embed="R37b365988ee749f2"/>
          <a:stretch/>
        </p:blipFill>
        <p:spPr>
          <a:xfrm>
            <a:off x="2000250" y="4675188"/>
            <a:ext cx="14287500" cy="793750"/>
          </a:xfrm>
          <a:prstGeom prst="rect">
            <a:avLst/>
          </a:prstGeom>
        </p:spPr>
      </p:pic>
      <p:pic>
        <p:nvPicPr>
          <p:cNvPr id="9" name="">
            <a:extLst>
              <a:ext uri="{FF2B5EF4-FFF2-40B4-BE49-F238E27FC236}">
                <ns2:creationId id="{F301EA77-29FA-4F86-9F98-ED4A65E0AA07}"/>
              </a:ext>
            </a:extLst>
          </p:cNvPr>
          <p:cNvPicPr>
            <a:picLocks noChangeAspect="1"/>
          </p:cNvPicPr>
          <p:nvPr/>
        </p:nvPicPr>
        <p:blipFill>
          <a:blip ns3:embed="R10be5e37edc24344"/>
          <a:stretch/>
        </p:blipFill>
        <p:spPr>
          <a:xfrm>
            <a:off x="7098994" y="5810250"/>
            <a:ext cx="4090013" cy="3762375"/>
          </a:xfrm>
          <a:prstGeom prst="rect">
            <a:avLst/>
          </a:prstGeom>
        </p:spPr>
      </p:pic>
    </p:spTree>
    <p:extLst>
      <p:ext uri="{BB962C8B-B14F-4D97-AF65-F5344CB8AC3E}">
        <ns4:creationId val="437323670"/>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78F924DD-BBB6-45CD-82E9-BC19D1472057}"/>
              </a:ext>
            </a:extLst>
          </p:cNvPr>
          <p:cNvPicPr>
            <a:picLocks noChangeAspect="1"/>
          </p:cNvPicPr>
          <p:nvPr/>
        </p:nvPicPr>
        <p:blipFill>
          <a:blip ns3:embed="R1a57b75b6feb4147"/>
          <a:stretch/>
        </p:blipFill>
        <p:spPr>
          <a:xfrm>
            <a:off x="16941800" y="382588"/>
            <a:ext cx="1028700" cy="733425"/>
          </a:xfrm>
          <a:prstGeom prst="rect">
            <a:avLst/>
          </a:prstGeom>
        </p:spPr>
      </p:pic>
      <p:sp>
        <p:nvSpPr>
          <p:cNvPr id="2" name="part_heading">
            <a:extLst>
              <a:ext uri="{FF2B5EF4-FFF2-40B4-BE49-F238E27FC236}">
                <ns2:creationId id="{8EB3E7AE-132B-43A6-BC6E-15DEF064995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2EA9763-9F5E-49B7-B4CB-6476565958F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8EC1147-1A0A-4C72-964B-A55062A820F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C0A9A8C7-33A1-44FD-B08D-0F63563CAC6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FFD5033A-63C8-4B19-9D2D-19E5DB0EF9A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ED4283A4-AD85-4635-AFD6-964DFF187CC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F536B78-673A-4ECE-A611-4E60521549C2}"/>
              </a:ext>
            </a:extLst>
          </p:cNvPr>
          <p:cNvPicPr>
            <a:picLocks noChangeAspect="1"/>
          </p:cNvPicPr>
          <p:nvPr/>
        </p:nvPicPr>
        <p:blipFill>
          <a:blip ns3:embed="Rbb9657a646e0437d"/>
          <a:stretch/>
        </p:blipFill>
        <p:spPr>
          <a:xfrm>
            <a:off x="2000250" y="4622107"/>
            <a:ext cx="14287500" cy="4681336"/>
          </a:xfrm>
          <a:prstGeom prst="rect">
            <a:avLst/>
          </a:prstGeom>
        </p:spPr>
      </p:pic>
    </p:spTree>
    <p:extLst>
      <p:ext uri="{BB962C8B-B14F-4D97-AF65-F5344CB8AC3E}">
        <ns4:creationId val="1918346540"/>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32C3B319-4CB3-40F8-8769-6178E197C3EF}"/>
              </a:ext>
            </a:extLst>
          </p:cNvPr>
          <p:cNvPicPr>
            <a:picLocks noChangeAspect="1"/>
          </p:cNvPicPr>
          <p:nvPr/>
        </p:nvPicPr>
        <p:blipFill>
          <a:blip ns3:embed="Rd536bc483e6548c2"/>
          <a:stretch/>
        </p:blipFill>
        <p:spPr>
          <a:xfrm>
            <a:off x="16941800" y="382588"/>
            <a:ext cx="1028700" cy="733425"/>
          </a:xfrm>
          <a:prstGeom prst="rect">
            <a:avLst/>
          </a:prstGeom>
        </p:spPr>
      </p:pic>
      <p:sp>
        <p:nvSpPr>
          <p:cNvPr id="2" name="part_heading">
            <a:extLst>
              <a:ext uri="{FF2B5EF4-FFF2-40B4-BE49-F238E27FC236}">
                <ns2:creationId id="{136AA061-E71B-4A86-AC43-685F851B459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349194E-96AC-457A-AFED-52EBBA79EC6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F51D805-BAC2-46B1-B391-331F86F2CCD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C11C7C20-A00B-44CA-B4E8-3140F3F6B25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85FCF215-3A88-45DD-97D8-03152A1E10BA}"/>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2521D591-B25F-4855-BAC0-D57581922456}"/>
              </a:ext>
            </a:extLst>
          </p:cNvPr>
          <p:cNvPicPr>
            <a:picLocks noChangeAspect="1"/>
          </p:cNvPicPr>
          <p:nvPr/>
        </p:nvPicPr>
        <p:blipFill>
          <a:blip ns3:embed="R55eb5f9c95994831"/>
          <a:stretch/>
        </p:blipFill>
        <p:spPr>
          <a:xfrm>
            <a:off x="11283641" y="4095750"/>
            <a:ext cx="5340968" cy="5286375"/>
          </a:xfrm>
          <a:prstGeom prst="rect">
            <a:avLst/>
          </a:prstGeom>
        </p:spPr>
      </p:pic>
      <p:pic>
        <p:nvPicPr>
          <p:cNvPr id="8" name="">
            <a:extLst>
              <a:ext uri="{FF2B5EF4-FFF2-40B4-BE49-F238E27FC236}">
                <ns2:creationId id="{3C585FC3-D83B-4CB4-8D01-D902B6EBF93B}"/>
              </a:ext>
            </a:extLst>
          </p:cNvPr>
          <p:cNvPicPr>
            <a:picLocks noChangeAspect="1"/>
          </p:cNvPicPr>
          <p:nvPr/>
        </p:nvPicPr>
        <p:blipFill>
          <a:blip ns3:embed="Rde15573b63884b48"/>
          <a:stretch/>
        </p:blipFill>
        <p:spPr>
          <a:xfrm>
            <a:off x="2778125" y="5619750"/>
            <a:ext cx="5207000" cy="1190625"/>
          </a:xfrm>
          <a:prstGeom prst="rect">
            <a:avLst/>
          </a:prstGeom>
        </p:spPr>
      </p:pic>
      <p:sp>
        <p:nvSpPr>
          <p:cNvPr id="9" name="symbols">
            <a:extLst>
              <a:ext uri="{FF2B5EF4-FFF2-40B4-BE49-F238E27FC236}">
                <ns2:creationId id="{03E0BA9F-3C59-4D48-B88F-583C561E760B}"/>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965557155"/>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1C97BB59-C951-472E-9363-8F5A28752A1D}"/>
              </a:ext>
            </a:extLst>
          </p:cNvPr>
          <p:cNvPicPr>
            <a:picLocks noChangeAspect="1"/>
          </p:cNvPicPr>
          <p:nvPr/>
        </p:nvPicPr>
        <p:blipFill>
          <a:blip ns3:embed="R4d87dffc26994c86"/>
          <a:stretch/>
        </p:blipFill>
        <p:spPr>
          <a:xfrm>
            <a:off x="16941800" y="382588"/>
            <a:ext cx="1028700" cy="733425"/>
          </a:xfrm>
          <a:prstGeom prst="rect">
            <a:avLst/>
          </a:prstGeom>
        </p:spPr>
      </p:pic>
      <p:sp>
        <p:nvSpPr>
          <p:cNvPr id="2" name="part_heading">
            <a:extLst>
              <a:ext uri="{FF2B5EF4-FFF2-40B4-BE49-F238E27FC236}">
                <ns2:creationId id="{DE99EC31-2B6B-40F3-BA2D-4F7A6F02AFC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94AE18C-5100-49C0-A297-D126FFA3A7E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2650212-A6CA-4C19-92C7-D59986E8CE3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6C98269-FBE0-4039-850B-2DBEB1DD11D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7E1BDAA2-2BCA-49E4-A859-85B86ECA9B1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1908A191-029F-44B9-8ED4-9894AB4E5C4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332CDC2-12B0-42FA-AB83-E3281F3F1ABB}"/>
              </a:ext>
            </a:extLst>
          </p:cNvPr>
          <p:cNvPicPr>
            <a:picLocks noChangeAspect="1"/>
          </p:cNvPicPr>
          <p:nvPr/>
        </p:nvPicPr>
        <p:blipFill>
          <a:blip ns3:embed="R9878d19151734c0b"/>
          <a:stretch/>
        </p:blipFill>
        <p:spPr>
          <a:xfrm>
            <a:off x="3587303" y="4667250"/>
            <a:ext cx="11113394" cy="723900"/>
          </a:xfrm>
          <a:prstGeom prst="rect">
            <a:avLst/>
          </a:prstGeom>
        </p:spPr>
      </p:pic>
      <p:sp>
        <p:nvSpPr>
          <p:cNvPr id="9" name="q1">
            <a:extLst>
              <a:ext uri="{FF2B5EF4-FFF2-40B4-BE49-F238E27FC236}">
                <ns2:creationId id="{2A8ADF22-7F69-42BE-9231-89E430B92363}"/>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6F8EA859-A09B-4D4F-BF34-B967280EEFEA}"/>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8EF5A0A1-6CFE-44CB-93EA-2BB70A0CE833}"/>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8E89FF48-42F9-4B6E-A7FA-16F414E64151}"/>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39951960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E1583813-BB57-4B51-8EDA-B6F5E9769DC3}"/>
              </a:ext>
            </a:extLst>
          </p:cNvPr>
          <p:cNvPicPr>
            <a:picLocks noChangeAspect="1"/>
          </p:cNvPicPr>
          <p:nvPr/>
        </p:nvPicPr>
        <p:blipFill>
          <a:blip ns3:embed="R0bf3e2204d974fa8"/>
          <a:stretch/>
        </p:blipFill>
        <p:spPr>
          <a:xfrm>
            <a:off x="4859" y="0"/>
            <a:ext cx="18278283" cy="10287000"/>
          </a:xfrm>
          <a:prstGeom prst="rect">
            <a:avLst/>
          </a:prstGeom>
        </p:spPr>
      </p:pic>
      <p:sp>
        <p:nvSpPr>
          <p:cNvPr id="2" name="reference_green_fade">
            <a:extLst>
              <a:ext uri="{FF2B5EF4-FFF2-40B4-BE49-F238E27FC236}">
                <ns2:creationId id="{0DD5577D-8D31-4481-BB70-4E8E1313F89E}"/>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916640CB-42F9-4C04-BCF0-919CDED8F8D7}"/>
              </a:ext>
            </a:extLst>
          </p:cNvPr>
          <p:cNvPicPr>
            <a:picLocks noChangeAspect="1"/>
          </p:cNvPicPr>
          <p:nvPr/>
        </p:nvPicPr>
        <p:blipFill>
          <a:blip ns3:embed="R48c6832e89c341ac"/>
          <a:stretch/>
        </p:blipFill>
        <p:spPr>
          <a:xfrm>
            <a:off x="16916400" y="332392"/>
            <a:ext cx="1079500" cy="668717"/>
          </a:xfrm>
          <a:prstGeom prst="rect">
            <a:avLst/>
          </a:prstGeom>
        </p:spPr>
      </p:pic>
      <p:sp>
        <p:nvSpPr>
          <p:cNvPr id="4" name="copyright">
            <a:extLst>
              <a:ext uri="{FF2B5EF4-FFF2-40B4-BE49-F238E27FC236}">
                <ns2:creationId id="{A1824168-E270-49AC-B38E-97D81B47EF6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77AC6E79-96E9-45DB-97AD-692137FA3E5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68A12C01-79FC-4ADE-89A8-AB6BA3EF0BE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E79F33F9-0EC0-46F1-8177-FBDD73D81CF6}"/>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61493618"/>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A66FED14-AF15-4418-BF15-68251DC95605}"/>
              </a:ext>
            </a:extLst>
          </p:cNvPr>
          <p:cNvPicPr>
            <a:picLocks noChangeAspect="1"/>
          </p:cNvPicPr>
          <p:nvPr/>
        </p:nvPicPr>
        <p:blipFill>
          <a:blip ns3:embed="Rc32bac2680d742d9"/>
          <a:stretch/>
        </p:blipFill>
        <p:spPr>
          <a:xfrm>
            <a:off x="16941800" y="382588"/>
            <a:ext cx="1028700" cy="733425"/>
          </a:xfrm>
          <a:prstGeom prst="rect">
            <a:avLst/>
          </a:prstGeom>
        </p:spPr>
      </p:pic>
      <p:sp>
        <p:nvSpPr>
          <p:cNvPr id="2" name="part_heading">
            <a:extLst>
              <a:ext uri="{FF2B5EF4-FFF2-40B4-BE49-F238E27FC236}">
                <ns2:creationId id="{6B056375-86CE-42DC-A5A6-D51D0D7EC45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A9FE1923-E5FE-43C0-8F56-2C9C7D072CD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5EA8B89-2168-4735-8862-613107CF70E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BF92493D-42FA-4E6D-B2A4-494F9F91A2C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414B6FFB-7DAC-498B-8E1D-1B2D05DE360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655EB132-BBFC-45BA-B3D6-D75F1833522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4B98E197-E823-40EC-83EE-7A3A8C4C8AA4}"/>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0AB1E76D-5D07-4511-8AF9-95F7366F49D0}"/>
              </a:ext>
            </a:extLst>
          </p:cNvPr>
          <p:cNvPicPr>
            <a:picLocks noChangeAspect="1"/>
          </p:cNvPicPr>
          <p:nvPr/>
        </p:nvPicPr>
        <p:blipFill>
          <a:blip ns3:embed="R8d4445f6d9594b88"/>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8A93A48A-2C6E-493D-9745-A13F8B408CE4}"/>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E7BB1758-28A7-4D95-B12E-9BD171D5719F}"/>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5C9EEDB0-D0AD-442F-AD13-324DCCF9C181}"/>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7A40CCDF-B980-41D5-BF07-3CAB97A00025}"/>
              </a:ext>
            </a:extLst>
          </p:cNvPr>
          <p:cNvPicPr>
            <a:picLocks noChangeAspect="1"/>
          </p:cNvPicPr>
          <p:nvPr/>
        </p:nvPicPr>
        <p:blipFill>
          <a:blip ns3:embed="R9d90604173f44fc6"/>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E9B5519E-5782-415C-A070-DA63F6CB3CF7}"/>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BC018583-C8FD-45FC-A525-43F87764355F}"/>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880678572"/>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410A96B-F83A-4C17-89B0-03467C38EC2B}"/>
              </a:ext>
            </a:extLst>
          </p:cNvPr>
          <p:cNvPicPr>
            <a:picLocks noChangeAspect="1"/>
          </p:cNvPicPr>
          <p:nvPr/>
        </p:nvPicPr>
        <p:blipFill>
          <a:blip ns3:embed="Rd5f76c86f50f4e17"/>
          <a:stretch/>
        </p:blipFill>
        <p:spPr>
          <a:xfrm>
            <a:off x="16941800" y="382588"/>
            <a:ext cx="1028700" cy="733425"/>
          </a:xfrm>
          <a:prstGeom prst="rect">
            <a:avLst/>
          </a:prstGeom>
        </p:spPr>
      </p:pic>
      <p:sp>
        <p:nvSpPr>
          <p:cNvPr id="2" name="part_heading">
            <a:extLst>
              <a:ext uri="{FF2B5EF4-FFF2-40B4-BE49-F238E27FC236}">
                <ns2:creationId id="{D36F45C6-42F8-45ED-83E0-9656E00BB6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3566BED4-99F0-4E29-B4B8-690A4FE0FA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B82D9D9-E4CF-4C66-92E3-FD8B3D3DF15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558BE356-E040-4E7F-96AA-B94110EE887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21AC858E-0EFF-442D-9AC0-721A02A3C5F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A6746CC8-B4CA-47E8-8432-D901DF706EB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26D4320-B734-4A50-A425-71B913614CC8}"/>
              </a:ext>
            </a:extLst>
          </p:cNvPr>
          <p:cNvPicPr>
            <a:picLocks noChangeAspect="1"/>
          </p:cNvPicPr>
          <p:nvPr/>
        </p:nvPicPr>
        <p:blipFill>
          <a:blip ns3:embed="R8cebcd1261734ce0"/>
          <a:stretch/>
        </p:blipFill>
        <p:spPr>
          <a:xfrm>
            <a:off x="1961408" y="4667250"/>
            <a:ext cx="14365184" cy="723900"/>
          </a:xfrm>
          <a:prstGeom prst="rect">
            <a:avLst/>
          </a:prstGeom>
        </p:spPr>
      </p:pic>
      <p:pic>
        <p:nvPicPr>
          <p:cNvPr id="9" name="">
            <a:extLst>
              <a:ext uri="{FF2B5EF4-FFF2-40B4-BE49-F238E27FC236}">
                <ns2:creationId id="{73323B32-6691-4E8B-90D6-58411EEEDB4B}"/>
              </a:ext>
            </a:extLst>
          </p:cNvPr>
          <p:cNvPicPr>
            <a:picLocks noChangeAspect="1"/>
          </p:cNvPicPr>
          <p:nvPr/>
        </p:nvPicPr>
        <p:blipFill>
          <a:blip ns3:embed="R48fa3f7c03ca4c78"/>
          <a:stretch/>
        </p:blipFill>
        <p:spPr>
          <a:xfrm>
            <a:off x="1869688" y="5619750"/>
            <a:ext cx="14548624" cy="723900"/>
          </a:xfrm>
          <a:prstGeom prst="rect">
            <a:avLst/>
          </a:prstGeom>
        </p:spPr>
      </p:pic>
      <p:sp>
        <p:nvSpPr>
          <p:cNvPr id="10" name="strip-1">
            <a:extLst>
              <a:ext uri="{FF2B5EF4-FFF2-40B4-BE49-F238E27FC236}">
                <ns2:creationId id="{D4153FB9-8100-4675-9534-AC5E99E3137F}"/>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28A5015A-7DBA-486F-9D20-9EA2095AC51A}"/>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D7D675B7-E7BC-4C13-A0C4-0854F4B35F9B}"/>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05B5805E-AC35-4862-98C6-2F1C3956B361}"/>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A8B99035-1076-4968-8021-FEAD15591B53}"/>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827CF051-0F75-428F-8A0C-812766B40B11}"/>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FFA5A199-9E0D-43F1-BACF-5AC38ABD2799}"/>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23686049-A9A0-4813-B0C5-2B0E3174560A}"/>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9AA1D8B9-1DB7-4F8D-AF11-0AE93EF2599A}"/>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6B6C750B-D187-467C-9D5B-118AE4145F56}"/>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737411047"/>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0F5F6220-9718-4FA3-9A86-0533AB9B7B4A}"/>
              </a:ext>
            </a:extLst>
          </p:cNvPr>
          <p:cNvPicPr>
            <a:picLocks noChangeAspect="1"/>
          </p:cNvPicPr>
          <p:nvPr/>
        </p:nvPicPr>
        <p:blipFill>
          <a:blip ns3:embed="Rff7861bd87e34daf"/>
          <a:stretch/>
        </p:blipFill>
        <p:spPr>
          <a:xfrm>
            <a:off x="16941800" y="382588"/>
            <a:ext cx="1028700" cy="733425"/>
          </a:xfrm>
          <a:prstGeom prst="rect">
            <a:avLst/>
          </a:prstGeom>
        </p:spPr>
      </p:pic>
      <p:sp>
        <p:nvSpPr>
          <p:cNvPr id="2" name="part_heading">
            <a:extLst>
              <a:ext uri="{FF2B5EF4-FFF2-40B4-BE49-F238E27FC236}">
                <ns2:creationId id="{89E3C51D-7A11-4399-89A4-3D5991E41FB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A7D17F6-EC80-43CF-9204-B9489FC2F6E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F122FEC-CD77-49B4-AAE8-310EE14F1E8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9DEA5D16-928D-42CA-899D-3A1EC93E67A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1FA16223-C980-4DE2-ACC9-8C7A74FD931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AE28B9B8-8492-4BAA-B9F8-920230C955F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75C7B4E5-0C16-4EC3-8812-A6E02F031A2D}"/>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D4ED1BA8-33C6-44A7-B4D5-DF0F32694AD1}"/>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B222DA0B-497D-4B7C-B349-F151AD64ACBD}"/>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CA7D061D-8552-4341-A2A2-95E57F11D03D}"/>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4DE70D77-83FA-491A-A713-4EDDC8A74A2C}"/>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2701E9F0-2F05-4996-8D38-99858BD314A9}"/>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E6D872EB-A5AA-49CA-8E85-B4D790AEB476}"/>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D8408902-E94A-4F09-A017-21EAB62ADE15}"/>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6B04557C-4431-4AFF-885F-FB85B411C7CB}"/>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8C110198-4DBC-4F7F-A819-33C56DC97219}"/>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2F81939D-6855-408B-83D7-8BAA84A29B47}"/>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D1A180BA-82E0-4FEF-B789-3459F073BEA8}"/>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654192773"/>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93347651-2442-4D00-B897-A71F6EF108BA}"/>
              </a:ext>
            </a:extLst>
          </p:cNvPr>
          <p:cNvPicPr>
            <a:picLocks noChangeAspect="1"/>
          </p:cNvPicPr>
          <p:nvPr/>
        </p:nvPicPr>
        <p:blipFill>
          <a:blip ns3:embed="Rd89ff52b69fb44b1"/>
          <a:stretch/>
        </p:blipFill>
        <p:spPr>
          <a:xfrm>
            <a:off x="16941800" y="382588"/>
            <a:ext cx="1028700" cy="733425"/>
          </a:xfrm>
          <a:prstGeom prst="rect">
            <a:avLst/>
          </a:prstGeom>
        </p:spPr>
      </p:pic>
      <p:sp>
        <p:nvSpPr>
          <p:cNvPr id="2" name="part_heading">
            <a:extLst>
              <a:ext uri="{FF2B5EF4-FFF2-40B4-BE49-F238E27FC236}">
                <ns2:creationId id="{E39D13FF-2C91-40E3-A3B6-484151936FD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FDDCB80C-E83D-4A80-A7D1-FB6F29D2D92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C430252-F327-42C4-B19A-B6F7B38F835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18B4AB5-9AB1-42DA-BC48-1AC1EFE2B12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AF389BB6-0F8A-490B-9F4D-F4D7991DC00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B673D99C-B4A7-45E3-806B-EADF2ADA760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4577E14E-BC5B-408A-8A85-1F62681F894D}"/>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0CF9E9EB-938D-488A-A2B0-865644C6A436}"/>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A3ACB0D7-C93B-4778-A513-09F55CC06B25}"/>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68A15C18-85C4-4DDB-B1CE-BBFFA94146F1}"/>
              </a:ext>
            </a:extLst>
          </p:cNvPr>
          <p:cNvPicPr>
            <a:picLocks noChangeAspect="1"/>
          </p:cNvPicPr>
          <p:nvPr/>
        </p:nvPicPr>
        <p:blipFill>
          <a:blip ns3:embed="Rbf3b5eef8940407c"/>
          <a:stretch/>
        </p:blipFill>
        <p:spPr>
          <a:xfrm>
            <a:off x="4476750" y="5018554"/>
            <a:ext cx="12001500" cy="554691"/>
          </a:xfrm>
          <a:prstGeom prst="rect">
            <a:avLst/>
          </a:prstGeom>
        </p:spPr>
      </p:pic>
      <p:sp>
        <p:nvSpPr>
          <p:cNvPr id="12" name="eq-ethanol-calculation">
            <a:extLst>
              <a:ext uri="{FF2B5EF4-FFF2-40B4-BE49-F238E27FC236}">
                <ns2:creationId id="{C508FE87-A60E-4E83-B5E8-3FBA409D913A}"/>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90F9A60F-DB2D-4EFA-8B9B-705E8AC955B0}"/>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C40A5422-ED75-4130-B3A3-BCF0D8D854DC}"/>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9EB196B0-7E4B-4692-B709-F3C8D0902D19}"/>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C5765DD0-F413-4CE2-AB9E-2F67922CCEFA}"/>
              </a:ext>
            </a:extLst>
          </p:cNvPr>
          <p:cNvPicPr>
            <a:picLocks noChangeAspect="1"/>
          </p:cNvPicPr>
          <p:nvPr/>
        </p:nvPicPr>
        <p:blipFill>
          <a:blip ns3:embed="R234a86ad8eda4028"/>
          <a:stretch/>
        </p:blipFill>
        <p:spPr>
          <a:xfrm>
            <a:off x="4476750" y="7472773"/>
            <a:ext cx="12001500" cy="599254"/>
          </a:xfrm>
          <a:prstGeom prst="rect">
            <a:avLst/>
          </a:prstGeom>
        </p:spPr>
      </p:pic>
      <p:sp>
        <p:nvSpPr>
          <p:cNvPr id="17" name="eq-water-liquid-calculation">
            <a:extLst>
              <a:ext uri="{FF2B5EF4-FFF2-40B4-BE49-F238E27FC236}">
                <ns2:creationId id="{F831EFE4-49E0-4298-9FD9-ADE85B5E89D5}"/>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817450211"/>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EFAAC59B-F8CA-4782-A8D6-FDD2EC5FEA58}"/>
              </a:ext>
            </a:extLst>
          </p:cNvPr>
          <p:cNvPicPr>
            <a:picLocks noChangeAspect="1"/>
          </p:cNvPicPr>
          <p:nvPr/>
        </p:nvPicPr>
        <p:blipFill>
          <a:blip ns3:embed="R3df072d5a8594abd"/>
          <a:stretch/>
        </p:blipFill>
        <p:spPr>
          <a:xfrm>
            <a:off x="16941800" y="382588"/>
            <a:ext cx="1028700" cy="733425"/>
          </a:xfrm>
          <a:prstGeom prst="rect">
            <a:avLst/>
          </a:prstGeom>
        </p:spPr>
      </p:pic>
      <p:sp>
        <p:nvSpPr>
          <p:cNvPr id="2" name="part_heading">
            <a:extLst>
              <a:ext uri="{FF2B5EF4-FFF2-40B4-BE49-F238E27FC236}">
                <ns2:creationId id="{0FCA1C08-0A42-4BF1-B92D-8882E42B808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06B1F5F6-FC26-42C3-9E23-E6137FE3DC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A03CCE8-B6CA-43B1-9D1F-BB34F21E3D9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68CFE5E5-B807-4B79-A53C-64D03972603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824C2D10-15A7-4E45-AB0F-A63CC56DF69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5F072A1C-C715-4B52-B222-8EA8636EA0A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6AC3FED-2C04-4BF8-807C-C362D6C5325A}"/>
              </a:ext>
            </a:extLst>
          </p:cNvPr>
          <p:cNvPicPr>
            <a:picLocks noChangeAspect="1"/>
          </p:cNvPicPr>
          <p:nvPr/>
        </p:nvPicPr>
        <p:blipFill>
          <a:blip ns3:embed="R7259d94f77564eae"/>
          <a:stretch/>
        </p:blipFill>
        <p:spPr>
          <a:xfrm>
            <a:off x="2190750" y="4766442"/>
            <a:ext cx="13906500" cy="3706865"/>
          </a:xfrm>
          <a:prstGeom prst="rect">
            <a:avLst/>
          </a:prstGeom>
        </p:spPr>
      </p:pic>
      <p:sp>
        <p:nvSpPr>
          <p:cNvPr id="9" name="takeaway-box">
            <a:extLst>
              <a:ext uri="{FF2B5EF4-FFF2-40B4-BE49-F238E27FC236}">
                <ns2:creationId id="{7E16B38E-51D1-40D0-BC7B-9ACE135A7A2E}"/>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53065F53-EAE8-454C-A53A-1399FF8BAEF3}"/>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1598301073"/>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0BFDE005-1244-4608-A43B-98079063022B}"/>
              </a:ext>
            </a:extLst>
          </p:cNvPr>
          <p:cNvPicPr>
            <a:picLocks noChangeAspect="1"/>
          </p:cNvPicPr>
          <p:nvPr/>
        </p:nvPicPr>
        <p:blipFill>
          <a:blip ns3:embed="R64ba196114ae4732"/>
          <a:stretch/>
        </p:blipFill>
        <p:spPr>
          <a:xfrm>
            <a:off x="16941800" y="382588"/>
            <a:ext cx="1028700" cy="733425"/>
          </a:xfrm>
          <a:prstGeom prst="rect">
            <a:avLst/>
          </a:prstGeom>
        </p:spPr>
      </p:pic>
      <p:sp>
        <p:nvSpPr>
          <p:cNvPr id="2" name="part_heading">
            <a:extLst>
              <a:ext uri="{FF2B5EF4-FFF2-40B4-BE49-F238E27FC236}">
                <ns2:creationId id="{9B540DD1-F0B7-4360-BA9B-4803DC724C4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1277ECC1-685D-489C-87E2-C448903D1DE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722D30F-A815-4CFF-8961-071CA97D762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60D990CE-0BE7-4E41-9949-BCB123F9A48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FD324BFB-955B-4F8C-AE5F-A12F9D02ECB2}"/>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8FE32CA8-3AAF-403D-936C-9E5627E5E997}"/>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6DC5B993-7F37-4764-B9E5-D35B7902E024}"/>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8B2DE232-A73D-4191-A4E2-2876652F9193}"/>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17879B1B-746B-4AB0-ACDA-87AE9857E7AE}"/>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BA3038E2-B007-4378-BC2E-D42889B79FEB}"/>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3840A176-ADC6-4E22-9EFB-4EED91906D25}"/>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E4661BE1-8D01-4886-98C7-98FA91AF1BF7}"/>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33C74FB0-4886-4AF7-A586-E0FDCC764265}"/>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357A1BF1-A1DA-4CFB-9399-801B5DE5B706}"/>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E163FF04-4E84-4201-B642-C476FB2B41D0}"/>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2F232BB5-FCDD-44E4-971B-561A51CCB775}"/>
              </a:ext>
            </a:extLst>
          </p:cNvPr>
          <p:cNvPicPr>
            <a:picLocks noChangeAspect="1"/>
          </p:cNvPicPr>
          <p:nvPr/>
        </p:nvPicPr>
        <p:blipFill>
          <a:blip ns3:embed="Rdedd5788811d484a"/>
          <a:stretch/>
        </p:blipFill>
        <p:spPr>
          <a:xfrm>
            <a:off x="12858750" y="6200795"/>
            <a:ext cx="3905250" cy="2933661"/>
          </a:xfrm>
          <a:prstGeom prst="rect">
            <a:avLst/>
          </a:prstGeom>
        </p:spPr>
      </p:pic>
    </p:spTree>
    <p:extLst>
      <p:ext uri="{BB962C8B-B14F-4D97-AF65-F5344CB8AC3E}">
        <ns4:creationId val="1919228730"/>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AEEA1952-C779-44F0-BF6A-7074CBF82F6A}"/>
              </a:ext>
            </a:extLst>
          </p:cNvPr>
          <p:cNvPicPr>
            <a:picLocks noChangeAspect="1"/>
          </p:cNvPicPr>
          <p:nvPr/>
        </p:nvPicPr>
        <p:blipFill>
          <a:blip ns3:embed="Rd7b9e71299b64950"/>
          <a:stretch/>
        </p:blipFill>
        <p:spPr>
          <a:xfrm>
            <a:off x="16941800" y="382588"/>
            <a:ext cx="1028700" cy="733425"/>
          </a:xfrm>
          <a:prstGeom prst="rect">
            <a:avLst/>
          </a:prstGeom>
        </p:spPr>
      </p:pic>
      <p:sp>
        <p:nvSpPr>
          <p:cNvPr id="2" name="part_heading">
            <a:extLst>
              <a:ext uri="{FF2B5EF4-FFF2-40B4-BE49-F238E27FC236}">
                <ns2:creationId id="{0AD9B515-5E8F-4FA6-AACE-752D542F2C5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C667EB4-2999-45EC-80A0-3842271FE96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1035724-0E32-4EF9-9885-582DB0CC6B1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03C7C3B-D7DE-44D3-AEC5-2B57DBBE467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673C15B9-B2E4-4C53-94CC-0FA13B6D492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E67C5B27-D5E4-4658-BB10-B501CFB75EA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A9350F6-6B12-494E-BE36-5D69078C3025}"/>
              </a:ext>
            </a:extLst>
          </p:cNvPr>
          <p:cNvPicPr>
            <a:picLocks noChangeAspect="1"/>
          </p:cNvPicPr>
          <p:nvPr/>
        </p:nvPicPr>
        <p:blipFill>
          <a:blip ns3:embed="R443da6808be54798"/>
          <a:stretch/>
        </p:blipFill>
        <p:spPr>
          <a:xfrm>
            <a:off x="1524000" y="4954549"/>
            <a:ext cx="10191750" cy="2949652"/>
          </a:xfrm>
          <a:prstGeom prst="rect">
            <a:avLst/>
          </a:prstGeom>
        </p:spPr>
      </p:pic>
      <p:sp>
        <p:nvSpPr>
          <p:cNvPr id="9" name="question">
            <a:extLst>
              <a:ext uri="{FF2B5EF4-FFF2-40B4-BE49-F238E27FC236}">
                <ns2:creationId id="{CA30507F-2168-48DA-BEE3-2C0AF6961B84}"/>
              </a:ext>
            </a:extLst>
          </p:cNvPr>
          <p:cNvSpPr>
            <a:spLocks noGrp="1"/>
          </p:cNvSpPr>
          <p:nvPr/>
        </p:nvSpPr>
        <p:spPr>
          <a:xfrm>
            <a:off x="12573000" y="4953000"/>
            <a:ext cx="4762500" cy="133350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질량일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순서는?</a:t>
            </a:r>
          </a:p>
        </p:txBody>
      </p:sp>
      <p:sp>
        <p:nvSpPr>
          <p:cNvPr id="10" name="answer-1">
            <a:extLst>
              <a:ext uri="{FF2B5EF4-FFF2-40B4-BE49-F238E27FC236}">
                <ns2:creationId id="{8A664133-A219-4549-A0A7-A6214D943FC8}"/>
              </a:ext>
            </a:extLst>
          </p:cNvPr>
          <p:cNvSpPr>
            <a:spLocks noGrp="1"/>
          </p:cNvSpPr>
          <p:nvPr/>
        </p:nvSpPr>
        <p:spPr>
          <a:xfrm>
            <a:off x="2238375" y="8572500"/>
            <a:ext cx="13811250" cy="590550"/>
          </a:xfrm>
          <a:prstGeom prst="rect">
            <a:avLst/>
          </a:prstGeom>
          <a:noFill/>
          <a:ln w="0">
            <a:noFill/>
          </a:ln>
        </p:spPr>
        <p:txBody>
          <a:bodyPr wrap="none" lIns="0" tIns="0" rIns="0" bIns="0" anchor="t">
            <a:noAutofit/>
          </a:bodyPr>
          <a:lstStyle>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뷰테인 49.6 · 수소 142.9 kJ/g</a:t>
            </a:r>
          </a:p>
        </p:txBody>
      </p:sp>
      <p:sp>
        <p:nvSpPr>
          <p:cNvPr id="11" name="answer-2">
            <a:extLst>
              <a:ext uri="{FF2B5EF4-FFF2-40B4-BE49-F238E27FC236}">
                <ns2:creationId id="{012ADFDD-25B0-4D47-91EE-1B3528372271}"/>
              </a:ext>
            </a:extLst>
          </p:cNvPr>
          <p:cNvSpPr>
            <a:spLocks noGrp="1"/>
          </p:cNvSpPr>
          <p:nvPr/>
        </p:nvSpPr>
        <p:spPr>
          <a:xfrm>
            <a:off x="2238375" y="9239250"/>
            <a:ext cx="1381125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수소 &gt; 메테인 &gt; 뷰테인 &gt; 에탄올</a:t>
            </a:r>
          </a:p>
        </p:txBody>
      </p:sp>
    </p:spTree>
    <p:extLst>
      <p:ext uri="{BB962C8B-B14F-4D97-AF65-F5344CB8AC3E}">
        <ns4:creationId val="38953457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A1F64844-67C4-4B05-891E-3EB1C2241525}"/>
              </a:ext>
            </a:extLst>
          </p:cNvPr>
          <p:cNvPicPr>
            <a:picLocks noChangeAspect="1"/>
          </p:cNvPicPr>
          <p:nvPr/>
        </p:nvPicPr>
        <p:blipFill>
          <a:blip ns3:embed="R34e5ed394fcb4564"/>
          <a:stretch/>
        </p:blipFill>
        <p:spPr>
          <a:xfrm>
            <a:off x="4859" y="0"/>
            <a:ext cx="18278283" cy="10287000"/>
          </a:xfrm>
          <a:prstGeom prst="rect">
            <a:avLst/>
          </a:prstGeom>
        </p:spPr>
      </p:pic>
      <p:sp>
        <p:nvSpPr>
          <p:cNvPr id="2" name="reference_green_fade">
            <a:extLst>
              <a:ext uri="{FF2B5EF4-FFF2-40B4-BE49-F238E27FC236}">
                <ns2:creationId id="{CB65EB9E-9054-4294-89C0-5CF41CB74F2A}"/>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C172F041-0341-47E0-9263-C5A0281CF147}"/>
              </a:ext>
            </a:extLst>
          </p:cNvPr>
          <p:cNvPicPr>
            <a:picLocks noChangeAspect="1"/>
          </p:cNvPicPr>
          <p:nvPr/>
        </p:nvPicPr>
        <p:blipFill>
          <a:blip ns3:embed="Ra935dd6e65c148a5"/>
          <a:stretch/>
        </p:blipFill>
        <p:spPr>
          <a:xfrm>
            <a:off x="16916400" y="332392"/>
            <a:ext cx="1079500" cy="668717"/>
          </a:xfrm>
          <a:prstGeom prst="rect">
            <a:avLst/>
          </a:prstGeom>
        </p:spPr>
      </p:pic>
      <p:sp>
        <p:nvSpPr>
          <p:cNvPr id="4" name="copyright">
            <a:extLst>
              <a:ext uri="{FF2B5EF4-FFF2-40B4-BE49-F238E27FC236}">
                <ns2:creationId id="{D9395154-77CF-4A8A-96DE-3EA67D76E31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FD4D7BB4-9A63-4A13-8A65-726E1E59768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27B7BE90-3E00-42B9-B5DB-24906F910F14}"/>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1BA3E28F-1A89-456B-A6EF-2252D02B8D0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790570644"/>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A4117676-28E2-4227-B136-E3DC20A57784}"/>
              </a:ext>
            </a:extLst>
          </p:cNvPr>
          <p:cNvPicPr>
            <a:picLocks noChangeAspect="1"/>
          </p:cNvPicPr>
          <p:nvPr/>
        </p:nvPicPr>
        <p:blipFill>
          <a:blip ns3:embed="R49744ef1326d4a4a"/>
          <a:stretch/>
        </p:blipFill>
        <p:spPr>
          <a:xfrm>
            <a:off x="16941800" y="382588"/>
            <a:ext cx="1028700" cy="733425"/>
          </a:xfrm>
          <a:prstGeom prst="rect">
            <a:avLst/>
          </a:prstGeom>
        </p:spPr>
      </p:pic>
      <p:sp>
        <p:nvSpPr>
          <p:cNvPr id="2" name="part_heading">
            <a:extLst>
              <a:ext uri="{FF2B5EF4-FFF2-40B4-BE49-F238E27FC236}">
                <ns2:creationId id="{A667F2EB-A99C-4600-9F15-7F06266D805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C1FB9919-6BC2-4FB8-8B46-C670F7AAC81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A1ED76D-588E-465E-8D08-442B81BFBC2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C26D4A3E-8565-42EF-A4E8-7956BEA4A74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788457B0-7FE4-48BA-B7CE-750217EFDFD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2ED8B8DA-83F1-4DA2-9966-6902C1C3689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12E9A82-92E5-494B-8165-90F1D30BFEB9}"/>
              </a:ext>
            </a:extLst>
          </p:cNvPr>
          <p:cNvPicPr>
            <a:picLocks noChangeAspect="1"/>
          </p:cNvPicPr>
          <p:nvPr/>
        </p:nvPicPr>
        <p:blipFill>
          <a:blip ns3:embed="Rebcf31a5082f48b0"/>
          <a:stretch/>
        </p:blipFill>
        <p:spPr>
          <a:xfrm>
            <a:off x="2807847" y="4667250"/>
            <a:ext cx="5147556" cy="3857625"/>
          </a:xfrm>
          <a:prstGeom prst="rect">
            <a:avLst/>
          </a:prstGeom>
        </p:spPr>
      </p:pic>
      <p:sp>
        <p:nvSpPr>
          <p:cNvPr id="9" name="bond-explanation-panel">
            <a:extLst>
              <a:ext uri="{FF2B5EF4-FFF2-40B4-BE49-F238E27FC236}">
                <ns2:creationId id="{891FBFC5-4B08-4D82-9639-4AA27345AA3F}"/>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703EEEAB-E6AE-49E0-945E-D360BB0368DD}"/>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B4E430A9-EFC3-4DB6-9451-B990C11F29C0}"/>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FC11C7D3-2BBE-481E-A023-09389B32AD0A}"/>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B4CE0EAD-CBAF-44A0-AF1F-A5C7DE3FBBF7}"/>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11A782C-B820-4CAB-9DB5-9A97691EBDDA}"/>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A9F23340-EAEE-43D6-AC8E-418E2CE3A1BA}"/>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pic>
        <p:nvPicPr>
          <p:cNvPr id="16" name="">
            <a:extLst>
              <a:ext uri="{FF2B5EF4-FFF2-40B4-BE49-F238E27FC236}">
                <ns2:creationId id="{9CB57DD5-88A5-4BE7-BC0A-BE73510D6F62}"/>
              </a:ext>
            </a:extLst>
          </p:cNvPr>
          <p:cNvPicPr>
            <a:picLocks noChangeAspect="1"/>
          </p:cNvPicPr>
          <p:nvPr/>
        </p:nvPicPr>
        <p:blipFill>
          <a:blip ns3:embed="R9c2633695770409f"/>
          <a:stretch/>
        </p:blipFill>
        <p:spPr>
          <a:xfrm>
            <a:off x="5227694" y="8858250"/>
            <a:ext cx="7832612" cy="714375"/>
          </a:xfrm>
          <a:prstGeom prst="rect">
            <a:avLst/>
          </a:prstGeom>
        </p:spPr>
      </p:pic>
    </p:spTree>
    <p:extLst>
      <p:ext uri="{BB962C8B-B14F-4D97-AF65-F5344CB8AC3E}">
        <ns4:creationId val="1566348234"/>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6556694B-19A7-411C-9726-7E691605E625}"/>
              </a:ext>
            </a:extLst>
          </p:cNvPr>
          <p:cNvPicPr>
            <a:picLocks noChangeAspect="1"/>
          </p:cNvPicPr>
          <p:nvPr/>
        </p:nvPicPr>
        <p:blipFill>
          <a:blip ns3:embed="Rf758381498044a03"/>
          <a:stretch/>
        </p:blipFill>
        <p:spPr>
          <a:xfrm>
            <a:off x="16941800" y="382588"/>
            <a:ext cx="1028700" cy="733425"/>
          </a:xfrm>
          <a:prstGeom prst="rect">
            <a:avLst/>
          </a:prstGeom>
        </p:spPr>
      </p:pic>
      <p:sp>
        <p:nvSpPr>
          <p:cNvPr id="2" name="part_heading">
            <a:extLst>
              <a:ext uri="{FF2B5EF4-FFF2-40B4-BE49-F238E27FC236}">
                <ns2:creationId id="{BBBF92C4-F79C-4756-A71D-11C6F0FC30A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1E92ACD-BE48-413B-90BD-3BCF2D406DF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2445552-14CF-4394-8326-57EBDDB0534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5B97FAA4-3000-4B16-B5E0-CE8903FE8B4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F08FBCC0-E036-45DC-88F3-CC6B5330419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83971E35-386A-4185-B440-BD184DDCAB1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53B37F4-3691-4659-8208-9957EFC95AB7}"/>
              </a:ext>
            </a:extLst>
          </p:cNvPr>
          <p:cNvPicPr>
            <a:picLocks noChangeAspect="1"/>
          </p:cNvPicPr>
          <p:nvPr/>
        </p:nvPicPr>
        <p:blipFill>
          <a:blip ns3:embed="Ra2b1c307a2e64dca"/>
          <a:stretch/>
        </p:blipFill>
        <p:spPr>
          <a:xfrm>
            <a:off x="2804805" y="4667250"/>
            <a:ext cx="5153641" cy="3857625"/>
          </a:xfrm>
          <a:prstGeom prst="rect">
            <a:avLst/>
          </a:prstGeom>
        </p:spPr>
      </p:pic>
      <p:sp>
        <p:nvSpPr>
          <p:cNvPr id="9" name="bond-explanation-panel">
            <a:extLst>
              <a:ext uri="{FF2B5EF4-FFF2-40B4-BE49-F238E27FC236}">
                <ns2:creationId id="{E39B19F9-83D7-4966-A510-B9F9AD7960C5}"/>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241B0F1E-F4C4-44E3-89D8-2220B97C8DA2}"/>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A2FFDE24-FF98-4BD4-9FD4-7DA3426AEC4B}"/>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AF677E94-68EE-4105-ACBC-0D5F6CB6390F}"/>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D24CEB17-ABE7-42BD-8522-86E00846F8FE}"/>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5B67F7E7-E8C3-405B-A04D-6457874ACC2D}"/>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3D3162E0-70B4-49F7-B669-82527828681E}"/>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formation-equation">
            <a:extLst>
              <a:ext uri="{FF2B5EF4-FFF2-40B4-BE49-F238E27FC236}">
                <ns2:creationId id="{766C2C0E-87CD-4299-B86F-C8F6540EE539}"/>
              </a:ext>
            </a:extLst>
          </p:cNvPr>
          <p:cNvSpPr>
            <a:spLocks noGrp="1"/>
          </p:cNvSpPr>
          <p:nvPr/>
        </p:nvSpPr>
        <p:spPr>
          <a:xfrm>
            <a:off x="3333750" y="8858250"/>
            <a:ext cx="11620500" cy="714375"/>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−436 kJ</a:t>
            </a:r>
          </a:p>
        </p:txBody>
      </p:sp>
    </p:spTree>
    <p:extLst>
      <p:ext uri="{BB962C8B-B14F-4D97-AF65-F5344CB8AC3E}">
        <ns4:creationId val="1203389035"/>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B659D645-591B-4E3F-A4C0-687D67CA6498}"/>
              </a:ext>
            </a:extLst>
          </p:cNvPr>
          <p:cNvPicPr>
            <a:picLocks noChangeAspect="1"/>
          </p:cNvPicPr>
          <p:nvPr/>
        </p:nvPicPr>
        <p:blipFill>
          <a:blip ns3:embed="Rec83cb336a9f4aa9"/>
          <a:stretch/>
        </p:blipFill>
        <p:spPr>
          <a:xfrm>
            <a:off x="16941800" y="382588"/>
            <a:ext cx="1028700" cy="733425"/>
          </a:xfrm>
          <a:prstGeom prst="rect">
            <a:avLst/>
          </a:prstGeom>
        </p:spPr>
      </p:pic>
      <p:sp>
        <p:nvSpPr>
          <p:cNvPr id="2" name="part_heading">
            <a:extLst>
              <a:ext uri="{FF2B5EF4-FFF2-40B4-BE49-F238E27FC236}">
                <ns2:creationId id="{75062373-00F2-4444-958E-1C22087607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0EE56D50-16FC-4AB8-9D85-0F7595964BE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3BE2BFE-D7E3-4FBC-92F6-812E5AA64D5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3BF99C48-33AE-4DCF-9D0B-268222B1903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DB9E92FE-6F44-4F03-B317-927A077419B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F6F062F7-E93C-4675-B4A2-40645BEB4C7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B1895D7-3826-49F6-BA86-6B58537AF4F8}"/>
              </a:ext>
            </a:extLst>
          </p:cNvPr>
          <p:cNvPicPr>
            <a:picLocks noChangeAspect="1"/>
          </p:cNvPicPr>
          <p:nvPr/>
        </p:nvPicPr>
        <p:blipFill>
          <a:blip ns3:embed="R2082ce5c07a946b8"/>
          <a:stretch/>
        </p:blipFill>
        <p:spPr>
          <a:xfrm>
            <a:off x="1578835" y="4476750"/>
            <a:ext cx="9986830" cy="5334000"/>
          </a:xfrm>
          <a:prstGeom prst="rect">
            <a:avLst/>
          </a:prstGeom>
        </p:spPr>
      </p:pic>
      <p:sp>
        <p:nvSpPr>
          <p:cNvPr id="9" name="reading-card-1">
            <a:extLst>
              <a:ext uri="{FF2B5EF4-FFF2-40B4-BE49-F238E27FC236}">
                <ns2:creationId id="{83BE0AC3-AC5E-46A4-9A97-F41FFD13FE62}"/>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35AD1700-028D-44A5-A62D-5CA77F8E75D7}"/>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509F2A1D-E975-46BE-A304-6C2C8BF97899}"/>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7018B95D-7155-4474-B7B3-34FEF8707079}"/>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772B55A9-40F0-4492-9EA5-292412A04A5F}"/>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DC25A9FF-0B39-409F-92A2-C759656733C6}"/>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62968629-FCA5-4670-B6DB-89BBC12670BC}"/>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F42B4E69-704B-4B6D-B90B-C09EDA97903B}"/>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50936CA0-826A-4874-9AF4-79B449D243C6}"/>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A6D9F4EB-E924-4DD7-8089-5ABCE19CA0B0}"/>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3D1FCF3A-6A1D-4703-8C59-981F366D5A91}"/>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8D5C296E-EDE6-4487-9601-288357137333}"/>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AD03BDBA-98E1-4D56-80D8-ED718B8B644B}"/>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8649E2DE-44FA-4646-A307-AB7CEC832C28}"/>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D963AEA7-9D0A-44F6-BB10-3E191BB68193}"/>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899231838"/>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6B81029C-4802-4DAC-A1EF-BAC8025B718A}"/>
              </a:ext>
            </a:extLst>
          </p:cNvPr>
          <p:cNvPicPr>
            <a:picLocks noChangeAspect="1"/>
          </p:cNvPicPr>
          <p:nvPr/>
        </p:nvPicPr>
        <p:blipFill>
          <a:blip ns3:embed="Rf7987261a4144833"/>
          <a:stretch/>
        </p:blipFill>
        <p:spPr>
          <a:xfrm>
            <a:off x="16941800" y="382588"/>
            <a:ext cx="1028700" cy="733425"/>
          </a:xfrm>
          <a:prstGeom prst="rect">
            <a:avLst/>
          </a:prstGeom>
        </p:spPr>
      </p:pic>
      <p:sp>
        <p:nvSpPr>
          <p:cNvPr id="2" name="part_heading">
            <a:extLst>
              <a:ext uri="{FF2B5EF4-FFF2-40B4-BE49-F238E27FC236}">
                <ns2:creationId id="{7150C5A4-C01D-4543-98BA-AE58F259B2D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520DC461-D0A5-482C-9BFF-CC1A784544F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2432DAF-674E-4090-A898-3FFE5A7881C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D90575D5-FC28-4AE1-BD2E-88D4176C6CC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0C0CFA50-066B-4FDB-ABD4-6C46D024ACF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F822503C-110D-47F1-8CFE-849A2D39646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8F2B007-2007-4549-B2B4-74519C6D4A2A}"/>
              </a:ext>
            </a:extLst>
          </p:cNvPr>
          <p:cNvPicPr>
            <a:picLocks noChangeAspect="1"/>
          </p:cNvPicPr>
          <p:nvPr/>
        </p:nvPicPr>
        <p:blipFill>
          <a:blip ns3:embed="Rf68e4753cc5f49b3"/>
          <a:stretch/>
        </p:blipFill>
        <p:spPr>
          <a:xfrm>
            <a:off x="5869781" y="4191000"/>
            <a:ext cx="6548438" cy="714375"/>
          </a:xfrm>
          <a:prstGeom prst="rect">
            <a:avLst/>
          </a:prstGeom>
        </p:spPr>
      </p:pic>
      <p:pic>
        <p:nvPicPr>
          <p:cNvPr id="9" name="">
            <a:extLst>
              <a:ext uri="{FF2B5EF4-FFF2-40B4-BE49-F238E27FC236}">
                <ns2:creationId id="{F2235E06-41DF-44DE-931E-EF6020CB033B}"/>
              </a:ext>
            </a:extLst>
          </p:cNvPr>
          <p:cNvPicPr>
            <a:picLocks noChangeAspect="1"/>
          </p:cNvPicPr>
          <p:nvPr/>
        </p:nvPicPr>
        <p:blipFill>
          <a:blip ns3:embed="R250c93b7bd7745ba"/>
          <a:stretch/>
        </p:blipFill>
        <p:spPr>
          <a:xfrm>
            <a:off x="3437359" y="5143500"/>
            <a:ext cx="11413282" cy="3190875"/>
          </a:xfrm>
          <a:prstGeom prst="rect">
            <a:avLst/>
          </a:prstGeom>
        </p:spPr>
      </p:pic>
      <p:sp>
        <p:nvSpPr>
          <p:cNvPr id="10" name="conclusion-box">
            <a:extLst>
              <a:ext uri="{FF2B5EF4-FFF2-40B4-BE49-F238E27FC236}">
                <ns2:creationId id="{5EEF8E1B-72F6-4F32-917A-0746FD121844}"/>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1F9F65FE-3C89-4CC4-9839-FA677F451C3E}"/>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876791999"/>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F596C348-206C-45A6-8765-3C7EC5ED8CE1}"/>
              </a:ext>
            </a:extLst>
          </p:cNvPr>
          <p:cNvPicPr>
            <a:picLocks noChangeAspect="1"/>
          </p:cNvPicPr>
          <p:nvPr/>
        </p:nvPicPr>
        <p:blipFill>
          <a:blip ns3:embed="R93e93801e4634d5c"/>
          <a:stretch/>
        </p:blipFill>
        <p:spPr>
          <a:xfrm>
            <a:off x="16941800" y="382588"/>
            <a:ext cx="1028700" cy="733425"/>
          </a:xfrm>
          <a:prstGeom prst="rect">
            <a:avLst/>
          </a:prstGeom>
        </p:spPr>
      </p:pic>
      <p:sp>
        <p:nvSpPr>
          <p:cNvPr id="2" name="part_heading">
            <a:extLst>
              <a:ext uri="{FF2B5EF4-FFF2-40B4-BE49-F238E27FC236}">
                <ns2:creationId id="{C22ADCEC-08D8-4D2E-921A-6E770A05140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A1CE07D2-79F3-4F5F-BB4B-F62913D9ECE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9B6BC3A-A61C-4343-BEFA-BA4E79403E2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7C44553B-4277-478D-BBC6-3F0E6C7B39A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C2B53BBA-556F-4292-97F4-973F9B7F8AA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20A69CC4-9757-4FE6-AD1E-75341EF5EF3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9D7DF7C2-3AD8-4BFD-917B-C174D7E7E1C7}"/>
              </a:ext>
            </a:extLst>
          </p:cNvPr>
          <p:cNvSpPr>
            <a:spLocks noGrp="1"/>
          </p:cNvSpPr>
          <p:nvPr/>
        </p:nvSpPr>
        <p:spPr>
          <a:xfrm>
            <a:off x="2286000" y="4857750"/>
            <a:ext cx="13716000" cy="3333750"/>
          </a:xfrm>
          <a:prstGeom prst="roundRect">
            <a:avLst>
              <a:gd name="adj" fmla="val 6286"/>
            </a:avLst>
          </a:prstGeom>
          <a:solidFill>
            <a:srgbClr val="252525"/>
          </a:solidFill>
          <a:ln w="0">
            <a:noFill/>
          </a:ln>
        </p:spPr>
      </p:sp>
      <p:graphicFrame>
        <p:nvGraphicFramePr>
          <p:cNvPr id="9" name="">
            <a:extLst>
              <a:ext uri="{FF2B5EF4-FFF2-40B4-BE49-F238E27FC236}">
                <ns2:creationId id="{EC14CDF7-D6C7-4BC9-B605-0DE962927382}"/>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0EBCDB46-92E9-49E5-878C-2CC78B4C4B3D}"/>
              </a:ext>
            </a:extLst>
          </p:cNvPr>
          <p:cNvSpPr>
            <a:spLocks noGrp="1"/>
          </p:cNvSpPr>
          <p:nvPr/>
        </p:nvSpPr>
        <p:spPr>
          <a:xfrm>
            <a:off x="2628900" y="5805488"/>
            <a:ext cx="13030200" cy="14288"/>
          </a:xfrm>
          <a:prstGeom prst="rect">
            <a:avLst/>
          </a:prstGeom>
          <a:solidFill>
            <a:srgbClr val="777777"/>
          </a:solidFill>
          <a:ln w="0">
            <a:noFill/>
          </a:ln>
        </p:spPr>
      </p:sp>
      <p:sp>
        <p:nvSpPr>
          <p:cNvPr id="11" name="table-row-rule-2">
            <a:extLst>
              <a:ext uri="{FF2B5EF4-FFF2-40B4-BE49-F238E27FC236}">
                <ns2:creationId id="{CCB814ED-0776-41B0-A848-25CD3F6A8C02}"/>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3C46D908-71F6-4E5B-8C8B-9F2EDD805193}"/>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A26499BD-62B4-4587-8E13-2C42140698C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13CEDFEA-DAED-4CA5-BE17-6B455EC89F31}"/>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367134159"/>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4766DBEF-152D-4A7B-932D-559A7669246C}"/>
              </a:ext>
            </a:extLst>
          </p:cNvPr>
          <p:cNvPicPr>
            <a:picLocks noChangeAspect="1"/>
          </p:cNvPicPr>
          <p:nvPr/>
        </p:nvPicPr>
        <p:blipFill>
          <a:blip ns3:embed="R1ad99ead86f34d71"/>
          <a:stretch/>
        </p:blipFill>
        <p:spPr>
          <a:xfrm>
            <a:off x="16941800" y="382588"/>
            <a:ext cx="1028700" cy="733425"/>
          </a:xfrm>
          <a:prstGeom prst="rect">
            <a:avLst/>
          </a:prstGeom>
        </p:spPr>
      </p:pic>
      <p:sp>
        <p:nvSpPr>
          <p:cNvPr id="2" name="part_heading">
            <a:extLst>
              <a:ext uri="{FF2B5EF4-FFF2-40B4-BE49-F238E27FC236}">
                <ns2:creationId id="{2A03C8D5-6CAD-434E-AEDA-E32A1EB3F31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A239F088-FFFB-4486-9240-0F89264C4F4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988C7AF-981C-4C87-A7E4-B2BBB388505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BA50E74C-E7D7-458A-A2AE-6C67A9CFDC4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8693F6FC-41CB-488B-972F-61789A2A3D2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5D7D1225-7F86-4C7A-AB4D-9D973EE867C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3C59182-B7A0-4A24-9DB3-280D2B6E9E04}"/>
              </a:ext>
            </a:extLst>
          </p:cNvPr>
          <p:cNvPicPr>
            <a:picLocks noChangeAspect="1"/>
          </p:cNvPicPr>
          <p:nvPr/>
        </p:nvPicPr>
        <p:blipFill>
          <a:blip ns3:embed="Rde6f7483e7704093"/>
          <a:stretch/>
        </p:blipFill>
        <p:spPr>
          <a:xfrm>
            <a:off x="2136321" y="4676775"/>
            <a:ext cx="14015357" cy="714375"/>
          </a:xfrm>
          <a:prstGeom prst="rect">
            <a:avLst/>
          </a:prstGeom>
        </p:spPr>
      </p:pic>
      <p:sp>
        <p:nvSpPr>
          <p:cNvPr id="9" name="step-strip-0">
            <a:extLst>
              <a:ext uri="{FF2B5EF4-FFF2-40B4-BE49-F238E27FC236}">
                <ns2:creationId id="{BD709FC5-E678-4858-A704-390BEBF31F1D}"/>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E7A75919-BE93-499E-A87E-6EB32E93BD0D}"/>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5F22D2B1-01EA-4C26-B491-B7AF95E3F0A6}"/>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74FCC459-CE09-498A-A52F-967776BDB416}"/>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BEEEBA4D-9DD9-451F-8EC2-E44EECA5863C}"/>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703C477F-9A54-45B1-9475-1F89EF053D71}"/>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FB6E42E9-79D0-4624-AF5F-D8E9909E26DA}"/>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3027845D-C897-46B2-B75F-38A8D3015438}"/>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21E91765-D7D8-4DE3-9884-AECDFEE318F0}"/>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EBE3B0DA-62B9-4E2E-A3FB-3B1AB3C8C575}"/>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7ED6F4F3-79DE-40F1-87E0-1DA95E5FDED2}"/>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969DC352-7607-4572-B611-7EE3093CD23C}"/>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9D7BB61A-FD8C-4BD1-AA1C-BC25C5492D70}"/>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8565D7F0-A7F4-4302-B250-E703439C9723}"/>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088C03E4-890E-4CDA-895A-330EADCFED28}"/>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791298517"/>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44AA5EE2-B61B-456D-8285-E6988B99B465}"/>
              </a:ext>
            </a:extLst>
          </p:cNvPr>
          <p:cNvPicPr>
            <a:picLocks noChangeAspect="1"/>
          </p:cNvPicPr>
          <p:nvPr/>
        </p:nvPicPr>
        <p:blipFill>
          <a:blip ns3:embed="Re37333538a034ded"/>
          <a:stretch/>
        </p:blipFill>
        <p:spPr>
          <a:xfrm>
            <a:off x="16941800" y="382588"/>
            <a:ext cx="1028700" cy="733425"/>
          </a:xfrm>
          <a:prstGeom prst="rect">
            <a:avLst/>
          </a:prstGeom>
        </p:spPr>
      </p:pic>
      <p:sp>
        <p:nvSpPr>
          <p:cNvPr id="2" name="part_heading">
            <a:extLst>
              <a:ext uri="{FF2B5EF4-FFF2-40B4-BE49-F238E27FC236}">
                <ns2:creationId id="{524353F9-F553-4D78-8874-32A097E2C68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E2B9FF91-9333-4232-95DD-BFB2EDE412A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D92F73E-33AE-4F07-9728-73BB30E8895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EB1D15E6-3F3B-42D2-901D-BF08B428997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A83F3E65-1DB5-4089-8B5A-2FFFAF253DD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F4DD5A49-3356-4CD6-ACE2-CB060AF3983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7DAED658-6581-472E-9285-70147DAEC659}"/>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BC20346A-C610-4192-9B0C-E2260A2D82B1}"/>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61244C61-E293-4D90-AF71-B16FF154F5B4}"/>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E3A98AF0-A654-4CD4-B103-A9D5CE31041A}"/>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04D6704D-9978-4B11-A5BB-090F2438250F}"/>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01853A91-51EB-41CB-9953-77BC002C29D2}"/>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F4ACAE9E-6A47-4771-883D-AE6B5A0E0350}"/>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BA0E8460-9146-4F26-9814-5F1A5F71AE87}"/>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F0545B38-2032-461E-8AA8-62813A3942DA}"/>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57B2F55E-B85E-4035-8048-E72EE5626B96}"/>
              </a:ext>
            </a:extLst>
          </p:cNvPr>
          <p:cNvPicPr>
            <a:picLocks noChangeAspect="1"/>
          </p:cNvPicPr>
          <p:nvPr/>
        </p:nvPicPr>
        <p:blipFill>
          <a:blip ns3:embed="R638c82450192480d"/>
          <a:stretch/>
        </p:blipFill>
        <p:spPr>
          <a:xfrm>
            <a:off x="1895084" y="8096250"/>
            <a:ext cx="14497833" cy="723900"/>
          </a:xfrm>
          <a:prstGeom prst="rect">
            <a:avLst/>
          </a:prstGeom>
        </p:spPr>
      </p:pic>
    </p:spTree>
    <p:extLst>
      <p:ext uri="{BB962C8B-B14F-4D97-AF65-F5344CB8AC3E}">
        <ns4:creationId val="658377998"/>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89426853-260A-4D03-81A4-F7CDDEEB2CB1}"/>
              </a:ext>
            </a:extLst>
          </p:cNvPr>
          <p:cNvPicPr>
            <a:picLocks noChangeAspect="1"/>
          </p:cNvPicPr>
          <p:nvPr/>
        </p:nvPicPr>
        <p:blipFill>
          <a:blip ns3:embed="Rbf1dae407dc04640"/>
          <a:stretch/>
        </p:blipFill>
        <p:spPr>
          <a:xfrm>
            <a:off x="16941800" y="382588"/>
            <a:ext cx="1028700" cy="733425"/>
          </a:xfrm>
          <a:prstGeom prst="rect">
            <a:avLst/>
          </a:prstGeom>
        </p:spPr>
      </p:pic>
      <p:sp>
        <p:nvSpPr>
          <p:cNvPr id="2" name="part_heading">
            <a:extLst>
              <a:ext uri="{FF2B5EF4-FFF2-40B4-BE49-F238E27FC236}">
                <ns2:creationId id="{0B9B9EE3-29E0-4099-8112-983E2B79C0B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DBAF6895-1D00-45C7-8B12-93C7EF26B616}"/>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F473CD25-14ED-4112-B9D7-762ACC5D8D4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5" name="explanation">
            <a:extLst>
              <a:ext uri="{FF2B5EF4-FFF2-40B4-BE49-F238E27FC236}">
                <ns2:creationId id="{F3349EEF-1F10-4CBA-8E05-D4729BFF82A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6" name="copyright">
            <a:extLst>
              <a:ext uri="{FF2B5EF4-FFF2-40B4-BE49-F238E27FC236}">
                <ns2:creationId id="{17175F72-D2DA-449A-9A9A-8B4C3EA6F59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F824CE0F-1BE1-4DFD-8654-DBAE178E57D3}"/>
              </a:ext>
            </a:extLst>
          </p:cNvPr>
          <p:cNvSpPr>
            <a:spLocks noGrp="1"/>
          </p:cNvSpPr>
          <p:nvPr/>
        </p:nvSpPr>
        <p:spPr>
          <a:xfrm>
            <a:off x="1905000" y="4762500"/>
            <a:ext cx="14478000" cy="4286250"/>
          </a:xfrm>
          <a:prstGeom prst="roundRect">
            <a:avLst>
              <a:gd name="adj" fmla="val 4889"/>
            </a:avLst>
          </a:prstGeom>
          <a:solidFill>
            <a:srgbClr val="252525"/>
          </a:solidFill>
          <a:ln w="0">
            <a:noFill/>
          </a:ln>
        </p:spPr>
      </p:sp>
      <p:graphicFrame>
        <p:nvGraphicFramePr>
          <p:cNvPr id="8" name="">
            <a:extLst>
              <a:ext uri="{FF2B5EF4-FFF2-40B4-BE49-F238E27FC236}">
                <ns2:creationId id="{3B8D772F-96BD-4F2B-BFC5-E861D5E50214}"/>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  /  흡열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DFB87124-06B1-4804-9A53-671E2A34CD48}"/>
              </a:ext>
            </a:extLst>
          </p:cNvPr>
          <p:cNvSpPr>
            <a:spLocks noGrp="1"/>
          </p:cNvSpPr>
          <p:nvPr/>
        </p:nvSpPr>
        <p:spPr>
          <a:xfrm>
            <a:off x="2247900" y="5756910"/>
            <a:ext cx="13792200" cy="14288"/>
          </a:xfrm>
          <a:prstGeom prst="rect">
            <a:avLst/>
          </a:prstGeom>
          <a:solidFill>
            <a:srgbClr val="777777"/>
          </a:solidFill>
          <a:ln w="0">
            <a:noFill/>
          </a:ln>
        </p:spPr>
      </p:sp>
      <p:sp>
        <p:nvSpPr>
          <p:cNvPr id="10" name="table-row-rule-2">
            <a:extLst>
              <a:ext uri="{FF2B5EF4-FFF2-40B4-BE49-F238E27FC236}">
                <ns2:creationId id="{5778C1D9-B410-44CB-8FB6-44F0DC18E797}"/>
              </a:ext>
            </a:extLst>
          </p:cNvPr>
          <p:cNvSpPr>
            <a:spLocks noGrp="1"/>
          </p:cNvSpPr>
          <p:nvPr/>
        </p:nvSpPr>
        <p:spPr>
          <a:xfrm>
            <a:off x="2247900" y="6522720"/>
            <a:ext cx="13792200" cy="14288"/>
          </a:xfrm>
          <a:prstGeom prst="rect">
            <a:avLst/>
          </a:prstGeom>
          <a:solidFill>
            <a:srgbClr val="777777"/>
          </a:solidFill>
          <a:ln w="0">
            <a:noFill/>
          </a:ln>
        </p:spPr>
      </p:sp>
      <p:sp>
        <p:nvSpPr>
          <p:cNvPr id="11" name="table-row-rule-3">
            <a:extLst>
              <a:ext uri="{FF2B5EF4-FFF2-40B4-BE49-F238E27FC236}">
                <ns2:creationId id="{87534EAF-608D-4DB0-888C-7A3E9BF2E978}"/>
              </a:ext>
            </a:extLst>
          </p:cNvPr>
          <p:cNvSpPr>
            <a:spLocks noGrp="1"/>
          </p:cNvSpPr>
          <p:nvPr/>
        </p:nvSpPr>
        <p:spPr>
          <a:xfrm>
            <a:off x="2247900" y="7288530"/>
            <a:ext cx="13792200" cy="14288"/>
          </a:xfrm>
          <a:prstGeom prst="rect">
            <a:avLst/>
          </a:prstGeom>
          <a:solidFill>
            <a:srgbClr val="777777"/>
          </a:solidFill>
          <a:ln w="0">
            <a:noFill/>
          </a:ln>
        </p:spPr>
      </p:sp>
      <p:sp>
        <p:nvSpPr>
          <p:cNvPr id="12" name="table-row-rule-4">
            <a:extLst>
              <a:ext uri="{FF2B5EF4-FFF2-40B4-BE49-F238E27FC236}">
                <ns2:creationId id="{62E98B8F-CE13-4DB0-86F0-1D469076D9AB}"/>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1208541173"/>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7EBD8B82-22F0-471D-91A9-658382AB3A08}"/>
              </a:ext>
            </a:extLst>
          </p:cNvPr>
          <p:cNvPicPr>
            <a:picLocks noChangeAspect="1"/>
          </p:cNvPicPr>
          <p:nvPr/>
        </p:nvPicPr>
        <p:blipFill>
          <a:blip ns3:embed="R7c9ac14605244c26"/>
          <a:stretch/>
        </p:blipFill>
        <p:spPr>
          <a:xfrm>
            <a:off x="16941800" y="382588"/>
            <a:ext cx="1028700" cy="733425"/>
          </a:xfrm>
          <a:prstGeom prst="rect">
            <a:avLst/>
          </a:prstGeom>
        </p:spPr>
      </p:pic>
      <p:sp>
        <p:nvSpPr>
          <p:cNvPr id="2" name="part_heading">
            <a:extLst>
              <a:ext uri="{FF2B5EF4-FFF2-40B4-BE49-F238E27FC236}">
                <ns2:creationId id="{F2EBF95D-3277-461B-93FF-3F8AC95DD05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152DFAC2-19DD-4C59-BADF-B7B830185629}"/>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FD956721-1174-440B-9209-684A6EEA750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6DC20A1E-CC83-4765-8D65-DCF1F48AE1E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E0616171-1192-434E-9CEF-A1E2D05E126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9FCD5062-6D12-4553-9D12-71E24AE775CC}"/>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69E14E35-EA2D-42D2-BD10-CDB0AC8900F6}"/>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1BE79AE3-1CA2-4526-9108-4AC5C1CEDF3D}"/>
              </a:ext>
            </a:extLst>
          </p:cNvPr>
          <p:cNvPicPr>
            <a:picLocks noChangeAspect="1"/>
          </p:cNvPicPr>
          <p:nvPr/>
        </p:nvPicPr>
        <p:blipFill>
          <a:blip ns3:embed="Rfcb2518759964468"/>
          <a:stretch/>
        </p:blipFill>
        <p:spPr>
          <a:xfrm>
            <a:off x="1809750" y="6081617"/>
            <a:ext cx="4095750" cy="3076766"/>
          </a:xfrm>
          <a:prstGeom prst="rect">
            <a:avLst/>
          </a:prstGeom>
        </p:spPr>
      </p:pic>
      <p:sp>
        <p:nvSpPr>
          <p:cNvPr id="10" name="recap-card-1">
            <a:extLst>
              <a:ext uri="{FF2B5EF4-FFF2-40B4-BE49-F238E27FC236}">
                <ns2:creationId id="{BB6432B9-247A-4519-8D8E-7048512DDA61}"/>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C6DA8EFC-1487-4406-BFAB-FF849FE272A3}"/>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ADD97E95-DE8D-433C-9B61-319808C62568}"/>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E8720693-7AA6-4D17-ACB6-BEC8A5593BAD}"/>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5CCCDD7B-ED3A-47FD-B5F5-978CE1254E66}"/>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8491BC6F-A680-43C9-8476-94C90E1AA755}"/>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A95DD0DA-7B27-4FAA-A498-2250D81CF890}"/>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B2F1902C-E5E5-4E20-AA82-E5FE0162B900}"/>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FE72AAA1-D028-4A73-A2BC-19C94C9B2FEC}"/>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6556AEC9-FCFB-4112-8E08-23909C86AB10}"/>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CBE7D6B5-2A38-45ED-997E-2DC9269264A5}"/>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A2658B29-F6A7-4E69-9672-74F0C7537C63}"/>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DA66CE0F-8DB5-475E-9FB3-087D7B2149B5}"/>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CD3292D6-8C45-46B6-A150-C027B2E3F7B8}"/>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42048023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2026-10-19T16:35:02.9570000Z</dcterms:created>
  <dcterms:modified xsi:type="dcterms:W3CDTF">2026-10-19T16:35:02.9570000Z</dcterms:modified>
</coreProperties>
</file>