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eae4b299964a1e" /><Relationship Type="http://schemas.openxmlformats.org/officeDocument/2006/relationships/extended-properties" Target="/docProps/app.xml" Id="R30731b9a85a54035" /><Relationship Type="http://schemas.openxmlformats.org/officeDocument/2006/relationships/officeDocument" Target="/ppt/presentation.xml" Id="Rd631b54b881747bf" /></Relationships>
</file>

<file path=ppt/presentation.xml><?xml version="1.0" encoding="utf-8"?>
<p:presentation xmlns:p="http://schemas.openxmlformats.org/presentationml/2006/main">
  <p:sldMasterIdLst>
    <p:sldMasterId xmlns:r="http://schemas.openxmlformats.org/officeDocument/2006/relationships" id="2147483648" r:id="Reabc420b100d4bf9"/>
  </p:sldMasterIdLst>
  <p:notesMasterIdLst>
    <p:notesMasterId xmlns:r="http://schemas.openxmlformats.org/officeDocument/2006/relationships" r:id="R400e3f352b6448f1"/>
  </p:notesMasterIdLst>
  <p:sldIdLst>
    <p:sldId xmlns:r="http://schemas.openxmlformats.org/officeDocument/2006/relationships" id="256" r:id="R120f87036c0d4270"/>
    <p:sldId xmlns:r="http://schemas.openxmlformats.org/officeDocument/2006/relationships" id="257" r:id="R81f0b6930f8e43f9"/>
    <p:sldId xmlns:r="http://schemas.openxmlformats.org/officeDocument/2006/relationships" id="258" r:id="R36b40a7a03eb4189"/>
    <p:sldId xmlns:r="http://schemas.openxmlformats.org/officeDocument/2006/relationships" id="259" r:id="R4e98a16e83874d73"/>
    <p:sldId xmlns:r="http://schemas.openxmlformats.org/officeDocument/2006/relationships" id="260" r:id="Rcaf5da2d2c944945"/>
    <p:sldId xmlns:r="http://schemas.openxmlformats.org/officeDocument/2006/relationships" id="261" r:id="Rddf99af49ff34610"/>
    <p:sldId xmlns:r="http://schemas.openxmlformats.org/officeDocument/2006/relationships" id="262" r:id="R001659781051456e"/>
    <p:sldId xmlns:r="http://schemas.openxmlformats.org/officeDocument/2006/relationships" id="263" r:id="R0b2b3d3932e04edd"/>
    <p:sldId xmlns:r="http://schemas.openxmlformats.org/officeDocument/2006/relationships" id="264" r:id="Rbefb0d5c3e2747f0"/>
    <p:sldId xmlns:r="http://schemas.openxmlformats.org/officeDocument/2006/relationships" id="265" r:id="Rcc2b3760c39a4806"/>
    <p:sldId xmlns:r="http://schemas.openxmlformats.org/officeDocument/2006/relationships" id="266" r:id="R626d0af06cdf42c1"/>
    <p:sldId xmlns:r="http://schemas.openxmlformats.org/officeDocument/2006/relationships" id="267" r:id="R656b6586894b4ac7"/>
    <p:sldId xmlns:r="http://schemas.openxmlformats.org/officeDocument/2006/relationships" id="268" r:id="Rb74ac2d7211649f6"/>
    <p:sldId xmlns:r="http://schemas.openxmlformats.org/officeDocument/2006/relationships" id="269" r:id="R8d13ce40a710417f"/>
    <p:sldId xmlns:r="http://schemas.openxmlformats.org/officeDocument/2006/relationships" id="270" r:id="Rfb10f93488974bfe"/>
    <p:sldId xmlns:r="http://schemas.openxmlformats.org/officeDocument/2006/relationships" id="271" r:id="R63015aec65734fa3"/>
    <p:sldId xmlns:r="http://schemas.openxmlformats.org/officeDocument/2006/relationships" id="272" r:id="R46749dd6fa954e99"/>
    <p:sldId xmlns:r="http://schemas.openxmlformats.org/officeDocument/2006/relationships" id="273" r:id="R0744e25bf9f64a0b"/>
    <p:sldId xmlns:r="http://schemas.openxmlformats.org/officeDocument/2006/relationships" id="274" r:id="R9296347a5b08443e"/>
    <p:sldId xmlns:r="http://schemas.openxmlformats.org/officeDocument/2006/relationships" id="275" r:id="R46468eb8fff74acd"/>
    <p:sldId xmlns:r="http://schemas.openxmlformats.org/officeDocument/2006/relationships" id="276" r:id="R8790907bf5f04a8d"/>
    <p:sldId xmlns:r="http://schemas.openxmlformats.org/officeDocument/2006/relationships" id="277" r:id="Rd3f2b17eaece4cd7"/>
    <p:sldId xmlns:r="http://schemas.openxmlformats.org/officeDocument/2006/relationships" id="278" r:id="Rd73a49f9bb084652"/>
    <p:sldId xmlns:r="http://schemas.openxmlformats.org/officeDocument/2006/relationships" id="279" r:id="Re2dd7d4f7ae54ba0"/>
    <p:sldId xmlns:r="http://schemas.openxmlformats.org/officeDocument/2006/relationships" id="280" r:id="R176766f98b4b4c7d"/>
    <p:sldId xmlns:r="http://schemas.openxmlformats.org/officeDocument/2006/relationships" id="281" r:id="R3fdaa3b848ec4bbb"/>
    <p:sldId xmlns:r="http://schemas.openxmlformats.org/officeDocument/2006/relationships" id="282" r:id="Rce4ab8500fc64b60"/>
    <p:sldId xmlns:r="http://schemas.openxmlformats.org/officeDocument/2006/relationships" id="283" r:id="R311edecb99e24cb6"/>
    <p:sldId xmlns:r="http://schemas.openxmlformats.org/officeDocument/2006/relationships" id="284" r:id="R910322a2c7684ad3"/>
    <p:sldId xmlns:r="http://schemas.openxmlformats.org/officeDocument/2006/relationships" id="285" r:id="R622e7e92eda645c2"/>
    <p:sldId xmlns:r="http://schemas.openxmlformats.org/officeDocument/2006/relationships" id="286" r:id="R2d7650a228e4472e"/>
    <p:sldId xmlns:r="http://schemas.openxmlformats.org/officeDocument/2006/relationships" id="287" r:id="R55766c08a2cf47b0"/>
    <p:sldId xmlns:r="http://schemas.openxmlformats.org/officeDocument/2006/relationships" id="288" r:id="R3bc730d2e58e4d38"/>
    <p:sldId xmlns:r="http://schemas.openxmlformats.org/officeDocument/2006/relationships" id="289" r:id="R18bcf28ce302405e"/>
    <p:sldId xmlns:r="http://schemas.openxmlformats.org/officeDocument/2006/relationships" id="290" r:id="Rb07b60480d3942f1"/>
    <p:sldId xmlns:r="http://schemas.openxmlformats.org/officeDocument/2006/relationships" id="291" r:id="Rc6912bb835f84b10"/>
    <p:sldId xmlns:r="http://schemas.openxmlformats.org/officeDocument/2006/relationships" id="292" r:id="R1678a26d783d452f"/>
    <p:sldId xmlns:r="http://schemas.openxmlformats.org/officeDocument/2006/relationships" id="293" r:id="Rfbd9075103aa45b5"/>
    <p:sldId xmlns:r="http://schemas.openxmlformats.org/officeDocument/2006/relationships" id="294" r:id="R859187dd6213481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bf8bb9a5a644f0" /><Relationship Type="http://schemas.openxmlformats.org/officeDocument/2006/relationships/slideMaster" Target="/ppt/slideMasters/slideMaster1.xml" Id="Reabc420b100d4bf9" /><Relationship Type="http://schemas.openxmlformats.org/officeDocument/2006/relationships/notesMaster" Target="/ppt/notesMasters/notesMaster1.xml" Id="R400e3f352b6448f1" /><Relationship Type="http://schemas.openxmlformats.org/officeDocument/2006/relationships/presProps" Target="/ppt/presProps.xml" Id="R261837a9f2a74016" /><Relationship Type="http://schemas.openxmlformats.org/officeDocument/2006/relationships/tableStyles" Target="/ppt/tableStyles.xml" Id="Re5e825a950f7494f" /><Relationship Type="http://schemas.openxmlformats.org/officeDocument/2006/relationships/slide" Target="/ppt/slides/slide1.xml" Id="R120f87036c0d4270" /><Relationship Type="http://schemas.openxmlformats.org/officeDocument/2006/relationships/slide" Target="/ppt/slides/slide2.xml" Id="R81f0b6930f8e43f9" /><Relationship Type="http://schemas.openxmlformats.org/officeDocument/2006/relationships/slide" Target="/ppt/slides/slide3.xml" Id="R36b40a7a03eb4189" /><Relationship Type="http://schemas.openxmlformats.org/officeDocument/2006/relationships/slide" Target="/ppt/slides/slide4.xml" Id="R4e98a16e83874d73" /><Relationship Type="http://schemas.openxmlformats.org/officeDocument/2006/relationships/slide" Target="/ppt/slides/slide5.xml" Id="Rcaf5da2d2c944945" /><Relationship Type="http://schemas.openxmlformats.org/officeDocument/2006/relationships/slide" Target="/ppt/slides/slide6.xml" Id="Rddf99af49ff34610" /><Relationship Type="http://schemas.openxmlformats.org/officeDocument/2006/relationships/slide" Target="/ppt/slides/slide7.xml" Id="R001659781051456e" /><Relationship Type="http://schemas.openxmlformats.org/officeDocument/2006/relationships/slide" Target="/ppt/slides/slide8.xml" Id="R0b2b3d3932e04edd" /><Relationship Type="http://schemas.openxmlformats.org/officeDocument/2006/relationships/slide" Target="/ppt/slides/slide9.xml" Id="Rbefb0d5c3e2747f0" /><Relationship Type="http://schemas.openxmlformats.org/officeDocument/2006/relationships/slide" Target="/ppt/slides/slide10.xml" Id="Rcc2b3760c39a4806" /><Relationship Type="http://schemas.openxmlformats.org/officeDocument/2006/relationships/slide" Target="/ppt/slides/slide11.xml" Id="R626d0af06cdf42c1" /><Relationship Type="http://schemas.openxmlformats.org/officeDocument/2006/relationships/slide" Target="/ppt/slides/slide12.xml" Id="R656b6586894b4ac7" /><Relationship Type="http://schemas.openxmlformats.org/officeDocument/2006/relationships/slide" Target="/ppt/slides/slide13.xml" Id="Rb74ac2d7211649f6" /><Relationship Type="http://schemas.openxmlformats.org/officeDocument/2006/relationships/slide" Target="/ppt/slides/slide14.xml" Id="R8d13ce40a710417f" /><Relationship Type="http://schemas.openxmlformats.org/officeDocument/2006/relationships/slide" Target="/ppt/slides/slide15.xml" Id="Rfb10f93488974bfe" /><Relationship Type="http://schemas.openxmlformats.org/officeDocument/2006/relationships/slide" Target="/ppt/slides/slide16.xml" Id="R63015aec65734fa3" /><Relationship Type="http://schemas.openxmlformats.org/officeDocument/2006/relationships/slide" Target="/ppt/slides/slide17.xml" Id="R46749dd6fa954e99" /><Relationship Type="http://schemas.openxmlformats.org/officeDocument/2006/relationships/slide" Target="/ppt/slides/slide18.xml" Id="R0744e25bf9f64a0b" /><Relationship Type="http://schemas.openxmlformats.org/officeDocument/2006/relationships/slide" Target="/ppt/slides/slide19.xml" Id="R9296347a5b08443e" /><Relationship Type="http://schemas.openxmlformats.org/officeDocument/2006/relationships/slide" Target="/ppt/slides/slide20.xml" Id="R46468eb8fff74acd" /><Relationship Type="http://schemas.openxmlformats.org/officeDocument/2006/relationships/slide" Target="/ppt/slides/slide21.xml" Id="R8790907bf5f04a8d" /><Relationship Type="http://schemas.openxmlformats.org/officeDocument/2006/relationships/slide" Target="/ppt/slides/slide22.xml" Id="Rd3f2b17eaece4cd7" /><Relationship Type="http://schemas.openxmlformats.org/officeDocument/2006/relationships/slide" Target="/ppt/slides/slide23.xml" Id="Rd73a49f9bb084652" /><Relationship Type="http://schemas.openxmlformats.org/officeDocument/2006/relationships/slide" Target="/ppt/slides/slide24.xml" Id="Re2dd7d4f7ae54ba0" /><Relationship Type="http://schemas.openxmlformats.org/officeDocument/2006/relationships/slide" Target="/ppt/slides/slide25.xml" Id="R176766f98b4b4c7d" /><Relationship Type="http://schemas.openxmlformats.org/officeDocument/2006/relationships/slide" Target="/ppt/slides/slide26.xml" Id="R3fdaa3b848ec4bbb" /><Relationship Type="http://schemas.openxmlformats.org/officeDocument/2006/relationships/slide" Target="/ppt/slides/slide27.xml" Id="Rce4ab8500fc64b60" /><Relationship Type="http://schemas.openxmlformats.org/officeDocument/2006/relationships/slide" Target="/ppt/slides/slide28.xml" Id="R311edecb99e24cb6" /><Relationship Type="http://schemas.openxmlformats.org/officeDocument/2006/relationships/slide" Target="/ppt/slides/slide29.xml" Id="R910322a2c7684ad3" /><Relationship Type="http://schemas.openxmlformats.org/officeDocument/2006/relationships/slide" Target="/ppt/slides/slide30.xml" Id="R622e7e92eda645c2" /><Relationship Type="http://schemas.openxmlformats.org/officeDocument/2006/relationships/slide" Target="/ppt/slides/slide31.xml" Id="R2d7650a228e4472e" /><Relationship Type="http://schemas.openxmlformats.org/officeDocument/2006/relationships/slide" Target="/ppt/slides/slide32.xml" Id="R55766c08a2cf47b0" /><Relationship Type="http://schemas.openxmlformats.org/officeDocument/2006/relationships/slide" Target="/ppt/slides/slide33.xml" Id="R3bc730d2e58e4d38" /><Relationship Type="http://schemas.openxmlformats.org/officeDocument/2006/relationships/slide" Target="/ppt/slides/slide34.xml" Id="R18bcf28ce302405e" /><Relationship Type="http://schemas.openxmlformats.org/officeDocument/2006/relationships/slide" Target="/ppt/slides/slide35.xml" Id="Rb07b60480d3942f1" /><Relationship Type="http://schemas.openxmlformats.org/officeDocument/2006/relationships/slide" Target="/ppt/slides/slide36.xml" Id="Rc6912bb835f84b10" /><Relationship Type="http://schemas.openxmlformats.org/officeDocument/2006/relationships/slide" Target="/ppt/slides/slide37.xml" Id="R1678a26d783d452f" /><Relationship Type="http://schemas.openxmlformats.org/officeDocument/2006/relationships/slide" Target="/ppt/slides/slide38.xml" Id="Rfbd9075103aa45b5" /><Relationship Type="http://schemas.openxmlformats.org/officeDocument/2006/relationships/slide" Target="/ppt/slides/slide39.xml" Id="R859187dd621348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105e3738cc42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d3e77fb0384662" /><Relationship Type="http://schemas.openxmlformats.org/officeDocument/2006/relationships/notesMaster" Target="/ppt/notesMasters/notesMaster1.xml" Id="Rd5bb348dca7f4d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ddb371c5424693" /><Relationship Type="http://schemas.openxmlformats.org/officeDocument/2006/relationships/notesMaster" Target="/ppt/notesMasters/notesMaster1.xml" Id="R0c9ffea070b746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b4e14d951f4e59" /><Relationship Type="http://schemas.openxmlformats.org/officeDocument/2006/relationships/notesMaster" Target="/ppt/notesMasters/notesMaster1.xml" Id="R0b8f75688fec49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7ea4d100d545e1" /><Relationship Type="http://schemas.openxmlformats.org/officeDocument/2006/relationships/notesMaster" Target="/ppt/notesMasters/notesMaster1.xml" Id="R1efe4f6294b345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bf674227e04ead" /><Relationship Type="http://schemas.openxmlformats.org/officeDocument/2006/relationships/notesMaster" Target="/ppt/notesMasters/notesMaster1.xml" Id="Re0a998711bc34b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086dc7e2544952" /><Relationship Type="http://schemas.openxmlformats.org/officeDocument/2006/relationships/notesMaster" Target="/ppt/notesMasters/notesMaster1.xml" Id="R5610d7ea13574b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a913a1163b421c" /><Relationship Type="http://schemas.openxmlformats.org/officeDocument/2006/relationships/notesMaster" Target="/ppt/notesMasters/notesMaster1.xml" Id="R01c4690adad647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2c6368d71b4a8c" /><Relationship Type="http://schemas.openxmlformats.org/officeDocument/2006/relationships/notesMaster" Target="/ppt/notesMasters/notesMaster1.xml" Id="Rfe3375f13f8e4c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e9af51a1ec4015" /><Relationship Type="http://schemas.openxmlformats.org/officeDocument/2006/relationships/notesMaster" Target="/ppt/notesMasters/notesMaster1.xml" Id="R085ae0b848704d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e791ba0fb840e0" /><Relationship Type="http://schemas.openxmlformats.org/officeDocument/2006/relationships/notesMaster" Target="/ppt/notesMasters/notesMaster1.xml" Id="R412c10052fd94c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1044a2c55b4a58" /><Relationship Type="http://schemas.openxmlformats.org/officeDocument/2006/relationships/notesMaster" Target="/ppt/notesMasters/notesMaster1.xml" Id="R4c3bd108cf524e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e592490e0b48f0" /><Relationship Type="http://schemas.openxmlformats.org/officeDocument/2006/relationships/notesMaster" Target="/ppt/notesMasters/notesMaster1.xml" Id="R53a94210537345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fba3089a99444b" /><Relationship Type="http://schemas.openxmlformats.org/officeDocument/2006/relationships/notesMaster" Target="/ppt/notesMasters/notesMaster1.xml" Id="R3008aa65fab34d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bc37fa8b234385" /><Relationship Type="http://schemas.openxmlformats.org/officeDocument/2006/relationships/notesMaster" Target="/ppt/notesMasters/notesMaster1.xml" Id="Rbd90e0f12b5b43f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4357c61a194231" /><Relationship Type="http://schemas.openxmlformats.org/officeDocument/2006/relationships/notesMaster" Target="/ppt/notesMasters/notesMaster1.xml" Id="Rc89dce48f9684a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03a9d24fb946b1" /><Relationship Type="http://schemas.openxmlformats.org/officeDocument/2006/relationships/notesMaster" Target="/ppt/notesMasters/notesMaster1.xml" Id="R1e16088e78364ef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12156b27144cd9" /><Relationship Type="http://schemas.openxmlformats.org/officeDocument/2006/relationships/notesMaster" Target="/ppt/notesMasters/notesMaster1.xml" Id="Rdca46e7ff44449b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6b665e59e242fd" /><Relationship Type="http://schemas.openxmlformats.org/officeDocument/2006/relationships/notesMaster" Target="/ppt/notesMasters/notesMaster1.xml" Id="Rfcfacf61090a4ef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372174b5b1e4d53" /><Relationship Type="http://schemas.openxmlformats.org/officeDocument/2006/relationships/notesMaster" Target="/ppt/notesMasters/notesMaster1.xml" Id="R5dbf9c382f0d42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b61a1220af94099" /><Relationship Type="http://schemas.openxmlformats.org/officeDocument/2006/relationships/notesMaster" Target="/ppt/notesMasters/notesMaster1.xml" Id="Rbef6937a3d1b473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12a98982f44c09" /><Relationship Type="http://schemas.openxmlformats.org/officeDocument/2006/relationships/notesMaster" Target="/ppt/notesMasters/notesMaster1.xml" Id="Rc82751994dc04f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40a0570f5d4323" /><Relationship Type="http://schemas.openxmlformats.org/officeDocument/2006/relationships/notesMaster" Target="/ppt/notesMasters/notesMaster1.xml" Id="R3b9b8c8d31154ad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08f0266cdaa44b3" /><Relationship Type="http://schemas.openxmlformats.org/officeDocument/2006/relationships/notesMaster" Target="/ppt/notesMasters/notesMaster1.xml" Id="Rfd72e32c3e8740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f0223f5f3704367" /><Relationship Type="http://schemas.openxmlformats.org/officeDocument/2006/relationships/notesMaster" Target="/ppt/notesMasters/notesMaster1.xml" Id="R7c6546ef74ae48a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01116e02d54a03" /><Relationship Type="http://schemas.openxmlformats.org/officeDocument/2006/relationships/notesMaster" Target="/ppt/notesMasters/notesMaster1.xml" Id="Rc5e253afe773400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4ec8f8ac7354ff5" /><Relationship Type="http://schemas.openxmlformats.org/officeDocument/2006/relationships/notesMaster" Target="/ppt/notesMasters/notesMaster1.xml" Id="R7b0d7f0085b04fd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eef47738b164367" /><Relationship Type="http://schemas.openxmlformats.org/officeDocument/2006/relationships/notesMaster" Target="/ppt/notesMasters/notesMaster1.xml" Id="R8bd4d23834044e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ecbe6db7efa4db5" /><Relationship Type="http://schemas.openxmlformats.org/officeDocument/2006/relationships/notesMaster" Target="/ppt/notesMasters/notesMaster1.xml" Id="Re4ec4ed4582d42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6662a5e550b4134" /><Relationship Type="http://schemas.openxmlformats.org/officeDocument/2006/relationships/notesMaster" Target="/ppt/notesMasters/notesMaster1.xml" Id="R0458de0c875a49f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b64e021567c4374" /><Relationship Type="http://schemas.openxmlformats.org/officeDocument/2006/relationships/notesMaster" Target="/ppt/notesMasters/notesMaster1.xml" Id="R47e75b8e63b54a2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d3d337a67324e97" /><Relationship Type="http://schemas.openxmlformats.org/officeDocument/2006/relationships/notesMaster" Target="/ppt/notesMasters/notesMaster1.xml" Id="R2189b9eab585425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b1c89c2363f40c1" /><Relationship Type="http://schemas.openxmlformats.org/officeDocument/2006/relationships/notesMaster" Target="/ppt/notesMasters/notesMaster1.xml" Id="R2743ec5598a4450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1edfc7e10bd4b82" /><Relationship Type="http://schemas.openxmlformats.org/officeDocument/2006/relationships/notesMaster" Target="/ppt/notesMasters/notesMaster1.xml" Id="Rb53a5b6a7c244df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78b11464f5246bf" /><Relationship Type="http://schemas.openxmlformats.org/officeDocument/2006/relationships/notesMaster" Target="/ppt/notesMasters/notesMaster1.xml" Id="R2cb757c7f0cc4de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a876c63a01445d5" /><Relationship Type="http://schemas.openxmlformats.org/officeDocument/2006/relationships/notesMaster" Target="/ppt/notesMasters/notesMaster1.xml" Id="R36a86bc143e84df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a6cceb6536c4739" /><Relationship Type="http://schemas.openxmlformats.org/officeDocument/2006/relationships/notesMaster" Target="/ppt/notesMasters/notesMaster1.xml" Id="R0979aa4ca8ef435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0b45b13331f486a" /><Relationship Type="http://schemas.openxmlformats.org/officeDocument/2006/relationships/notesMaster" Target="/ppt/notesMasters/notesMaster1.xml" Id="R169630188b4241d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3965628626943d4" /><Relationship Type="http://schemas.openxmlformats.org/officeDocument/2006/relationships/notesMaster" Target="/ppt/notesMasters/notesMaster1.xml" Id="R945dadf5cfd6483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68a9cffd76a4d46" /><Relationship Type="http://schemas.openxmlformats.org/officeDocument/2006/relationships/notesMaster" Target="/ppt/notesMasters/notesMaster1.xml" Id="Rffe9559cc7e242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 엔탈피, Part 2 열화학 반응식, Part 3 연료의 효율성, Part 4 결합 에너지와 반응 엔탈피 순서로 배웁니다.</a:t>
            </a:r>
          </a:p>
          <a:p xmlns:a="http://schemas.openxmlformats.org/drawingml/2006/main">
            <a:r>
              <a:t>화면에서 가리킬 순서: 왼쪽에서 오른쪽으로 네 파트</a:t>
            </a:r>
          </a:p>
          <a:p xmlns:a="http://schemas.openxmlformats.org/drawingml/2006/main">
            <a:r>
              <a:t>오개념 점검: 세 파트를 독립적인 암기 목록처럼 설명하지 않는다.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발열·흡열 반응의 예시를 먼저 살펴본 뒤 엔탈피와 반응 엔탈피를 정의합니다.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 그 밖을 주위라고 합니다. 발열 반응은 반응계에서 주위로 열을 방출하는 반응입니다. 도시가스의 주성분인 메테인이 연소할 때 주위로 열이 나옵니다. 철이 산소와 반응하는 산화도 발열 반응이며, 손난로는 철 가루가 빠르게 산화될 때 나오는 열을 이용합니다. 발열이라는 말은 반응계를 기준으로 열이 밖으로 나간다는 뜻입니다. 반응계가 방출한 열을 받은 주위는 일반적으로 따뜻해집니다.</a:t>
            </a:r>
          </a:p>
          <a:p xmlns:a="http://schemas.openxmlformats.org/drawingml/2006/main">
            <a:r>
              <a:t>화면에서 가리킬 순서: 발열 정의 → 메테인 연소 → 철의 산화 → 반응계에서 주위로 열 이동</a:t>
            </a:r>
          </a:p>
          <a:p xmlns:a="http://schemas.openxmlformats.org/drawingml/2006/main">
            <a:r>
              <a:t>오개념 점검: 발열 반응에서 반응계와 주위를 구분한다. 손난로는 흔드는 동작 자체가 에너지원이 아니다.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흡열 반응은 반응계가 주위에서 열을 흡수하는 반응입니다. 냉각 팩에서 질산 암모늄이 물에 용해될 때 주변에서 열을 흡수하므로 팩 주변이 차가워집니다. 제빵 소다의 성분인 탄산수소 나트륨이 분해되는 반응도 흡열 반응으로, 열을 공급해야 진행됩니다. 모든 흡열 반응이 저절로 진행하면서 차가워지는 것은 아닙니다. 가열하는 동안에는 공급받는 열과 반응에 흡수되는 열을 구분합니다. 이제 물질이 가진 에너지와 반응 전후의 변화량을 나타내는 개념으로 연결하겠습니다.</a:t>
            </a:r>
          </a:p>
          <a:p xmlns:a="http://schemas.openxmlformats.org/drawingml/2006/main">
            <a:r>
              <a:t>화면에서 가리킬 순서: 흡열 정의 → 냉각 팩의 용해 → 탄산수소 나트륨 분해 → 주위에서 반응계로 열 이동</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교과서에서는 일정한 압력에서 어떤 물질이 갖는 에너지의 양을 엔탈피라고 정의하고 H로 나타냅니다. 엔탈피는 온도 자체나 이동하는 열의 이름이 아닙니다. 물질의 종류와 양, 상태 등 조건을 함께 생각해야 합니다. 엔탈피의 절대값을 직접 정하기보다는 반응 전후의 변화량을 출입하는 열로 구한다는 점이 중요합니다. 다음 장에서는 엔탈피 H와 변화량 ΔH를 구분하겠습니다.</a:t>
            </a:r>
          </a:p>
          <a:p xmlns:a="http://schemas.openxmlformats.org/drawingml/2006/main">
            <a:r>
              <a:t>화면에서 가리킬 순서: 엔탈피 H → 일정한 압력 조건 → 에너지의 양 → H와 변화량의 구분</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 엔탈피는 일정한 압력에서 화학 반응이 일어날 때의 엔탈피 변화이며 ΔH로 나타냅니다. 델타는 변화량이라는 뜻입니다. 생성물의 엔탈피 합에서 반응물의 엔탈피 합을 뺍니다. 즉 반응 후에서 반응 전을 빼는 순서입니다. H는 엔탈피를, ΔH는 그 변화량을 가리키므로 서로 구분합니다. 일정한 압력에서 팽창과 수축 이외의 일이 없을 때 반응계가 주고받는 열은 이 변화량과 같습니다. 생성물 쪽이 낮으면 ΔH가 음수이고 열을 방출합니다. 생성물 쪽이 높으면 ΔH가 양수이고 열을 흡수합니다. 다음 장의 교과서 그래프로 확인하겠습니다.</a:t>
            </a:r>
          </a:p>
          <a:p xmlns:a="http://schemas.openxmlformats.org/drawingml/2006/main">
            <a:r>
              <a:t>화면에서 가리킬 순서: 반응 엔탈피 ΔH 정의 → 생성물의 엔탈피 합 − 반응물의 엔탈피 합 → 반응 후 − 반응 전</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생성물과 반응물의 엔탈피 높이를 그래프에서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 장의 두 그래프를 식으로 정리합니다. 시그마 H는 각 물질의 엔탈피를 합한 값입니다. 발열 반응에서는 생성물의 엔탈피 합이 반응물의 엔탈피 합보다 작으므로 ΔH가 음수입니다. 흡열 반응에서는 생성물의 엔탈피 합이 더 크므로 ΔH가 양수입니다. 생성물에서 반응물을 뺀다는 정의와 연결해 읽습니다.</a:t>
            </a:r>
          </a:p>
          <a:p xmlns:a="http://schemas.openxmlformats.org/drawingml/2006/main">
            <a:r>
              <a:t>화면에서 가리킬 순서: 위 발열 부등식과 ΔH → 아래 흡열 부등식과 ΔH</a:t>
            </a:r>
          </a:p>
          <a:p xmlns:a="http://schemas.openxmlformats.org/drawingml/2006/main">
            <a:r>
              <a:t>오개념 점검: ΣH는 엔탈피의 합, ΔH는 엔탈피의 변화량이다.</a:t>
            </a:r>
          </a:p>
          <a:p xmlns:a="http://schemas.openxmlformats.org/drawingml/2006/main">
            <a:r>
              <a:t>다음 연결: 반응 엔탈피를 화학 반응식과 함께 나타내 보겠습니다.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반응식에 물질의 상태와 반응 엔탈피를 함께 표시하겠습니다. 같은 반응도 양이나 상태가 달라지면 출입하는 열이 달라지는지 살펴봅니다.</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반응식에 반응 엔탈피를 함께 나타낸 것을 열화학 반응식이라고 합니다. 화학 반응식은 어떤 물질이 어떤 비율로 반응하는지 나타내고, 반응 엔탈피는 그 반응에서 출입하는 열의 방향과 양을 나타냅니다. 물질의 상태도 반드시 함께 표시합니다. 아래 교과서의 산화 칼슘 반응식에서 화학 반응식 부분과 ΔH 부분을 각각 짚어 봅시다. ΔH는 적혀 있는 반응식 전체를 기준으로 한 값입니다.</a:t>
            </a:r>
          </a:p>
          <a:p xmlns:a="http://schemas.openxmlformats.org/drawingml/2006/main">
            <a:r>
              <a:t>화면에서 가리킬 순서: 정의 문장 → 원본 화학 반응식 → ΔH</a:t>
            </a:r>
          </a:p>
          <a:p xmlns:a="http://schemas.openxmlformats.org/drawingml/2006/main">
            <a:r>
              <a:t>오개념 점검: 상태를 표시한 화학 반응식만으로는 반응 엔탈피를 함께 나타낸 열화학 반응식이 되지 않는다.</a:t>
            </a:r>
          </a:p>
          <a:p xmlns:a="http://schemas.openxmlformats.org/drawingml/2006/main">
            <a:r>
              <a:t>다음 연결: 발열과 흡열의 실제 열화학 반응식을 읽어 봅시다.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반응식의 특징을 세 가지로 정리합니다. 첫째, 반응식 전체의 계수를 n배 하면 반응 엔탈피도 n배가 됩니다. 둘째, 엔탈피는 물질의 상태에 따라 달라지므로 상태를 반드시 표시합니다. 셋째, 역반응의 반응 엔탈피는 정반응과 크기가 같고 부호가 반대입니다. 역반응 비교는 물질의 상태와 반응량이 대응하고 온도와 압력이 같은 조건에서 합니다. 이제 기존 예시를 통해 계수, 상태, 역반응을 하나씩 확인하겠습니다.</a:t>
            </a:r>
          </a:p>
          <a:p xmlns:a="http://schemas.openxmlformats.org/drawingml/2006/main">
            <a:r>
              <a:t>화면에서 가리킬 순서: 계수 행 → 상태 행 → 역반응 행</a:t>
            </a:r>
          </a:p>
          <a:p xmlns:a="http://schemas.openxmlformats.org/drawingml/2006/main">
            <a:r>
              <a:t>오개념 점검: 역반응은 상태와 반응량이 대응해야 한다. 계수 하나만 바꾸지 말고 반응식 전체를 같은 배수로 바꾼다.</a:t>
            </a:r>
          </a:p>
          <a:p xmlns:a="http://schemas.openxmlformats.org/drawingml/2006/main">
            <a:r>
              <a:t>다음 연결: 먼저 반응식의 계수를 두 배로 바꿔 보겠습니다.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반응과 흡열 반응을 나란히 비교합니다. 발열 반응에서는 반응계에서 주위로 열이 이동하고 반응계의 엔탈피가 감소합니다. 따라서 생성물의 엔탈피가 반응물보다 작고 ΔH는 음수입니다. 흡열 반응에서는 주위에서 반응계로 열이 이동하고 반응계의 엔탈피가 증가합니다. 생성물의 엔탈피가 반응물보다 크므로 ΔH는 양수입니다. 반응 엔탈피는 생성물의 엔탈피에서 반응물의 엔탈피를 뺀 값이라는 점과 연결합니다. 아래에서는 나머지 관계를 확인합니다. 반응식 전체의 계수를 n배 하면 ΔH도 n배가 됩니다. 물질의 상태가 달라지면 반응 엔탈피도 달라집니다. 기체 반응의 평균 결합 에너지 계산은 결합을 끊는 데 흡수한 에너지에서 형성할 때 방출한 에너지의 크기를 뺍니다.</a:t>
            </a:r>
          </a:p>
          <a:p xmlns:a="http://schemas.openxmlformats.org/drawingml/2006/main">
            <a:r>
              <a:t>화면에서 가리킬 순서: 열 이동 방향 → 반응계 엔탈피 변화 → 생성물과 반응물 비교 → ΔH 부호 → 아래 계수·상태·결합 관계</a:t>
            </a:r>
          </a:p>
          <a:p xmlns:a="http://schemas.openxmlformats.org/drawingml/2006/main">
            <a:r>
              <a:t>오개념 점검: 열을 주고받는 반응계와 주위를 구분한다. 발열 반응에서 감소하는 것은 반응계의 엔탈피다.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5d98d42e2c47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7eca68f28d4a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2cb603c0e744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e4e599f89644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ee2c73a53546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c4f1ee759b4d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9BA7E1-5DFD-4056-A966-DB69D064E354}"/>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A1F2572-1738-4DAD-A73F-FB5521C03B4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A7E14C-527C-4405-A54B-960459E9024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28C5B2-A627-4369-B263-21EBF1726BA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ED4605-3DDF-4137-80FD-EC90303B4142}"/>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4A728F-6F5A-4B48-A4B2-1CD88599331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C01AD6-A65A-472F-81D2-FA09D776B50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D96028-99F7-49E5-BEAB-75B932B64537}"/>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95E863-D9C3-4853-BCFE-FB9409627B5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DCF97D-D026-43AC-B5C6-96A7A400BA1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8fc10510d34464" /><Relationship Type="http://schemas.openxmlformats.org/officeDocument/2006/relationships/slideLayout" Target="/ppt/slideLayouts/slideLayout1.xml" Id="Reebb2c26261d4e5c" /><Relationship Type="http://schemas.openxmlformats.org/officeDocument/2006/relationships/slideLayout" Target="/ppt/slideLayouts/slideLayout2.xml" Id="Rc73f7a8ce22444e6" /><Relationship Type="http://schemas.openxmlformats.org/officeDocument/2006/relationships/slideLayout" Target="/ppt/slideLayouts/slideLayout3.xml" Id="R1bcb2ca177224370" /><Relationship Type="http://schemas.openxmlformats.org/officeDocument/2006/relationships/slideLayout" Target="/ppt/slideLayouts/slideLayout4.xml" Id="R54b62f2c7ef24b08" /><Relationship Type="http://schemas.openxmlformats.org/officeDocument/2006/relationships/slideLayout" Target="/ppt/slideLayouts/slideLayout5.xml" Id="Rfd9cd984f3de4177" /><Relationship Type="http://schemas.openxmlformats.org/officeDocument/2006/relationships/slideLayout" Target="/ppt/slideLayouts/slideLayout6.xml" Id="Re62ffc9abfc44b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bb2c26261d4e5c"/>
    <p:sldLayoutId xmlns:r="http://schemas.openxmlformats.org/officeDocument/2006/relationships" id="2147483650" r:id="Rc73f7a8ce22444e6"/>
    <p:sldLayoutId xmlns:r="http://schemas.openxmlformats.org/officeDocument/2006/relationships" id="2147483651" r:id="R1bcb2ca177224370"/>
    <p:sldLayoutId xmlns:r="http://schemas.openxmlformats.org/officeDocument/2006/relationships" id="2147483652" r:id="R54b62f2c7ef24b08"/>
    <p:sldLayoutId xmlns:r="http://schemas.openxmlformats.org/officeDocument/2006/relationships" id="2147483653" r:id="Rfd9cd984f3de4177"/>
    <p:sldLayoutId xmlns:r="http://schemas.openxmlformats.org/officeDocument/2006/relationships" id="2147483654" r:id="Re62ffc9abfc44b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a67e53190641cb" /><Relationship Type="http://schemas.openxmlformats.org/officeDocument/2006/relationships/image" Target="/ppt/media/image.png" Id="Rfa80bd0b8f744198" /><Relationship Type="http://schemas.openxmlformats.org/officeDocument/2006/relationships/image" Target="/ppt/media/image2.png" Id="R52d90320bc0049c9" /><Relationship Type="http://schemas.openxmlformats.org/officeDocument/2006/relationships/image" Target="/ppt/media/image3.png" Id="R68de6c07cdd24b26" /><Relationship Type="http://schemas.openxmlformats.org/officeDocument/2006/relationships/image" Target="/ppt/media/image4.png" Id="R57d4515285154b69" /><Relationship Type="http://schemas.openxmlformats.org/officeDocument/2006/relationships/notesSlide" Target="/ppt/notesSlides/notesSlide1.xml" Id="R4ffafb1e118b43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09c32e86a24e34" /><Relationship Type="http://schemas.openxmlformats.org/officeDocument/2006/relationships/image" Target="/ppt/media/image5.png" Id="Rf3e97db333ad4851" /><Relationship Type="http://schemas.openxmlformats.org/officeDocument/2006/relationships/notesSlide" Target="/ppt/notesSlides/notesSlide2.xml" Id="Rea21bc257d124d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54fec9e3534dee" /><Relationship Type="http://schemas.openxmlformats.org/officeDocument/2006/relationships/image" Target="/ppt/media/image6.png" Id="R1e489e2a7cb94b07" /><Relationship Type="http://schemas.openxmlformats.org/officeDocument/2006/relationships/image" Target="/ppt/media/image7.png" Id="Rf336f2c5f175485b" /><Relationship Type="http://schemas.openxmlformats.org/officeDocument/2006/relationships/image" Target="/ppt/media/image8.png" Id="R12481f01dd8a4bcf" /><Relationship Type="http://schemas.openxmlformats.org/officeDocument/2006/relationships/notesSlide" Target="/ppt/notesSlides/notesSlide3.xml" Id="R40ad125122be4a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f11ae688f1464d" /><Relationship Type="http://schemas.openxmlformats.org/officeDocument/2006/relationships/image" Target="/ppt/media/image9.png" Id="R2e27528f89dc410d" /><Relationship Type="http://schemas.openxmlformats.org/officeDocument/2006/relationships/image" Target="/ppt/media/image10.png" Id="R22d7c20b116f4b5e" /><Relationship Type="http://schemas.openxmlformats.org/officeDocument/2006/relationships/notesSlide" Target="/ppt/notesSlides/notesSlide4.xml" Id="R29e65204df5945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2202c70cd704e98" /><Relationship Type="http://schemas.openxmlformats.org/officeDocument/2006/relationships/image" Target="/ppt/media/image11.png" Id="Re6a3cfefd6034b64" /><Relationship Type="http://schemas.openxmlformats.org/officeDocument/2006/relationships/image" Target="/ppt/media/image12.png" Id="R7ac96628b1954273" /><Relationship Type="http://schemas.openxmlformats.org/officeDocument/2006/relationships/notesSlide" Target="/ppt/notesSlides/notesSlide5.xml" Id="R8e29994fe18c46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881924d110643bd" /><Relationship Type="http://schemas.openxmlformats.org/officeDocument/2006/relationships/image" Target="/ppt/media/image13.png" Id="R83efefb89eee432f" /><Relationship Type="http://schemas.openxmlformats.org/officeDocument/2006/relationships/image" Target="/ppt/media/image14.png" Id="R718388950708420d" /><Relationship Type="http://schemas.openxmlformats.org/officeDocument/2006/relationships/image" Target="/ppt/media/image15.png" Id="Rc92a38fb953247d0" /><Relationship Type="http://schemas.openxmlformats.org/officeDocument/2006/relationships/notesSlide" Target="/ppt/notesSlides/notesSlide6.xml" Id="R805ac2ab0fc642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343139974749f7" /><Relationship Type="http://schemas.openxmlformats.org/officeDocument/2006/relationships/image" Target="/ppt/media/image16.png" Id="R2be4ff98ba0f4448" /><Relationship Type="http://schemas.openxmlformats.org/officeDocument/2006/relationships/image" Target="/ppt/media/image17.png" Id="R6c3b8decbe5f4a3c" /><Relationship Type="http://schemas.openxmlformats.org/officeDocument/2006/relationships/image" Target="/ppt/media/image18.png" Id="R5ece6610efa1411d" /><Relationship Type="http://schemas.openxmlformats.org/officeDocument/2006/relationships/notesSlide" Target="/ppt/notesSlides/notesSlide7.xml" Id="R608aabb74dd349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e453ccfc42245fd" /><Relationship Type="http://schemas.openxmlformats.org/officeDocument/2006/relationships/image" Target="/ppt/media/image19.png" Id="R124b27962c3e4533" /><Relationship Type="http://schemas.openxmlformats.org/officeDocument/2006/relationships/notesSlide" Target="/ppt/notesSlides/notesSlide8.xml" Id="R6b5db59e1b1540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aaed32220814c2b" /><Relationship Type="http://schemas.openxmlformats.org/officeDocument/2006/relationships/image" Target="/ppt/media/image20.png" Id="R574382204b7e4c5d" /><Relationship Type="http://schemas.openxmlformats.org/officeDocument/2006/relationships/image" Target="/ppt/media/image21.png" Id="Rb47f2f3fe8844aa0" /><Relationship Type="http://schemas.openxmlformats.org/officeDocument/2006/relationships/notesSlide" Target="/ppt/notesSlides/notesSlide9.xml" Id="R7a155175a10540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59bdc5800c4477" /><Relationship Type="http://schemas.openxmlformats.org/officeDocument/2006/relationships/image" Target="/ppt/media/image22.png" Id="Rfaa6157f2c564af7" /><Relationship Type="http://schemas.openxmlformats.org/officeDocument/2006/relationships/image" Target="/ppt/media/image23.png" Id="Re1c9bb41959b4f18" /><Relationship Type="http://schemas.openxmlformats.org/officeDocument/2006/relationships/image" Target="/ppt/media/image24.png" Id="R35e6a7627f1848e1" /><Relationship Type="http://schemas.openxmlformats.org/officeDocument/2006/relationships/notesSlide" Target="/ppt/notesSlides/notesSlide10.xml" Id="R637c4dedc40e44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148c2f8147843ec" /><Relationship Type="http://schemas.openxmlformats.org/officeDocument/2006/relationships/image" Target="/ppt/media/image25.png" Id="R0f88096b9eef4e70" /><Relationship Type="http://schemas.openxmlformats.org/officeDocument/2006/relationships/image" Target="/ppt/media/image26.png" Id="Re4787d8e73284e83" /><Relationship Type="http://schemas.openxmlformats.org/officeDocument/2006/relationships/notesSlide" Target="/ppt/notesSlides/notesSlide11.xml" Id="R0f020db79cbc47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5918abc32754b0e" /><Relationship Type="http://schemas.openxmlformats.org/officeDocument/2006/relationships/image" Target="/ppt/media/image27.png" Id="R1e5e7b1c96684350" /><Relationship Type="http://schemas.openxmlformats.org/officeDocument/2006/relationships/image" Target="/ppt/media/image28.png" Id="R42f62237981b4301" /><Relationship Type="http://schemas.openxmlformats.org/officeDocument/2006/relationships/notesSlide" Target="/ppt/notesSlides/notesSlide12.xml" Id="R195c35b9a3a244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8dd7a8b2ebc4355" /><Relationship Type="http://schemas.openxmlformats.org/officeDocument/2006/relationships/image" Target="/ppt/media/image29.png" Id="R5b6cc3ee75174a39" /><Relationship Type="http://schemas.openxmlformats.org/officeDocument/2006/relationships/image" Target="/ppt/media/image30.png" Id="Re8141b0592d34a6b" /><Relationship Type="http://schemas.openxmlformats.org/officeDocument/2006/relationships/notesSlide" Target="/ppt/notesSlides/notesSlide13.xml" Id="R436b010af82e4d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59ae5184c364c6d" /><Relationship Type="http://schemas.openxmlformats.org/officeDocument/2006/relationships/image" Target="/ppt/media/image31.png" Id="Rd32b0372bbbb4faf" /><Relationship Type="http://schemas.openxmlformats.org/officeDocument/2006/relationships/image" Target="/ppt/media/image32.png" Id="R4b8b847ca79b4393" /><Relationship Type="http://schemas.openxmlformats.org/officeDocument/2006/relationships/image" Target="/ppt/media/image33.png" Id="R5bee8995ae8f43e7" /><Relationship Type="http://schemas.openxmlformats.org/officeDocument/2006/relationships/notesSlide" Target="/ppt/notesSlides/notesSlide14.xml" Id="R3f2ddd16f92e4a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6f695b27bc0492b" /><Relationship Type="http://schemas.openxmlformats.org/officeDocument/2006/relationships/image" Target="/ppt/media/image34.png" Id="Rb63ad79dfae64007" /><Relationship Type="http://schemas.openxmlformats.org/officeDocument/2006/relationships/notesSlide" Target="/ppt/notesSlides/notesSlide15.xml" Id="R33e2f69e327949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cf50299acbb42e0" /><Relationship Type="http://schemas.openxmlformats.org/officeDocument/2006/relationships/image" Target="/ppt/media/image35.png" Id="Re551019345c4420c" /><Relationship Type="http://schemas.openxmlformats.org/officeDocument/2006/relationships/image" Target="/ppt/media/image36.png" Id="R3c90f5c5f1684161" /><Relationship Type="http://schemas.openxmlformats.org/officeDocument/2006/relationships/notesSlide" Target="/ppt/notesSlides/notesSlide16.xml" Id="R7bda97d529b64c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dd8e8c0380a4841" /><Relationship Type="http://schemas.openxmlformats.org/officeDocument/2006/relationships/image" Target="/ppt/media/image37.png" Id="R15797620b52c412c" /><Relationship Type="http://schemas.openxmlformats.org/officeDocument/2006/relationships/image" Target="/ppt/media/image38.png" Id="R6e90da70f1634afa" /><Relationship Type="http://schemas.openxmlformats.org/officeDocument/2006/relationships/notesSlide" Target="/ppt/notesSlides/notesSlide17.xml" Id="R056d916d4b5947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b1fbe47a9304e79" /><Relationship Type="http://schemas.openxmlformats.org/officeDocument/2006/relationships/image" Target="/ppt/media/image39.png" Id="Rc7de1ae3cd864186" /><Relationship Type="http://schemas.openxmlformats.org/officeDocument/2006/relationships/image" Target="/ppt/media/image40.png" Id="R95dbdd8c1b2745c2" /><Relationship Type="http://schemas.openxmlformats.org/officeDocument/2006/relationships/image" Target="/ppt/media/image41.png" Id="R1a3808c4a3b747f5" /><Relationship Type="http://schemas.openxmlformats.org/officeDocument/2006/relationships/notesSlide" Target="/ppt/notesSlides/notesSlide18.xml" Id="Rceda0bbdb07b475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ede672e82834419" /><Relationship Type="http://schemas.openxmlformats.org/officeDocument/2006/relationships/image" Target="/ppt/media/image42.png" Id="Rdd8e6aca4b8a4c0a" /><Relationship Type="http://schemas.openxmlformats.org/officeDocument/2006/relationships/image" Target="/ppt/media/image43.png" Id="R05540768baae45d9" /><Relationship Type="http://schemas.openxmlformats.org/officeDocument/2006/relationships/notesSlide" Target="/ppt/notesSlides/notesSlide19.xml" Id="R50b215ddfb5249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cd30b3f922b4137" /><Relationship Type="http://schemas.openxmlformats.org/officeDocument/2006/relationships/image" Target="/ppt/media/image44.png" Id="R9697613503b645c0" /><Relationship Type="http://schemas.openxmlformats.org/officeDocument/2006/relationships/image" Target="/ppt/media/image45.png" Id="R63a85559e3b34afe" /><Relationship Type="http://schemas.openxmlformats.org/officeDocument/2006/relationships/image" Target="/ppt/media/image46.png" Id="R8d3917679d6f419e" /><Relationship Type="http://schemas.openxmlformats.org/officeDocument/2006/relationships/notesSlide" Target="/ppt/notesSlides/notesSlide20.xml" Id="R7af51015f9ec47d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ed43f3852ac4e3c" /><Relationship Type="http://schemas.openxmlformats.org/officeDocument/2006/relationships/image" Target="/ppt/media/image47.png" Id="R81e19e39358f44ce" /><Relationship Type="http://schemas.openxmlformats.org/officeDocument/2006/relationships/image" Target="/ppt/media/image48.png" Id="Reb77ed6d3f3e44bb" /><Relationship Type="http://schemas.openxmlformats.org/officeDocument/2006/relationships/notesSlide" Target="/ppt/notesSlides/notesSlide21.xml" Id="Rc13e0c0603ce40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333ce3f6b6e402a" /><Relationship Type="http://schemas.openxmlformats.org/officeDocument/2006/relationships/image" Target="/ppt/media/image49.png" Id="R85e48f9c6b054490" /><Relationship Type="http://schemas.openxmlformats.org/officeDocument/2006/relationships/image" Target="/ppt/media/image50.png" Id="R83d953d150594c3a" /><Relationship Type="http://schemas.openxmlformats.org/officeDocument/2006/relationships/notesSlide" Target="/ppt/notesSlides/notesSlide22.xml" Id="R1bc3f24325db41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08d191ab0c340a2" /><Relationship Type="http://schemas.openxmlformats.org/officeDocument/2006/relationships/image" Target="/ppt/media/image51.png" Id="R77b7bc1778214f83" /><Relationship Type="http://schemas.openxmlformats.org/officeDocument/2006/relationships/image" Target="/ppt/media/image52.png" Id="R1712466f49014eb5" /><Relationship Type="http://schemas.openxmlformats.org/officeDocument/2006/relationships/image" Target="/ppt/media/image53.png" Id="R59d44de701574b91" /><Relationship Type="http://schemas.openxmlformats.org/officeDocument/2006/relationships/notesSlide" Target="/ppt/notesSlides/notesSlide23.xml" Id="R48674451ce4d481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6a054fc7ef64980" /><Relationship Type="http://schemas.openxmlformats.org/officeDocument/2006/relationships/image" Target="/ppt/media/image54.png" Id="R5af9994178dd4176" /><Relationship Type="http://schemas.openxmlformats.org/officeDocument/2006/relationships/image" Target="/ppt/media/image55.png" Id="R9f96c7a245454ddf" /><Relationship Type="http://schemas.openxmlformats.org/officeDocument/2006/relationships/image" Target="/ppt/media/image56.png" Id="Rdbe1856b4c154140" /><Relationship Type="http://schemas.openxmlformats.org/officeDocument/2006/relationships/notesSlide" Target="/ppt/notesSlides/notesSlide24.xml" Id="Rf82ebe4a39054ea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4643bde968c4109" /><Relationship Type="http://schemas.openxmlformats.org/officeDocument/2006/relationships/image" Target="/ppt/media/image57.png" Id="R85c5ff387c6645d0" /><Relationship Type="http://schemas.openxmlformats.org/officeDocument/2006/relationships/notesSlide" Target="/ppt/notesSlides/notesSlide25.xml" Id="R7d84c87ca0724fd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53ba075025440d7" /><Relationship Type="http://schemas.openxmlformats.org/officeDocument/2006/relationships/image" Target="/ppt/media/image58.png" Id="R820ba87235054fad" /><Relationship Type="http://schemas.openxmlformats.org/officeDocument/2006/relationships/image" Target="/ppt/media/image59.png" Id="R10445b92107444e4" /><Relationship Type="http://schemas.openxmlformats.org/officeDocument/2006/relationships/image" Target="/ppt/media/image60.png" Id="Rbfddee00d8774f15" /><Relationship Type="http://schemas.openxmlformats.org/officeDocument/2006/relationships/notesSlide" Target="/ppt/notesSlides/notesSlide26.xml" Id="Rba545ce9869c45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b98c652b3484831" /><Relationship Type="http://schemas.openxmlformats.org/officeDocument/2006/relationships/image" Target="/ppt/media/image61.png" Id="R97be934bc6804605" /><Relationship Type="http://schemas.openxmlformats.org/officeDocument/2006/relationships/image" Target="/ppt/media/image62.png" Id="R7ee38b40f47a474c" /><Relationship Type="http://schemas.openxmlformats.org/officeDocument/2006/relationships/notesSlide" Target="/ppt/notesSlides/notesSlide27.xml" Id="R1273b5e33463468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6360ffbf3914850" /><Relationship Type="http://schemas.openxmlformats.org/officeDocument/2006/relationships/image" Target="/ppt/media/image63.png" Id="R3b8e602732fb4203" /><Relationship Type="http://schemas.openxmlformats.org/officeDocument/2006/relationships/image" Target="/ppt/media/image64.png" Id="R6f9148951e124cd3" /><Relationship Type="http://schemas.openxmlformats.org/officeDocument/2006/relationships/notesSlide" Target="/ppt/notesSlides/notesSlide28.xml" Id="R9e71a4521cdb43e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b16b88488a940c8" /><Relationship Type="http://schemas.openxmlformats.org/officeDocument/2006/relationships/image" Target="/ppt/media/image65.png" Id="R266965541c0b44d1" /><Relationship Type="http://schemas.openxmlformats.org/officeDocument/2006/relationships/notesSlide" Target="/ppt/notesSlides/notesSlide29.xml" Id="R96d8170a2498459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e78520cbe774d51" /><Relationship Type="http://schemas.openxmlformats.org/officeDocument/2006/relationships/image" Target="/ppt/media/image66.png" Id="R4b0d3cdf42a447d0" /><Relationship Type="http://schemas.openxmlformats.org/officeDocument/2006/relationships/image" Target="/ppt/media/image67.png" Id="R98872291e0da4f7a" /><Relationship Type="http://schemas.openxmlformats.org/officeDocument/2006/relationships/notesSlide" Target="/ppt/notesSlides/notesSlide30.xml" Id="R21340fb495b44a2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c2be19550f64c7c" /><Relationship Type="http://schemas.openxmlformats.org/officeDocument/2006/relationships/image" Target="/ppt/media/image68.png" Id="R9464e05cfb5e4248" /><Relationship Type="http://schemas.openxmlformats.org/officeDocument/2006/relationships/image" Target="/ppt/media/image69.png" Id="R2f2154224d06454a" /><Relationship Type="http://schemas.openxmlformats.org/officeDocument/2006/relationships/notesSlide" Target="/ppt/notesSlides/notesSlide31.xml" Id="R79a1b12aa6fc4a7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d05ac8974be4247" /><Relationship Type="http://schemas.openxmlformats.org/officeDocument/2006/relationships/image" Target="/ppt/media/image70.png" Id="R3064b9b3b76b48f3" /><Relationship Type="http://schemas.openxmlformats.org/officeDocument/2006/relationships/image" Target="/ppt/media/image71.png" Id="R98c0a1e7e0de4bbf" /><Relationship Type="http://schemas.openxmlformats.org/officeDocument/2006/relationships/notesSlide" Target="/ppt/notesSlides/notesSlide32.xml" Id="Ra14d693679bd494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0e693f172fb4f7c" /><Relationship Type="http://schemas.openxmlformats.org/officeDocument/2006/relationships/image" Target="/ppt/media/image72.png" Id="R828759d9f14b4065" /><Relationship Type="http://schemas.openxmlformats.org/officeDocument/2006/relationships/image" Target="/ppt/media/image73.png" Id="R0e0d4c1261434564" /><Relationship Type="http://schemas.openxmlformats.org/officeDocument/2006/relationships/notesSlide" Target="/ppt/notesSlides/notesSlide33.xml" Id="R360ef5dfc76c4ec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cecc250dccf4d39" /><Relationship Type="http://schemas.openxmlformats.org/officeDocument/2006/relationships/image" Target="/ppt/media/image74.png" Id="R19adf4c950ca42c6" /><Relationship Type="http://schemas.openxmlformats.org/officeDocument/2006/relationships/image" Target="/ppt/media/image75.png" Id="R88fac7b429de4af0" /><Relationship Type="http://schemas.openxmlformats.org/officeDocument/2006/relationships/image" Target="/ppt/media/image76.png" Id="Re834fdea87154cc1" /><Relationship Type="http://schemas.openxmlformats.org/officeDocument/2006/relationships/notesSlide" Target="/ppt/notesSlides/notesSlide34.xml" Id="R94d95a3329e04fa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e4f8465401b4093" /><Relationship Type="http://schemas.openxmlformats.org/officeDocument/2006/relationships/image" Target="/ppt/media/image77.png" Id="R67d184690a1547db" /><Relationship Type="http://schemas.openxmlformats.org/officeDocument/2006/relationships/notesSlide" Target="/ppt/notesSlides/notesSlide35.xml" Id="Rb6b1ffc0e9b54b6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2a76355fb0146e4" /><Relationship Type="http://schemas.openxmlformats.org/officeDocument/2006/relationships/image" Target="/ppt/media/image78.png" Id="Rfa266f14080a4813" /><Relationship Type="http://schemas.openxmlformats.org/officeDocument/2006/relationships/image" Target="/ppt/media/image79.png" Id="R3ab8f7690a1c4f83" /><Relationship Type="http://schemas.openxmlformats.org/officeDocument/2006/relationships/notesSlide" Target="/ppt/notesSlides/notesSlide36.xml" Id="R557f000a1486490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93e51a6a3e047e8" /><Relationship Type="http://schemas.openxmlformats.org/officeDocument/2006/relationships/image" Target="/ppt/media/image80.png" Id="R95c522351e0d40b0" /><Relationship Type="http://schemas.openxmlformats.org/officeDocument/2006/relationships/image" Target="/ppt/media/image81.png" Id="R59bcb76235b54104" /><Relationship Type="http://schemas.openxmlformats.org/officeDocument/2006/relationships/notesSlide" Target="/ppt/notesSlides/notesSlide37.xml" Id="R1a617d13093b423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9060429cdc54a1b" /><Relationship Type="http://schemas.openxmlformats.org/officeDocument/2006/relationships/image" Target="/ppt/media/image82.png" Id="R3098a7fbd1b14024" /><Relationship Type="http://schemas.openxmlformats.org/officeDocument/2006/relationships/notesSlide" Target="/ppt/notesSlides/notesSlide38.xml" Id="R9824ba0ecc6b4cd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05c886996524452" /><Relationship Type="http://schemas.openxmlformats.org/officeDocument/2006/relationships/image" Target="/ppt/media/image83.png" Id="R12765f505cc44f8e" /><Relationship Type="http://schemas.openxmlformats.org/officeDocument/2006/relationships/image" Target="/ppt/media/image84.png" Id="R52c2c52818de4f5c" /><Relationship Type="http://schemas.openxmlformats.org/officeDocument/2006/relationships/notesSlide" Target="/ppt/notesSlides/notesSlide39.xml" Id="Re44cbc08fc9b4e5e"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5BD6F589-6847-4743-9291-65E1D1DD1633}"/>
              </a:ext>
            </a:extLst>
          </p:cNvPr>
          <p:cNvPicPr>
            <a:picLocks noChangeAspect="1"/>
          </p:cNvPicPr>
          <p:nvPr/>
        </p:nvPicPr>
        <p:blipFill>
          <a:blip ns3:embed="Rfa80bd0b8f744198"/>
          <a:stretch/>
        </p:blipFill>
        <p:spPr>
          <a:xfrm>
            <a:off x="4859" y="0"/>
            <a:ext cx="18278283" cy="10287000"/>
          </a:xfrm>
          <a:prstGeom prst="rect">
            <a:avLst/>
          </a:prstGeom>
        </p:spPr>
      </p:pic>
      <p:sp>
        <p:nvSpPr>
          <p:cNvPr id="2" name="reference_green_fade">
            <a:extLst>
              <a:ext uri="{FF2B5EF4-FFF2-40B4-BE49-F238E27FC236}">
                <ns2:creationId id="{DE466845-EBDF-4DC5-BD98-81E94BB5E896}"/>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4623013E-FB03-4637-84BC-41135677D3E9}"/>
              </a:ext>
            </a:extLst>
          </p:cNvPr>
          <p:cNvPicPr>
            <a:picLocks noChangeAspect="1"/>
          </p:cNvPicPr>
          <p:nvPr/>
        </p:nvPicPr>
        <p:blipFill>
          <a:blip ns3:embed="R52d90320bc0049c9"/>
          <a:stretch/>
        </p:blipFill>
        <p:spPr>
          <a:xfrm>
            <a:off x="16941800" y="382588"/>
            <a:ext cx="1028700" cy="733425"/>
          </a:xfrm>
          <a:prstGeom prst="rect">
            <a:avLst/>
          </a:prstGeom>
        </p:spPr>
      </p:pic>
      <p:sp>
        <p:nvSpPr>
          <p:cNvPr id="4" name="copyright">
            <a:extLst>
              <a:ext uri="{FF2B5EF4-FFF2-40B4-BE49-F238E27FC236}">
                <ns2:creationId id="{32A75F50-1F54-4BE7-8C5E-912D5DC6DB9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855FCA67-9F24-467B-8D18-045D638F8A41}"/>
              </a:ext>
            </a:extLst>
          </p:cNvPr>
          <p:cNvPicPr>
            <a:picLocks noChangeAspect="1"/>
          </p:cNvPicPr>
          <p:nvPr/>
        </p:nvPicPr>
        <p:blipFill>
          <a:blip ns3:embed="R68de6c07cdd24b26"/>
          <a:stretch/>
        </p:blipFill>
        <p:spPr>
          <a:xfrm>
            <a:off x="1320800" y="5207000"/>
            <a:ext cx="1447800" cy="609600"/>
          </a:xfrm>
          <a:prstGeom prst="rect">
            <a:avLst/>
          </a:prstGeom>
        </p:spPr>
      </p:pic>
      <p:pic>
        <p:nvPicPr>
          <p:cNvPr id="6" name="">
            <a:extLst>
              <a:ext uri="{FF2B5EF4-FFF2-40B4-BE49-F238E27FC236}">
                <ns2:creationId id="{9E707C6D-9AF9-476D-9667-F1B01B33E626}"/>
              </a:ext>
            </a:extLst>
          </p:cNvPr>
          <p:cNvPicPr>
            <a:picLocks noChangeAspect="1"/>
          </p:cNvPicPr>
          <p:nvPr/>
        </p:nvPicPr>
        <p:blipFill>
          <a:blip ns3:embed="R57d4515285154b69"/>
          <a:stretch/>
        </p:blipFill>
        <p:spPr>
          <a:xfrm>
            <a:off x="15252700" y="410251"/>
            <a:ext cx="1473200" cy="627298"/>
          </a:xfrm>
          <a:prstGeom prst="rect">
            <a:avLst/>
          </a:prstGeom>
        </p:spPr>
      </p:pic>
      <p:sp>
        <p:nvSpPr>
          <p:cNvPr id="7" name="title-line0">
            <a:extLst>
              <a:ext uri="{FF2B5EF4-FFF2-40B4-BE49-F238E27FC236}">
                <ns2:creationId id="{D8B7FBCE-402A-4BBD-A208-2E2387D01409}"/>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8D3020C3-0082-40E1-83A9-C42A84AE5AA5}"/>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F7AF8177-BBDB-4FCF-A0EB-72EEA6504175}"/>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927834990"/>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7" name="">
            <a:extLst>
              <a:ext uri="{FF2B5EF4-FFF2-40B4-BE49-F238E27FC236}">
                <ns2:creationId id="{098ADF39-76F1-4884-8125-EC0BCAE0826C}"/>
              </a:ext>
            </a:extLst>
          </p:cNvPr>
          <p:cNvPicPr>
            <a:picLocks noChangeAspect="1"/>
          </p:cNvPicPr>
          <p:nvPr/>
        </p:nvPicPr>
        <p:blipFill>
          <a:blip ns3:embed="Rf3e97db333ad4851"/>
          <a:stretch/>
        </p:blipFill>
        <p:spPr>
          <a:xfrm>
            <a:off x="16941800" y="382588"/>
            <a:ext cx="1028700" cy="733425"/>
          </a:xfrm>
          <a:prstGeom prst="rect">
            <a:avLst/>
          </a:prstGeom>
        </p:spPr>
      </p:pic>
      <p:sp>
        <p:nvSpPr>
          <p:cNvPr id="2" name="copyright">
            <a:extLst>
              <a:ext uri="{FF2B5EF4-FFF2-40B4-BE49-F238E27FC236}">
                <ns2:creationId id="{3D065507-0BCD-40C6-9621-D6E4C5D9716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a:ext uri="{FF2B5EF4-FFF2-40B4-BE49-F238E27FC236}">
                <ns2:creationId id="{292E3288-C23D-4821-9B41-5B68C22092B7}"/>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a:ext uri="{FF2B5EF4-FFF2-40B4-BE49-F238E27FC236}">
                <ns2:creationId id="{1F38E1E1-B191-428F-9CED-48A076AC5235}"/>
              </a:ext>
            </a:extLst>
          </p:cNvPr>
          <p:cNvSpPr>
            <a:spLocks noGrp="1"/>
          </p:cNvSpPr>
          <p:nvPr/>
        </p:nvSpPr>
        <p:spPr>
          <a:xfrm>
            <a:off x="1619250" y="4572000"/>
            <a:ext cx="3714750" cy="3238500"/>
          </a:xfrm>
          <a:prstGeom prst="chevron">
            <a:avLst>
              <a:gd name="adj" fmla="val 10000"/>
            </a:avLst>
          </a:prstGeom>
          <a:solidFill>
            <a:srgbClr val="202020"/>
          </a:solidFill>
          <a:ln w="0">
            <a:noFill/>
          </a:ln>
        </p:spPr>
      </p:sp>
      <p:sp>
        <p:nvSpPr>
          <p:cNvPr id="5" name="part-label-0">
            <a:extLst>
              <a:ext uri="{FF2B5EF4-FFF2-40B4-BE49-F238E27FC236}">
                <ns2:creationId id="{7C145269-8E3D-495B-B66B-50D31D45E12A}"/>
              </a:ext>
            </a:extLst>
          </p:cNvPr>
          <p:cNvSpPr>
            <a:spLocks noGrp="1"/>
          </p:cNvSpPr>
          <p:nvPr/>
        </p:nvSpPr>
        <p:spPr>
          <a:xfrm>
            <a:off x="223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a:ext uri="{FF2B5EF4-FFF2-40B4-BE49-F238E27FC236}">
                <ns2:creationId id="{A734957E-A6C2-4B86-8375-0A2590EC1D66}"/>
              </a:ext>
            </a:extLst>
          </p:cNvPr>
          <p:cNvSpPr>
            <a:spLocks noGrp="1"/>
          </p:cNvSpPr>
          <p:nvPr/>
        </p:nvSpPr>
        <p:spPr>
          <a:xfrm>
            <a:off x="223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a:ext uri="{FF2B5EF4-FFF2-40B4-BE49-F238E27FC236}">
                <ns2:creationId id="{E753B498-0422-48F6-8BA3-0F4D9E0678B7}"/>
              </a:ext>
            </a:extLst>
          </p:cNvPr>
          <p:cNvSpPr>
            <a:spLocks noGrp="1"/>
          </p:cNvSpPr>
          <p:nvPr/>
        </p:nvSpPr>
        <p:spPr>
          <a:xfrm>
            <a:off x="5429250" y="4572000"/>
            <a:ext cx="3714750" cy="3238500"/>
          </a:xfrm>
          <a:prstGeom prst="chevron">
            <a:avLst>
              <a:gd name="adj" fmla="val 10000"/>
            </a:avLst>
          </a:prstGeom>
          <a:solidFill>
            <a:srgbClr val="202020"/>
          </a:solidFill>
          <a:ln w="0">
            <a:noFill/>
          </a:ln>
        </p:spPr>
      </p:sp>
      <p:sp>
        <p:nvSpPr>
          <p:cNvPr id="8" name="part-label-1">
            <a:extLst>
              <a:ext uri="{FF2B5EF4-FFF2-40B4-BE49-F238E27FC236}">
                <ns2:creationId id="{64302F3E-57AF-4FB4-8B61-6934A05AAAC6}"/>
              </a:ext>
            </a:extLst>
          </p:cNvPr>
          <p:cNvSpPr>
            <a:spLocks noGrp="1"/>
          </p:cNvSpPr>
          <p:nvPr/>
        </p:nvSpPr>
        <p:spPr>
          <a:xfrm>
            <a:off x="604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a:ext uri="{FF2B5EF4-FFF2-40B4-BE49-F238E27FC236}">
                <ns2:creationId id="{1D7E8363-1559-45CC-9E32-FD4EC836295A}"/>
              </a:ext>
            </a:extLst>
          </p:cNvPr>
          <p:cNvSpPr>
            <a:spLocks noGrp="1"/>
          </p:cNvSpPr>
          <p:nvPr/>
        </p:nvSpPr>
        <p:spPr>
          <a:xfrm>
            <a:off x="604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a:ext uri="{FF2B5EF4-FFF2-40B4-BE49-F238E27FC236}">
                <ns2:creationId id="{798AEA1A-D25F-4960-A284-F678C923F45B}"/>
              </a:ext>
            </a:extLst>
          </p:cNvPr>
          <p:cNvSpPr>
            <a:spLocks noGrp="1"/>
          </p:cNvSpPr>
          <p:nvPr/>
        </p:nvSpPr>
        <p:spPr>
          <a:xfrm>
            <a:off x="9239250" y="4572000"/>
            <a:ext cx="3714750" cy="3238500"/>
          </a:xfrm>
          <a:prstGeom prst="chevron">
            <a:avLst>
              <a:gd name="adj" fmla="val 10000"/>
            </a:avLst>
          </a:prstGeom>
          <a:solidFill>
            <a:srgbClr val="202020"/>
          </a:solidFill>
          <a:ln w="0">
            <a:noFill/>
          </a:ln>
        </p:spPr>
      </p:sp>
      <p:sp>
        <p:nvSpPr>
          <p:cNvPr id="11" name="part-label-2">
            <a:extLst>
              <a:ext uri="{FF2B5EF4-FFF2-40B4-BE49-F238E27FC236}">
                <ns2:creationId id="{F1E02D81-26F2-4E5E-8F02-106A3AB925D0}"/>
              </a:ext>
            </a:extLst>
          </p:cNvPr>
          <p:cNvSpPr>
            <a:spLocks noGrp="1"/>
          </p:cNvSpPr>
          <p:nvPr/>
        </p:nvSpPr>
        <p:spPr>
          <a:xfrm>
            <a:off x="985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a:ext uri="{FF2B5EF4-FFF2-40B4-BE49-F238E27FC236}">
                <ns2:creationId id="{6229AD13-6033-4E46-95EC-67C7409B4A77}"/>
              </a:ext>
            </a:extLst>
          </p:cNvPr>
          <p:cNvSpPr>
            <a:spLocks noGrp="1"/>
          </p:cNvSpPr>
          <p:nvPr/>
        </p:nvSpPr>
        <p:spPr>
          <a:xfrm>
            <a:off x="985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a:ext uri="{FF2B5EF4-FFF2-40B4-BE49-F238E27FC236}">
                <ns2:creationId id="{65959D79-BA82-44D0-BD72-128BE6DB3C9A}"/>
              </a:ext>
            </a:extLst>
          </p:cNvPr>
          <p:cNvSpPr>
            <a:spLocks noGrp="1"/>
          </p:cNvSpPr>
          <p:nvPr/>
        </p:nvSpPr>
        <p:spPr>
          <a:xfrm>
            <a:off x="13049250" y="4572000"/>
            <a:ext cx="3714750" cy="3238500"/>
          </a:xfrm>
          <a:prstGeom prst="chevron">
            <a:avLst>
              <a:gd name="adj" fmla="val 10000"/>
            </a:avLst>
          </a:prstGeom>
          <a:solidFill>
            <a:srgbClr val="202020"/>
          </a:solidFill>
          <a:ln w="0">
            <a:noFill/>
          </a:ln>
        </p:spPr>
      </p:sp>
      <p:sp>
        <p:nvSpPr>
          <p:cNvPr id="14" name="part-label-3">
            <a:extLst>
              <a:ext uri="{FF2B5EF4-FFF2-40B4-BE49-F238E27FC236}">
                <ns2:creationId id="{AE1E7BC2-6BA7-470D-8176-839A915C881B}"/>
              </a:ext>
            </a:extLst>
          </p:cNvPr>
          <p:cNvSpPr>
            <a:spLocks noGrp="1"/>
          </p:cNvSpPr>
          <p:nvPr/>
        </p:nvSpPr>
        <p:spPr>
          <a:xfrm>
            <a:off x="1366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a:ext uri="{FF2B5EF4-FFF2-40B4-BE49-F238E27FC236}">
                <ns2:creationId id="{1FF12C4C-D832-4762-9119-A42F2C9A20E0}"/>
              </a:ext>
            </a:extLst>
          </p:cNvPr>
          <p:cNvSpPr>
            <a:spLocks noGrp="1"/>
          </p:cNvSpPr>
          <p:nvPr/>
        </p:nvSpPr>
        <p:spPr>
          <a:xfrm>
            <a:off x="1366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a:ext uri="{FF2B5EF4-FFF2-40B4-BE49-F238E27FC236}">
                <ns2:creationId id="{92712F8B-8071-43E0-8824-25F02D80A0FE}"/>
              </a:ext>
            </a:extLst>
          </p:cNvPr>
          <p:cNvSpPr>
            <a:spLocks noGrp="1"/>
          </p:cNvSpPr>
          <p:nvPr/>
        </p:nvSpPr>
        <p:spPr>
          <a:xfrm>
            <a:off x="13668375" y="64960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ns4:creationId val="1943875924"/>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9F1E40F6-0481-4120-AA17-5B4DC7D7C354}"/>
              </a:ext>
            </a:extLst>
          </p:cNvPr>
          <p:cNvPicPr>
            <a:picLocks noChangeAspect="1"/>
          </p:cNvPicPr>
          <p:nvPr/>
        </p:nvPicPr>
        <p:blipFill>
          <a:blip ns3:embed="R1e489e2a7cb94b07"/>
          <a:stretch/>
        </p:blipFill>
        <p:spPr>
          <a:xfrm>
            <a:off x="1482979" y="4038600"/>
            <a:ext cx="15322041" cy="3683000"/>
          </a:xfrm>
          <a:prstGeom prst="rect">
            <a:avLst/>
          </a:prstGeom>
        </p:spPr>
      </p:pic>
      <p:pic>
        <p:nvPicPr>
          <p:cNvPr id="2" name="">
            <a:extLst>
              <a:ext uri="{FF2B5EF4-FFF2-40B4-BE49-F238E27FC236}">
                <ns2:creationId id="{FF9063AB-E635-431A-939E-C4D94CDB4441}"/>
              </a:ext>
            </a:extLst>
          </p:cNvPr>
          <p:cNvPicPr>
            <a:picLocks noChangeAspect="1"/>
          </p:cNvPicPr>
          <p:nvPr/>
        </p:nvPicPr>
        <p:blipFill>
          <a:blip ns3:embed="Rf336f2c5f175485b"/>
          <a:stretch/>
        </p:blipFill>
        <p:spPr>
          <a:xfrm>
            <a:off x="15914688" y="5372100"/>
            <a:ext cx="2066925" cy="4381500"/>
          </a:xfrm>
          <a:prstGeom prst="rect">
            <a:avLst/>
          </a:prstGeom>
        </p:spPr>
      </p:pic>
      <p:pic>
        <p:nvPicPr>
          <p:cNvPr id="3" name="">
            <a:extLst>
              <a:ext uri="{FF2B5EF4-FFF2-40B4-BE49-F238E27FC236}">
                <ns2:creationId id="{FC4336AD-588E-4C85-93AE-174429EB2BFF}"/>
              </a:ext>
            </a:extLst>
          </p:cNvPr>
          <p:cNvPicPr>
            <a:picLocks noChangeAspect="1"/>
          </p:cNvPicPr>
          <p:nvPr/>
        </p:nvPicPr>
        <p:blipFill>
          <a:blip ns3:embed="R12481f01dd8a4bcf"/>
          <a:stretch/>
        </p:blipFill>
        <p:spPr>
          <a:xfrm>
            <a:off x="16941800" y="382588"/>
            <a:ext cx="1028700" cy="733425"/>
          </a:xfrm>
          <a:prstGeom prst="rect">
            <a:avLst/>
          </a:prstGeom>
        </p:spPr>
      </p:pic>
      <p:sp>
        <p:nvSpPr>
          <p:cNvPr id="4" name="copyright">
            <a:extLst>
              <a:ext uri="{FF2B5EF4-FFF2-40B4-BE49-F238E27FC236}">
                <ns2:creationId id="{D07CF569-E1A3-434A-B982-03A36DE5CB8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EF77D1D9-7CCC-47AA-8304-AAA2D1AF1B6C}"/>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AE9A5F51-2705-492A-932D-B7BAAC14829F}"/>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5E6A5CAF-B122-4C99-98BD-0060D2711D72}"/>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55825ED5-50C7-4B4A-A79D-395823417B91}"/>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B2ECDDED-4D9D-4D71-8476-68E1A46BD4C4}"/>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0A219704-FCD3-416B-999C-D1CED2B89625}"/>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7CE7ECA5-0D6D-4D77-B037-024B6CA4DB74}"/>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536D9507-150B-497C-985D-DF9D7DE73662}"/>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3E8AD83C-CA81-4086-9163-85D9F8EDCA8B}"/>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8B5A43F7-507E-46AD-98A1-35853F818B01}"/>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993074686"/>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D7F6ED9B-7927-4FD4-9C68-765DAE2099E3}"/>
              </a:ext>
            </a:extLst>
          </p:cNvPr>
          <p:cNvPicPr>
            <a:picLocks noChangeAspect="1"/>
          </p:cNvPicPr>
          <p:nvPr/>
        </p:nvPicPr>
        <p:blipFill>
          <a:blip ns3:embed="R2e27528f89dc410d"/>
          <a:stretch/>
        </p:blipFill>
        <p:spPr>
          <a:xfrm>
            <a:off x="16941800" y="382588"/>
            <a:ext cx="1028700" cy="733425"/>
          </a:xfrm>
          <a:prstGeom prst="rect">
            <a:avLst/>
          </a:prstGeom>
        </p:spPr>
      </p:pic>
      <p:sp>
        <p:nvSpPr>
          <p:cNvPr id="2" name="copyright">
            <a:extLst>
              <a:ext uri="{FF2B5EF4-FFF2-40B4-BE49-F238E27FC236}">
                <ns2:creationId id="{F9AE37B5-628D-400F-B911-641A6D8C6E06}"/>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830DE806-2F79-4D6B-A0AA-19B82911A05F}"/>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BBA9B4A2-97FC-436E-8727-7BAFB20FCBF1}"/>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8989CF8A-6022-441B-9806-085B4F27F53E}"/>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83C07A90-03E7-494B-811B-625860AED158}"/>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9A16213D-EFC8-41B1-A5E2-FC508A41B99E}"/>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BA3F58F4-044C-4361-A033-EA1B0712C56E}"/>
              </a:ext>
            </a:extLst>
          </p:cNvPr>
          <p:cNvPicPr>
            <a:picLocks noChangeAspect="1"/>
          </p:cNvPicPr>
          <p:nvPr/>
        </p:nvPicPr>
        <p:blipFill>
          <a:blip ns3:embed="R22d7c20b116f4b5e"/>
          <a:stretch/>
        </p:blipFill>
        <p:spPr>
          <a:xfrm>
            <a:off x="5715000" y="4722634"/>
            <a:ext cx="6858000" cy="5151794"/>
          </a:xfrm>
          <a:prstGeom prst="rect">
            <a:avLst/>
          </a:prstGeom>
        </p:spPr>
      </p:pic>
    </p:spTree>
    <p:extLst>
      <p:ext uri="{BB962C8B-B14F-4D97-AF65-F5344CB8AC3E}">
        <ns4:creationId val="1104985617"/>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BA574DEF-0C52-488E-B519-F9857DDE6F09}"/>
              </a:ext>
            </a:extLst>
          </p:cNvPr>
          <p:cNvPicPr>
            <a:picLocks noChangeAspect="1"/>
          </p:cNvPicPr>
          <p:nvPr/>
        </p:nvPicPr>
        <p:blipFill>
          <a:blip ns3:embed="Re6a3cfefd6034b64"/>
          <a:stretch/>
        </p:blipFill>
        <p:spPr>
          <a:xfrm>
            <a:off x="4859" y="0"/>
            <a:ext cx="18278283" cy="10287000"/>
          </a:xfrm>
          <a:prstGeom prst="rect">
            <a:avLst/>
          </a:prstGeom>
        </p:spPr>
      </p:pic>
      <p:sp>
        <p:nvSpPr>
          <p:cNvPr id="2" name="reference_green_fade">
            <a:extLst>
              <a:ext uri="{FF2B5EF4-FFF2-40B4-BE49-F238E27FC236}">
                <ns2:creationId id="{55E56703-4BA6-41A0-8B22-C3AD6C3FF868}"/>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0EEDD08A-25AF-480D-8CD1-08ACB129901D}"/>
              </a:ext>
            </a:extLst>
          </p:cNvPr>
          <p:cNvPicPr>
            <a:picLocks noChangeAspect="1"/>
          </p:cNvPicPr>
          <p:nvPr/>
        </p:nvPicPr>
        <p:blipFill>
          <a:blip ns3:embed="R7ac96628b1954273"/>
          <a:stretch/>
        </p:blipFill>
        <p:spPr>
          <a:xfrm>
            <a:off x="16916400" y="332392"/>
            <a:ext cx="1079500" cy="668717"/>
          </a:xfrm>
          <a:prstGeom prst="rect">
            <a:avLst/>
          </a:prstGeom>
        </p:spPr>
      </p:pic>
      <p:sp>
        <p:nvSpPr>
          <p:cNvPr id="4" name="copyright">
            <a:extLst>
              <a:ext uri="{FF2B5EF4-FFF2-40B4-BE49-F238E27FC236}">
                <ns2:creationId id="{8C1AB399-69F4-4CBC-9462-7EEA5B193CB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748A44D2-4A84-486A-B6E1-1302665EC538}"/>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B95CD498-49A7-4390-AC41-325C8F5592E6}"/>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a:ext uri="{FF2B5EF4-FFF2-40B4-BE49-F238E27FC236}">
                <ns2:creationId id="{69EB25A5-DCC5-4130-81D1-2E3E44ACE51A}"/>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ns4:creationId val="86511871"/>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C5524B15-3C1F-4B17-A765-742C2607276D}"/>
              </a:ext>
            </a:extLst>
          </p:cNvPr>
          <p:cNvPicPr>
            <a:picLocks noChangeAspect="1"/>
          </p:cNvPicPr>
          <p:nvPr/>
        </p:nvPicPr>
        <p:blipFill>
          <a:blip ns3:embed="R83efefb89eee432f"/>
          <a:stretch/>
        </p:blipFill>
        <p:spPr>
          <a:xfrm>
            <a:off x="16941800" y="382588"/>
            <a:ext cx="1028700" cy="733425"/>
          </a:xfrm>
          <a:prstGeom prst="rect">
            <a:avLst/>
          </a:prstGeom>
        </p:spPr>
      </p:pic>
      <p:sp>
        <p:nvSpPr>
          <p:cNvPr id="2" name="part_heading">
            <a:extLst>
              <a:ext uri="{FF2B5EF4-FFF2-40B4-BE49-F238E27FC236}">
                <ns2:creationId id="{8D223ECB-5DA3-4ECC-98A5-622EDFA05EB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7F2E5494-0C1A-4688-8114-F8A53963D1B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6E284CE-8474-46EE-AE69-A73C00B9CD2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70D6E1BF-0AF5-4693-A9E2-C5142218751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a:ext uri="{FF2B5EF4-FFF2-40B4-BE49-F238E27FC236}">
                <ns2:creationId id="{53E2202A-6B11-4B20-8FEC-BC76D841B8C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반응이 일어나는 물질은 반응계, 그 밖은 주위</a:t>
            </a:r>
          </a:p>
        </p:txBody>
      </p:sp>
      <p:sp>
        <p:nvSpPr>
          <p:cNvPr id="7" name="copyright">
            <a:extLst>
              <a:ext uri="{FF2B5EF4-FFF2-40B4-BE49-F238E27FC236}">
                <ns2:creationId id="{373E4B48-A5E7-468B-81F4-F0341A51137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FEA93CF7-6564-44FE-99A4-A5ABF33DCDA1}"/>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D94DDCA8-B743-44E9-B160-F8E4493DEEFC}"/>
              </a:ext>
            </a:extLst>
          </p:cNvPr>
          <p:cNvPicPr>
            <a:picLocks noChangeAspect="1"/>
          </p:cNvPicPr>
          <p:nvPr/>
        </p:nvPicPr>
        <p:blipFill>
          <a:blip ns3:embed="R718388950708420d"/>
          <a:srcRect l="0" t="4111" r="0" b="4111"/>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A20CFEB6-7CEB-4B6B-8980-D28F591DED9C}"/>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a:ext uri="{FF2B5EF4-FFF2-40B4-BE49-F238E27FC236}">
                <ns2:creationId id="{1FECCC24-EE8B-46FD-8D7E-415E58137E2D}"/>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a:ext uri="{FF2B5EF4-FFF2-40B4-BE49-F238E27FC236}">
                <ns2:creationId id="{E25F7BB2-EE24-4D6E-8463-C41600A8F530}"/>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4DF510AB-F55A-4180-96C0-4F0F0A29AE6C}"/>
              </a:ext>
            </a:extLst>
          </p:cNvPr>
          <p:cNvPicPr>
            <a:picLocks noChangeAspect="1"/>
          </p:cNvPicPr>
          <p:nvPr/>
        </p:nvPicPr>
        <p:blipFill>
          <a:blip ns3:embed="Rc92a38fb953247d0"/>
          <a:srcRect l="0" t="3688" r="0" b="3688"/>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DBE25AD7-7C6B-4701-AC74-79222558AEED}"/>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a:ext uri="{FF2B5EF4-FFF2-40B4-BE49-F238E27FC236}">
                <ns2:creationId id="{6CDC5A52-0881-4968-9B96-5AB25CF698C7}"/>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Tree>
    <p:extLst>
      <p:ext uri="{BB962C8B-B14F-4D97-AF65-F5344CB8AC3E}">
        <ns4:creationId val="1446696617"/>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3851A5EE-668D-4273-8792-B76318780273}"/>
              </a:ext>
            </a:extLst>
          </p:cNvPr>
          <p:cNvPicPr>
            <a:picLocks noChangeAspect="1"/>
          </p:cNvPicPr>
          <p:nvPr/>
        </p:nvPicPr>
        <p:blipFill>
          <a:blip ns3:embed="R2be4ff98ba0f4448"/>
          <a:stretch/>
        </p:blipFill>
        <p:spPr>
          <a:xfrm>
            <a:off x="16941800" y="382588"/>
            <a:ext cx="1028700" cy="733425"/>
          </a:xfrm>
          <a:prstGeom prst="rect">
            <a:avLst/>
          </a:prstGeom>
        </p:spPr>
      </p:pic>
      <p:sp>
        <p:nvSpPr>
          <p:cNvPr id="2" name="part_heading">
            <a:extLst>
              <a:ext uri="{FF2B5EF4-FFF2-40B4-BE49-F238E27FC236}">
                <ns2:creationId id="{299C1D34-016F-430B-A18D-DF708D80647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5F218DCC-622D-4D5C-9FF5-895D3A8DC80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C7BE4F0-398C-4DBA-AAD2-DFA8CC1721D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AD0C2806-D975-4D39-8D33-182B7803D16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a:ext uri="{FF2B5EF4-FFF2-40B4-BE49-F238E27FC236}">
                <ns2:creationId id="{15CDE188-AE41-474B-A1D7-D0F5EABF997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열을 흡수하는 반응계를 기준으로 설명한다</a:t>
            </a:r>
          </a:p>
        </p:txBody>
      </p:sp>
      <p:sp>
        <p:nvSpPr>
          <p:cNvPr id="7" name="copyright">
            <a:extLst>
              <a:ext uri="{FF2B5EF4-FFF2-40B4-BE49-F238E27FC236}">
                <ns2:creationId id="{00050D3A-C14B-4CB7-B712-C1127A7CBB0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CE24E4AD-E9A0-4F40-80EA-A8FEC95B363F}"/>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07DA1AF0-DF67-4996-A049-FB26FE2D3C6B}"/>
              </a:ext>
            </a:extLst>
          </p:cNvPr>
          <p:cNvPicPr>
            <a:picLocks noChangeAspect="1"/>
          </p:cNvPicPr>
          <p:nvPr/>
        </p:nvPicPr>
        <p:blipFill>
          <a:blip ns3:embed="R6c3b8decbe5f4a3c"/>
          <a:srcRect l="0" t="4233" r="0" b="4233"/>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03F15408-FDE9-4895-9D88-0ECDFA924DBE}"/>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a:ext uri="{FF2B5EF4-FFF2-40B4-BE49-F238E27FC236}">
                <ns2:creationId id="{B032341A-05FC-42E4-9DCF-D5C4AC14B081}"/>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a:ext uri="{FF2B5EF4-FFF2-40B4-BE49-F238E27FC236}">
                <ns2:creationId id="{77A79522-E18A-4966-B069-F2F07B91081B}"/>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D52A0147-8FC0-433B-A560-386F9ACDB3B5}"/>
              </a:ext>
            </a:extLst>
          </p:cNvPr>
          <p:cNvPicPr>
            <a:picLocks noChangeAspect="1"/>
          </p:cNvPicPr>
          <p:nvPr/>
        </p:nvPicPr>
        <p:blipFill>
          <a:blip ns3:embed="R5ece6610efa1411d"/>
          <a:srcRect l="0" t="3829" r="0" b="3829"/>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643E6B7A-6924-4700-8478-EF74C5E081EC}"/>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a:ext uri="{FF2B5EF4-FFF2-40B4-BE49-F238E27FC236}">
                <ns2:creationId id="{E20CDF69-167B-4015-8E4E-148227C61EAA}"/>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Tree>
    <p:extLst>
      <p:ext uri="{BB962C8B-B14F-4D97-AF65-F5344CB8AC3E}">
        <ns4:creationId val="1294353464"/>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531F215E-ACF5-4BBC-B7EE-E9A7DD494700}"/>
              </a:ext>
            </a:extLst>
          </p:cNvPr>
          <p:cNvPicPr>
            <a:picLocks noChangeAspect="1"/>
          </p:cNvPicPr>
          <p:nvPr/>
        </p:nvPicPr>
        <p:blipFill>
          <a:blip ns3:embed="R124b27962c3e4533"/>
          <a:stretch/>
        </p:blipFill>
        <p:spPr>
          <a:xfrm>
            <a:off x="16941800" y="382588"/>
            <a:ext cx="1028700" cy="733425"/>
          </a:xfrm>
          <a:prstGeom prst="rect">
            <a:avLst/>
          </a:prstGeom>
        </p:spPr>
      </p:pic>
      <p:sp>
        <p:nvSpPr>
          <p:cNvPr id="2" name="part_heading">
            <a:extLst>
              <a:ext uri="{FF2B5EF4-FFF2-40B4-BE49-F238E27FC236}">
                <ns2:creationId id="{FAD70A46-4572-4146-8381-687C36CD776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856C27E1-3C53-4826-922C-37E395C9E88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8340F24-13DE-4EB6-A865-2C0AEDF53A4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7CE22B2F-5B1B-47D7-85FA-973176BB684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엔탈피는 물질이 갖는 에너지의 양이다</a:t>
            </a:r>
          </a:p>
        </p:txBody>
      </p:sp>
      <p:sp>
        <p:nvSpPr>
          <p:cNvPr id="6" name="explanation">
            <a:extLst>
              <a:ext uri="{FF2B5EF4-FFF2-40B4-BE49-F238E27FC236}">
                <ns2:creationId id="{4D2917F2-AFBC-4E32-9229-2371F66E13F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압력에서의 에너지를 </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로 나타낸다</a:t>
            </a:r>
          </a:p>
        </p:txBody>
      </p:sp>
      <p:sp>
        <p:nvSpPr>
          <p:cNvPr id="7" name="copyright">
            <a:extLst>
              <a:ext uri="{FF2B5EF4-FFF2-40B4-BE49-F238E27FC236}">
                <ns2:creationId id="{7AAAD76A-B248-4063-BC00-F540AA27035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nthalpy-symbol">
            <a:extLst>
              <a:ext uri="{FF2B5EF4-FFF2-40B4-BE49-F238E27FC236}">
                <ns2:creationId id="{536AA704-7F27-40E8-BF69-04D914D969A4}"/>
              </a:ext>
            </a:extLst>
          </p:cNvPr>
          <p:cNvSpPr>
            <a:spLocks noGrp="1"/>
          </p:cNvSpPr>
          <p:nvPr/>
        </p:nvSpPr>
        <p:spPr>
          <a:xfrm>
            <a:off x="2190750" y="4857750"/>
            <a:ext cx="2857500" cy="1619250"/>
          </a:xfrm>
          <a:prstGeom prst="rect">
            <a:avLst/>
          </a:prstGeom>
          <a:noFill/>
          <a:ln w="0">
            <a:noFill/>
          </a:ln>
        </p:spPr>
        <p:txBody>
          <a:bodyPr wrap="none" lIns="0" tIns="0" rIns="0" bIns="0" anchor="t">
            <a:noAutofit/>
          </a:bodyPr>
          <a:lstStyle>
            <a:defPPr algn="ctr">
              <a:defRPr sz="10500" b="1">
                <a:solidFill>
                  <a:srgbClr val="57962F"/>
                </a:solidFill>
                <a:latin typeface="Pretendard"/>
                <a:ea typeface="Pretendard"/>
                <a:cs typeface="Pretendard"/>
              </a:defRPr>
            </a:defPPr>
            <a:lvl1pPr algn="ctr">
              <a:defRPr sz="10500" b="1">
                <a:solidFill>
                  <a:srgbClr val="57962F"/>
                </a:solidFill>
                <a:latin typeface="Pretendard"/>
                <a:ea typeface="Pretendard"/>
                <a:cs typeface="Pretendard"/>
              </a:defRPr>
            </a:lvl1pPr>
            <a:lvl2pPr algn="ctr">
              <a:defRPr sz="10500" b="1">
                <a:solidFill>
                  <a:srgbClr val="57962F"/>
                </a:solidFill>
                <a:latin typeface="Pretendard"/>
                <a:ea typeface="Pretendard"/>
                <a:cs typeface="Pretendard"/>
              </a:defRPr>
            </a:lvl2pPr>
            <a:lvl3pPr algn="ctr">
              <a:defRPr sz="10500" b="1">
                <a:solidFill>
                  <a:srgbClr val="57962F"/>
                </a:solidFill>
                <a:latin typeface="Pretendard"/>
                <a:ea typeface="Pretendard"/>
                <a:cs typeface="Pretendard"/>
              </a:defRPr>
            </a:lvl3pPr>
            <a:lvl4pPr algn="ctr">
              <a:defRPr sz="10500" b="1">
                <a:solidFill>
                  <a:srgbClr val="57962F"/>
                </a:solidFill>
                <a:latin typeface="Pretendard"/>
                <a:ea typeface="Pretendard"/>
                <a:cs typeface="Pretendard"/>
              </a:defRPr>
            </a:lvl4pPr>
            <a:lvl5pPr algn="ctr">
              <a:defRPr sz="10500" b="1">
                <a:solidFill>
                  <a:srgbClr val="57962F"/>
                </a:solidFill>
                <a:latin typeface="Pretendard"/>
                <a:ea typeface="Pretendard"/>
                <a:cs typeface="Pretendard"/>
              </a:defRPr>
            </a:lvl5pPr>
            <a:lvl6pPr algn="ctr">
              <a:defRPr sz="10500" b="1">
                <a:solidFill>
                  <a:srgbClr val="57962F"/>
                </a:solidFill>
                <a:latin typeface="Pretendard"/>
                <a:ea typeface="Pretendard"/>
                <a:cs typeface="Pretendard"/>
              </a:defRPr>
            </a:lvl6pPr>
            <a:lvl7pPr algn="ctr">
              <a:defRPr sz="10500" b="1">
                <a:solidFill>
                  <a:srgbClr val="57962F"/>
                </a:solidFill>
                <a:latin typeface="Pretendard"/>
                <a:ea typeface="Pretendard"/>
                <a:cs typeface="Pretendard"/>
              </a:defRPr>
            </a:lvl7pPr>
            <a:lvl8pPr algn="ctr">
              <a:defRPr sz="10500" b="1">
                <a:solidFill>
                  <a:srgbClr val="57962F"/>
                </a:solidFill>
                <a:latin typeface="Pretendard"/>
                <a:ea typeface="Pretendard"/>
                <a:cs typeface="Pretendard"/>
              </a:defRPr>
            </a:lvl8pPr>
            <a:lvl9pPr algn="ctr">
              <a:defRPr sz="10500" b="1">
                <a:solidFill>
                  <a:srgbClr val="57962F"/>
                </a:solidFill>
                <a:latin typeface="Pretendard"/>
                <a:ea typeface="Pretendard"/>
                <a:cs typeface="Pretendard"/>
              </a:defRPr>
            </a:lvl9pPr>
          </a:lstStyle>
          <a:p>
            <a:pPr algn="ctr">
              <a:defRPr sz="10500" b="1">
                <a:solidFill>
                  <a:srgbClr val="57962F"/>
                </a:solidFill>
                <a:latin typeface="Pretendard"/>
                <a:ea typeface="Pretendard"/>
                <a:cs typeface="Pretendard"/>
              </a:defRPr>
            </a:pPr>
            <a:r>
              <a:rPr sz="10500" b="1" i="1">
                <a:solidFill>
                  <a:srgbClr val="57962F"/>
                </a:solidFill>
                <a:latin typeface="Pretendard"/>
                <a:ea typeface="Pretendard"/>
                <a:cs typeface="Pretendard"/>
              </a:rPr>
              <a:t>H</a:t>
            </a:r>
          </a:p>
        </p:txBody>
      </p:sp>
      <p:sp>
        <p:nvSpPr>
          <p:cNvPr id="9" name="enthalpy-name">
            <a:extLst>
              <a:ext uri="{FF2B5EF4-FFF2-40B4-BE49-F238E27FC236}">
                <ns2:creationId id="{9C2C7192-BD3D-40DB-9FF0-991F8C1E9B33}"/>
              </a:ext>
            </a:extLst>
          </p:cNvPr>
          <p:cNvSpPr>
            <a:spLocks noGrp="1"/>
          </p:cNvSpPr>
          <p:nvPr/>
        </p:nvSpPr>
        <p:spPr>
          <a:xfrm>
            <a:off x="2190750" y="6667500"/>
            <a:ext cx="285750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엔탈피</a:t>
            </a:r>
          </a:p>
        </p:txBody>
      </p:sp>
      <p:sp>
        <p:nvSpPr>
          <p:cNvPr id="10" name="definition-panel">
            <a:extLst>
              <a:ext uri="{FF2B5EF4-FFF2-40B4-BE49-F238E27FC236}">
                <ns2:creationId id="{C75BD7ED-7955-4B4C-ABAB-D095BD61AD02}"/>
              </a:ext>
            </a:extLst>
          </p:cNvPr>
          <p:cNvSpPr>
            <a:spLocks noGrp="1"/>
          </p:cNvSpPr>
          <p:nvPr/>
        </p:nvSpPr>
        <p:spPr>
          <a:xfrm>
            <a:off x="6191250" y="4762500"/>
            <a:ext cx="10096500" cy="2905125"/>
          </a:xfrm>
          <a:prstGeom prst="roundRect">
            <a:avLst>
              <a:gd name="adj" fmla="val 7869"/>
            </a:avLst>
          </a:prstGeom>
          <a:solidFill>
            <a:srgbClr val="F2F2F2"/>
          </a:solidFill>
          <a:ln w="0">
            <a:noFill/>
          </a:ln>
        </p:spPr>
      </p:sp>
      <p:sp>
        <p:nvSpPr>
          <p:cNvPr id="11" name="definition-condition">
            <a:extLst>
              <a:ext uri="{FF2B5EF4-FFF2-40B4-BE49-F238E27FC236}">
                <ns2:creationId id="{E5D42B0E-1683-4E2C-BC2E-15D11AF81E5D}"/>
              </a:ext>
            </a:extLst>
          </p:cNvPr>
          <p:cNvSpPr>
            <a:spLocks noGrp="1"/>
          </p:cNvSpPr>
          <p:nvPr/>
        </p:nvSpPr>
        <p:spPr>
          <a:xfrm>
            <a:off x="6667500" y="5181600"/>
            <a:ext cx="9144000" cy="571500"/>
          </a:xfrm>
          <a:prstGeom prst="rect">
            <a:avLst/>
          </a:prstGeom>
          <a:noFill/>
          <a:ln w="0">
            <a:noFill/>
          </a:ln>
        </p:spPr>
        <p:txBody>
          <a:bodyPr wrap="none" lIns="0" tIns="0" rIns="0" bIns="0" anchor="t">
            <a:noAutofit/>
          </a:bodyPr>
          <a:lstStyle>
            <a:defPPr algn="ctr">
              <a:defRPr sz="3150" b="1">
                <a:solidFill>
                  <a:srgbClr val="777777"/>
                </a:solidFill>
                <a:latin typeface="Pretendard"/>
                <a:ea typeface="Pretendard"/>
                <a:cs typeface="Pretendard"/>
              </a:defRPr>
            </a:defPPr>
            <a:lvl1pPr algn="ctr">
              <a:defRPr sz="3150" b="1">
                <a:solidFill>
                  <a:srgbClr val="777777"/>
                </a:solidFill>
                <a:latin typeface="Pretendard"/>
                <a:ea typeface="Pretendard"/>
                <a:cs typeface="Pretendard"/>
              </a:defRPr>
            </a:lvl1pPr>
            <a:lvl2pPr algn="ctr">
              <a:defRPr sz="3150" b="1">
                <a:solidFill>
                  <a:srgbClr val="777777"/>
                </a:solidFill>
                <a:latin typeface="Pretendard"/>
                <a:ea typeface="Pretendard"/>
                <a:cs typeface="Pretendard"/>
              </a:defRPr>
            </a:lvl2pPr>
            <a:lvl3pPr algn="ctr">
              <a:defRPr sz="3150" b="1">
                <a:solidFill>
                  <a:srgbClr val="777777"/>
                </a:solidFill>
                <a:latin typeface="Pretendard"/>
                <a:ea typeface="Pretendard"/>
                <a:cs typeface="Pretendard"/>
              </a:defRPr>
            </a:lvl3pPr>
            <a:lvl4pPr algn="ctr">
              <a:defRPr sz="3150" b="1">
                <a:solidFill>
                  <a:srgbClr val="777777"/>
                </a:solidFill>
                <a:latin typeface="Pretendard"/>
                <a:ea typeface="Pretendard"/>
                <a:cs typeface="Pretendard"/>
              </a:defRPr>
            </a:lvl4pPr>
            <a:lvl5pPr algn="ctr">
              <a:defRPr sz="3150" b="1">
                <a:solidFill>
                  <a:srgbClr val="777777"/>
                </a:solidFill>
                <a:latin typeface="Pretendard"/>
                <a:ea typeface="Pretendard"/>
                <a:cs typeface="Pretendard"/>
              </a:defRPr>
            </a:lvl5pPr>
            <a:lvl6pPr algn="ctr">
              <a:defRPr sz="3150" b="1">
                <a:solidFill>
                  <a:srgbClr val="777777"/>
                </a:solidFill>
                <a:latin typeface="Pretendard"/>
                <a:ea typeface="Pretendard"/>
                <a:cs typeface="Pretendard"/>
              </a:defRPr>
            </a:lvl6pPr>
            <a:lvl7pPr algn="ctr">
              <a:defRPr sz="3150" b="1">
                <a:solidFill>
                  <a:srgbClr val="777777"/>
                </a:solidFill>
                <a:latin typeface="Pretendard"/>
                <a:ea typeface="Pretendard"/>
                <a:cs typeface="Pretendard"/>
              </a:defRPr>
            </a:lvl7pPr>
            <a:lvl8pPr algn="ctr">
              <a:defRPr sz="3150" b="1">
                <a:solidFill>
                  <a:srgbClr val="777777"/>
                </a:solidFill>
                <a:latin typeface="Pretendard"/>
                <a:ea typeface="Pretendard"/>
                <a:cs typeface="Pretendard"/>
              </a:defRPr>
            </a:lvl8pPr>
            <a:lvl9pPr algn="ctr">
              <a:defRPr sz="3150" b="1">
                <a:solidFill>
                  <a:srgbClr val="777777"/>
                </a:solidFill>
                <a:latin typeface="Pretendard"/>
                <a:ea typeface="Pretendard"/>
                <a:cs typeface="Pretendard"/>
              </a:defRPr>
            </a:lvl9pPr>
          </a:lstStyle>
          <a:p>
            <a:pPr algn="ctr">
              <a:defRPr sz="3150" b="1">
                <a:solidFill>
                  <a:srgbClr val="777777"/>
                </a:solidFill>
                <a:latin typeface="Pretendard"/>
                <a:ea typeface="Pretendard"/>
                <a:cs typeface="Pretendard"/>
              </a:defRPr>
            </a:pPr>
            <a:r>
              <a:rPr sz="3150" b="1">
                <a:solidFill>
                  <a:srgbClr val="777777"/>
                </a:solidFill>
                <a:latin typeface="Pretendard"/>
                <a:ea typeface="Pretendard"/>
                <a:cs typeface="Pretendard"/>
              </a:rPr>
              <a:t>일정한 압력에서</a:t>
            </a:r>
          </a:p>
        </p:txBody>
      </p:sp>
      <p:sp>
        <p:nvSpPr>
          <p:cNvPr id="12" name="definition-body">
            <a:extLst>
              <a:ext uri="{FF2B5EF4-FFF2-40B4-BE49-F238E27FC236}">
                <ns2:creationId id="{517508CC-C7BE-4D57-BD0C-44B07ACF813E}"/>
              </a:ext>
            </a:extLst>
          </p:cNvPr>
          <p:cNvSpPr>
            <a:spLocks noGrp="1"/>
          </p:cNvSpPr>
          <p:nvPr/>
        </p:nvSpPr>
        <p:spPr>
          <a:xfrm>
            <a:off x="6572250" y="6048375"/>
            <a:ext cx="9334500" cy="762000"/>
          </a:xfrm>
          <a:prstGeom prst="rect">
            <a:avLst/>
          </a:prstGeom>
          <a:noFill/>
          <a:ln w="0">
            <a:noFill/>
          </a:ln>
        </p:spPr>
        <p:txBody>
          <a:bodyPr wrap="none" lIns="0" tIns="0" rIns="0" bIns="0" anchor="t">
            <a:noAutofit/>
          </a:bodyPr>
          <a:lstStyle>
            <a:defPPr algn="ctr">
              <a:defRPr sz="3900" b="1">
                <a:solidFill>
                  <a:srgbClr val="111111"/>
                </a:solidFill>
                <a:latin typeface="Pretendard"/>
                <a:ea typeface="Pretendard"/>
                <a:cs typeface="Pretendard"/>
              </a:defRPr>
            </a:defPPr>
            <a:lvl1pPr algn="ctr">
              <a:defRPr sz="3900" b="1">
                <a:solidFill>
                  <a:srgbClr val="111111"/>
                </a:solidFill>
                <a:latin typeface="Pretendard"/>
                <a:ea typeface="Pretendard"/>
                <a:cs typeface="Pretendard"/>
              </a:defRPr>
            </a:lvl1pPr>
            <a:lvl2pPr algn="ctr">
              <a:defRPr sz="3900" b="1">
                <a:solidFill>
                  <a:srgbClr val="111111"/>
                </a:solidFill>
                <a:latin typeface="Pretendard"/>
                <a:ea typeface="Pretendard"/>
                <a:cs typeface="Pretendard"/>
              </a:defRPr>
            </a:lvl2pPr>
            <a:lvl3pPr algn="ctr">
              <a:defRPr sz="3900" b="1">
                <a:solidFill>
                  <a:srgbClr val="111111"/>
                </a:solidFill>
                <a:latin typeface="Pretendard"/>
                <a:ea typeface="Pretendard"/>
                <a:cs typeface="Pretendard"/>
              </a:defRPr>
            </a:lvl3pPr>
            <a:lvl4pPr algn="ctr">
              <a:defRPr sz="3900" b="1">
                <a:solidFill>
                  <a:srgbClr val="111111"/>
                </a:solidFill>
                <a:latin typeface="Pretendard"/>
                <a:ea typeface="Pretendard"/>
                <a:cs typeface="Pretendard"/>
              </a:defRPr>
            </a:lvl4pPr>
            <a:lvl5pPr algn="ctr">
              <a:defRPr sz="3900" b="1">
                <a:solidFill>
                  <a:srgbClr val="111111"/>
                </a:solidFill>
                <a:latin typeface="Pretendard"/>
                <a:ea typeface="Pretendard"/>
                <a:cs typeface="Pretendard"/>
              </a:defRPr>
            </a:lvl5pPr>
            <a:lvl6pPr algn="ctr">
              <a:defRPr sz="3900" b="1">
                <a:solidFill>
                  <a:srgbClr val="111111"/>
                </a:solidFill>
                <a:latin typeface="Pretendard"/>
                <a:ea typeface="Pretendard"/>
                <a:cs typeface="Pretendard"/>
              </a:defRPr>
            </a:lvl6pPr>
            <a:lvl7pPr algn="ctr">
              <a:defRPr sz="3900" b="1">
                <a:solidFill>
                  <a:srgbClr val="111111"/>
                </a:solidFill>
                <a:latin typeface="Pretendard"/>
                <a:ea typeface="Pretendard"/>
                <a:cs typeface="Pretendard"/>
              </a:defRPr>
            </a:lvl7pPr>
            <a:lvl8pPr algn="ctr">
              <a:defRPr sz="3900" b="1">
                <a:solidFill>
                  <a:srgbClr val="111111"/>
                </a:solidFill>
                <a:latin typeface="Pretendard"/>
                <a:ea typeface="Pretendard"/>
                <a:cs typeface="Pretendard"/>
              </a:defRPr>
            </a:lvl8pPr>
            <a:lvl9pPr algn="ctr">
              <a:defRPr sz="3900" b="1">
                <a:solidFill>
                  <a:srgbClr val="111111"/>
                </a:solidFill>
                <a:latin typeface="Pretendard"/>
                <a:ea typeface="Pretendard"/>
                <a:cs typeface="Pretendard"/>
              </a:defRPr>
            </a:lvl9pPr>
          </a:lstStyle>
          <a:p>
            <a:pPr algn="ctr">
              <a:defRPr sz="3900" b="1">
                <a:solidFill>
                  <a:srgbClr val="111111"/>
                </a:solidFill>
                <a:latin typeface="Pretendard"/>
                <a:ea typeface="Pretendard"/>
                <a:cs typeface="Pretendard"/>
              </a:defRPr>
            </a:pPr>
            <a:r>
              <a:rPr sz="3900" b="1">
                <a:solidFill>
                  <a:srgbClr val="111111"/>
                </a:solidFill>
                <a:latin typeface="Pretendard"/>
                <a:ea typeface="Pretendard"/>
                <a:cs typeface="Pretendard"/>
              </a:rPr>
              <a:t>어떤 물질이 갖는 에너지의 양</a:t>
            </a:r>
          </a:p>
        </p:txBody>
      </p:sp>
      <p:sp>
        <p:nvSpPr>
          <p:cNvPr id="13" name="takeaway-box">
            <a:extLst>
              <a:ext uri="{FF2B5EF4-FFF2-40B4-BE49-F238E27FC236}">
                <ns2:creationId id="{0835E276-3C96-4560-94A4-B6986A45E9C9}"/>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01E27422-37DC-45CC-A7ED-2C95C7189650}"/>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전후의 엔탈피 변화는 출입하는 열로 구할 수 있다</a:t>
            </a:r>
          </a:p>
        </p:txBody>
      </p:sp>
    </p:spTree>
    <p:extLst>
      <p:ext uri="{BB962C8B-B14F-4D97-AF65-F5344CB8AC3E}">
        <ns4:creationId val="692947812"/>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A3830A37-FC0C-4BEB-B302-8FD15C371A26}"/>
              </a:ext>
            </a:extLst>
          </p:cNvPr>
          <p:cNvPicPr>
            <a:picLocks noChangeAspect="1"/>
          </p:cNvPicPr>
          <p:nvPr/>
        </p:nvPicPr>
        <p:blipFill>
          <a:blip ns3:embed="R574382204b7e4c5d"/>
          <a:stretch/>
        </p:blipFill>
        <p:spPr>
          <a:xfrm>
            <a:off x="16941800" y="382588"/>
            <a:ext cx="1028700" cy="733425"/>
          </a:xfrm>
          <a:prstGeom prst="rect">
            <a:avLst/>
          </a:prstGeom>
        </p:spPr>
      </p:pic>
      <p:sp>
        <p:nvSpPr>
          <p:cNvPr id="2" name="part_heading">
            <a:extLst>
              <a:ext uri="{FF2B5EF4-FFF2-40B4-BE49-F238E27FC236}">
                <ns2:creationId id="{CA11B606-92C2-4748-9C6D-B160A9FACAD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9DB61D8D-069A-4B13-8A0F-6766AF585DE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582B42C-CE90-4B4B-A7C9-E2E00BE4B2E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7312A9C9-7DB4-45BA-B651-F8EBAFF657F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엔탈피는 반응 전후 엔탈피의 변화량이다</a:t>
            </a:r>
          </a:p>
        </p:txBody>
      </p:sp>
      <p:sp>
        <p:nvSpPr>
          <p:cNvPr id="6" name="explanation">
            <a:extLst>
              <a:ext uri="{FF2B5EF4-FFF2-40B4-BE49-F238E27FC236}">
                <ns2:creationId id="{5D0A6D12-91AA-4A1A-95E1-60F734A987A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a:t>
            </a:r>
          </a:p>
        </p:txBody>
      </p:sp>
      <p:sp>
        <p:nvSpPr>
          <p:cNvPr id="7" name="copyright">
            <a:extLst>
              <a:ext uri="{FF2B5EF4-FFF2-40B4-BE49-F238E27FC236}">
                <ns2:creationId id="{8981A8F3-A584-4400-A1EA-8DFB82AEF7B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4308032-DC54-4D1B-BA3D-B4C76D89B01A}"/>
              </a:ext>
            </a:extLst>
          </p:cNvPr>
          <p:cNvPicPr>
            <a:picLocks noChangeAspect="1"/>
          </p:cNvPicPr>
          <p:nvPr/>
        </p:nvPicPr>
        <p:blipFill>
          <a:blip ns3:embed="Rb47f2f3fe8844aa0"/>
          <a:stretch/>
        </p:blipFill>
        <p:spPr>
          <a:xfrm>
            <a:off x="1238250" y="4990042"/>
            <a:ext cx="15811500" cy="878417"/>
          </a:xfrm>
          <a:prstGeom prst="rect">
            <a:avLst/>
          </a:prstGeom>
        </p:spPr>
      </p:pic>
      <p:sp>
        <p:nvSpPr>
          <p:cNvPr id="9" name="after-label">
            <a:extLst>
              <a:ext uri="{FF2B5EF4-FFF2-40B4-BE49-F238E27FC236}">
                <ns2:creationId id="{3D465C0D-4D61-477D-9FF5-967D353CB28C}"/>
              </a:ext>
            </a:extLst>
          </p:cNvPr>
          <p:cNvSpPr>
            <a:spLocks noGrp="1"/>
          </p:cNvSpPr>
          <p:nvPr/>
        </p:nvSpPr>
        <p:spPr>
          <a:xfrm>
            <a:off x="5762625" y="6572250"/>
            <a:ext cx="4286250" cy="619125"/>
          </a:xfrm>
          <a:prstGeom prst="rect">
            <a:avLst/>
          </a:prstGeom>
          <a:noFill/>
          <a:ln w="0">
            <a:noFill/>
          </a:ln>
        </p:spPr>
        <p:txBody>
          <a:bodyPr wrap="none" lIns="0" tIns="0" rIns="0" bIns="0" anchor="t">
            <a:noAutofit/>
          </a:bodyPr>
          <a:lstStyle>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a:ext uri="{FF2B5EF4-FFF2-40B4-BE49-F238E27FC236}">
                <ns2:creationId id="{3EB2B894-DD82-4F95-A35F-563BD7FF3EE3}"/>
              </a:ext>
            </a:extLst>
          </p:cNvPr>
          <p:cNvSpPr>
            <a:spLocks noGrp="1"/>
          </p:cNvSpPr>
          <p:nvPr/>
        </p:nvSpPr>
        <p:spPr>
          <a:xfrm>
            <a:off x="11430000" y="6572250"/>
            <a:ext cx="4286250" cy="619125"/>
          </a:xfrm>
          <a:prstGeom prst="rect">
            <a:avLst/>
          </a:prstGeom>
          <a:noFill/>
          <a:ln w="0">
            <a:noFill/>
          </a:ln>
        </p:spPr>
        <p:txBody>
          <a:bodyPr wrap="none" lIns="0" tIns="0" rIns="0" bIns="0" anchor="t">
            <a:noAutofit/>
          </a:bodyPr>
          <a:lstStyle>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a:ext uri="{FF2B5EF4-FFF2-40B4-BE49-F238E27FC236}">
                <ns2:creationId id="{4BC851C6-ABCE-4A2D-9B51-30C0BB38C48F}"/>
              </a:ext>
            </a:extLst>
          </p:cNvPr>
          <p:cNvSpPr>
            <a:spLocks noGrp="1"/>
          </p:cNvSpPr>
          <p:nvPr/>
        </p:nvSpPr>
        <p:spPr>
          <a:xfrm>
            <a:off x="1905000" y="7477125"/>
            <a:ext cx="14478000" cy="619125"/>
          </a:xfrm>
          <a:prstGeom prst="rect">
            <a:avLst/>
          </a:prstGeom>
          <a:noFill/>
          <a:ln w="0">
            <a:noFill/>
          </a:ln>
        </p:spPr>
        <p:txBody>
          <a:bodyPr wrap="none" lIns="0" tIns="0" rIns="0" bIns="0" anchor="t">
            <a:noAutofit/>
          </a:bodyPr>
          <a:lstStyle>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
        <p:nvSpPr>
          <p:cNvPr id="12" name="takeaway-box">
            <a:extLst>
              <a:ext uri="{FF2B5EF4-FFF2-40B4-BE49-F238E27FC236}">
                <ns2:creationId id="{B2FA4DC7-7F12-4944-B7D8-D5048E523B79}"/>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3" name="takeaway">
            <a:extLst>
              <a:ext uri="{FF2B5EF4-FFF2-40B4-BE49-F238E27FC236}">
                <ns2:creationId id="{F0D94703-FFB7-4A5D-8F0D-B444123AB47C}"/>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생성물의 엔탈피 합에서 반응물의 엔탈피 합을 뺀다</a:t>
            </a:r>
          </a:p>
        </p:txBody>
      </p:sp>
    </p:spTree>
    <p:extLst>
      <p:ext uri="{BB962C8B-B14F-4D97-AF65-F5344CB8AC3E}">
        <ns4:creationId val="967155131"/>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748E4296-E8AB-4A0B-8892-EE7436EC0704}"/>
              </a:ext>
            </a:extLst>
          </p:cNvPr>
          <p:cNvPicPr>
            <a:picLocks noChangeAspect="1"/>
          </p:cNvPicPr>
          <p:nvPr/>
        </p:nvPicPr>
        <p:blipFill>
          <a:blip ns3:embed="Rfaa6157f2c564af7"/>
          <a:stretch/>
        </p:blipFill>
        <p:spPr>
          <a:xfrm>
            <a:off x="16941800" y="382588"/>
            <a:ext cx="1028700" cy="733425"/>
          </a:xfrm>
          <a:prstGeom prst="rect">
            <a:avLst/>
          </a:prstGeom>
        </p:spPr>
      </p:pic>
      <p:sp>
        <p:nvSpPr>
          <p:cNvPr id="2" name="part_heading">
            <a:extLst>
              <a:ext uri="{FF2B5EF4-FFF2-40B4-BE49-F238E27FC236}">
                <ns2:creationId id="{C5E6FFEE-B6B9-46F6-9C2E-A41140A796E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CE96B9AF-6FAA-4545-8C9C-ADD45D0BFDA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4A8FDA3-07DB-4714-961C-C16352896BC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DC4C314E-1DC2-4AEB-895D-E05F31D035B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BDADBC23-5297-47DD-8992-DF100992468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384D48ED-209D-44AA-8EF6-09847725DD7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0599A38-6FC0-4ACD-AFBE-8020A09D8033}"/>
              </a:ext>
            </a:extLst>
          </p:cNvPr>
          <p:cNvPicPr>
            <a:picLocks noChangeAspect="1"/>
          </p:cNvPicPr>
          <p:nvPr/>
        </p:nvPicPr>
        <p:blipFill>
          <a:blip ns3:embed="Re1c9bb41959b4f18"/>
          <a:stretch/>
        </p:blipFill>
        <p:spPr>
          <a:xfrm>
            <a:off x="2884112" y="4762500"/>
            <a:ext cx="5280776" cy="4857750"/>
          </a:xfrm>
          <a:prstGeom prst="rect">
            <a:avLst/>
          </a:prstGeom>
        </p:spPr>
      </p:pic>
      <p:pic>
        <p:nvPicPr>
          <p:cNvPr id="9" name="">
            <a:extLst>
              <a:ext uri="{FF2B5EF4-FFF2-40B4-BE49-F238E27FC236}">
                <ns2:creationId id="{221724E9-62FF-4281-9B87-64FFA4E2295E}"/>
              </a:ext>
            </a:extLst>
          </p:cNvPr>
          <p:cNvPicPr>
            <a:picLocks noChangeAspect="1"/>
          </p:cNvPicPr>
          <p:nvPr/>
        </p:nvPicPr>
        <p:blipFill>
          <a:blip ns3:embed="R35e6a7627f1848e1"/>
          <a:stretch/>
        </p:blipFill>
        <p:spPr>
          <a:xfrm>
            <a:off x="10116062" y="4762500"/>
            <a:ext cx="5294877" cy="4857750"/>
          </a:xfrm>
          <a:prstGeom prst="rect">
            <a:avLst/>
          </a:prstGeom>
        </p:spPr>
      </p:pic>
    </p:spTree>
    <p:extLst>
      <p:ext uri="{BB962C8B-B14F-4D97-AF65-F5344CB8AC3E}">
        <ns4:creationId val="1788940531"/>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291C150B-3EA7-4609-859A-BE21CA1D5921}"/>
              </a:ext>
            </a:extLst>
          </p:cNvPr>
          <p:cNvPicPr>
            <a:picLocks noChangeAspect="1"/>
          </p:cNvPicPr>
          <p:nvPr/>
        </p:nvPicPr>
        <p:blipFill>
          <a:blip ns3:embed="R0f88096b9eef4e70"/>
          <a:stretch/>
        </p:blipFill>
        <p:spPr>
          <a:xfrm>
            <a:off x="16941800" y="382588"/>
            <a:ext cx="1028700" cy="733425"/>
          </a:xfrm>
          <a:prstGeom prst="rect">
            <a:avLst/>
          </a:prstGeom>
        </p:spPr>
      </p:pic>
      <p:sp>
        <p:nvSpPr>
          <p:cNvPr id="2" name="part_heading">
            <a:extLst>
              <a:ext uri="{FF2B5EF4-FFF2-40B4-BE49-F238E27FC236}">
                <ns2:creationId id="{3D2CD90A-A05C-4C7B-8EA9-6A039B6D4AD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B898ABF9-3745-4629-8AF5-C7871E99AF1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2E78685-4957-43EC-A8B8-FF15E0F9C25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2E676A0F-B826-4ED2-8A8D-1DDB67F6BC4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DDFDB941-85A6-4801-8F14-3D6A10412A4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관계식으로 발열·흡열 반응을 정리한다</a:t>
            </a:r>
          </a:p>
        </p:txBody>
      </p:sp>
      <p:sp>
        <p:nvSpPr>
          <p:cNvPr id="7" name="copyright">
            <a:extLst>
              <a:ext uri="{FF2B5EF4-FFF2-40B4-BE49-F238E27FC236}">
                <ns2:creationId id="{8C6DFB6D-7375-4CD0-936E-679DDD80846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19186EC-7878-4E55-B830-20EE5904049C}"/>
              </a:ext>
            </a:extLst>
          </p:cNvPr>
          <p:cNvPicPr>
            <a:picLocks noChangeAspect="1"/>
          </p:cNvPicPr>
          <p:nvPr/>
        </p:nvPicPr>
        <p:blipFill>
          <a:blip ns3:embed="Re4787d8e73284e83"/>
          <a:stretch/>
        </p:blipFill>
        <p:spPr>
          <a:xfrm>
            <a:off x="1714500" y="5280105"/>
            <a:ext cx="14859000" cy="2298540"/>
          </a:xfrm>
          <a:prstGeom prst="rect">
            <a:avLst/>
          </a:prstGeom>
        </p:spPr>
      </p:pic>
      <p:sp>
        <p:nvSpPr>
          <p:cNvPr id="9" name="takeaway-box">
            <a:extLst>
              <a:ext uri="{FF2B5EF4-FFF2-40B4-BE49-F238E27FC236}">
                <ns2:creationId id="{A09192AD-E361-4448-9203-5B7A023ABE70}"/>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59F19DC3-5FA5-4A20-8912-CB9281D3B9AB}"/>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엔탈피 = 생성물의 엔탈피 합 − 반응물의 엔탈피 합</a:t>
            </a:r>
          </a:p>
        </p:txBody>
      </p:sp>
    </p:spTree>
    <p:extLst>
      <p:ext uri="{BB962C8B-B14F-4D97-AF65-F5344CB8AC3E}">
        <ns4:creationId val="232504765"/>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1198ADCC-78BD-4C95-A099-CBFD8001F9ED}"/>
              </a:ext>
            </a:extLst>
          </p:cNvPr>
          <p:cNvPicPr>
            <a:picLocks noChangeAspect="1"/>
          </p:cNvPicPr>
          <p:nvPr/>
        </p:nvPicPr>
        <p:blipFill>
          <a:blip ns3:embed="R1e5e7b1c96684350"/>
          <a:stretch/>
        </p:blipFill>
        <p:spPr>
          <a:xfrm>
            <a:off x="4859" y="0"/>
            <a:ext cx="18278283" cy="10287000"/>
          </a:xfrm>
          <a:prstGeom prst="rect">
            <a:avLst/>
          </a:prstGeom>
        </p:spPr>
      </p:pic>
      <p:sp>
        <p:nvSpPr>
          <p:cNvPr id="2" name="reference_green_fade">
            <a:extLst>
              <a:ext uri="{FF2B5EF4-FFF2-40B4-BE49-F238E27FC236}">
                <ns2:creationId id="{5BBBD624-BEF4-4542-BBA8-6D2C4AF67131}"/>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9E4D3157-F568-4DDB-9825-B199A9375867}"/>
              </a:ext>
            </a:extLst>
          </p:cNvPr>
          <p:cNvPicPr>
            <a:picLocks noChangeAspect="1"/>
          </p:cNvPicPr>
          <p:nvPr/>
        </p:nvPicPr>
        <p:blipFill>
          <a:blip ns3:embed="R42f62237981b4301"/>
          <a:stretch/>
        </p:blipFill>
        <p:spPr>
          <a:xfrm>
            <a:off x="16916400" y="332392"/>
            <a:ext cx="1079500" cy="668717"/>
          </a:xfrm>
          <a:prstGeom prst="rect">
            <a:avLst/>
          </a:prstGeom>
        </p:spPr>
      </p:pic>
      <p:sp>
        <p:nvSpPr>
          <p:cNvPr id="4" name="copyright">
            <a:extLst>
              <a:ext uri="{FF2B5EF4-FFF2-40B4-BE49-F238E27FC236}">
                <ns2:creationId id="{2887B097-FFBD-4C2A-B43F-F292A0DBA5C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F6D85A79-0260-4D28-ADE0-83186C9D6B1C}"/>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E02177E8-B621-401F-8CF6-32FF18CF0DC8}"/>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a:ext uri="{FF2B5EF4-FFF2-40B4-BE49-F238E27FC236}">
                <ns2:creationId id="{2946337C-537D-4921-A015-5571653CF62C}"/>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945611709"/>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89DC1D36-EC3D-468C-B79B-226566C71739}"/>
              </a:ext>
            </a:extLst>
          </p:cNvPr>
          <p:cNvPicPr>
            <a:picLocks noChangeAspect="1"/>
          </p:cNvPicPr>
          <p:nvPr/>
        </p:nvPicPr>
        <p:blipFill>
          <a:blip ns3:embed="R5b6cc3ee75174a39"/>
          <a:stretch/>
        </p:blipFill>
        <p:spPr>
          <a:xfrm>
            <a:off x="16941800" y="382588"/>
            <a:ext cx="1028700" cy="733425"/>
          </a:xfrm>
          <a:prstGeom prst="rect">
            <a:avLst/>
          </a:prstGeom>
        </p:spPr>
      </p:pic>
      <p:sp>
        <p:nvSpPr>
          <p:cNvPr id="2" name="part_heading">
            <a:extLst>
              <a:ext uri="{FF2B5EF4-FFF2-40B4-BE49-F238E27FC236}">
                <ns2:creationId id="{E69E4A6A-3723-4A9E-9146-8472AEAF33F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8B716AFC-A034-46FF-9203-DEDF0620B22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E3458D6-17B2-47F5-ABFE-B664663E1B3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2BF9581F-EBC0-44A2-851B-23BDE152A51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화학 반응식에 반응 엔탈피를 함께 나타낸다</a:t>
            </a:r>
          </a:p>
        </p:txBody>
      </p:sp>
      <p:sp>
        <p:nvSpPr>
          <p:cNvPr id="6" name="explanation">
            <a:extLst>
              <a:ext uri="{FF2B5EF4-FFF2-40B4-BE49-F238E27FC236}">
                <ns2:creationId id="{79191597-013C-4EA4-95C0-29B97451203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열화학 반응식의 정의</a:t>
            </a:r>
          </a:p>
        </p:txBody>
      </p:sp>
      <p:sp>
        <p:nvSpPr>
          <p:cNvPr id="7" name="copyright">
            <a:extLst>
              <a:ext uri="{FF2B5EF4-FFF2-40B4-BE49-F238E27FC236}">
                <ns2:creationId id="{36B0CB50-9A8D-49E2-BB33-A6055677342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definition-box">
            <a:extLst>
              <a:ext uri="{FF2B5EF4-FFF2-40B4-BE49-F238E27FC236}">
                <ns2:creationId id="{4D33BA8F-325B-41E1-8F77-AEE2EAACA332}"/>
              </a:ext>
            </a:extLst>
          </p:cNvPr>
          <p:cNvSpPr>
            <a:spLocks noGrp="1"/>
          </p:cNvSpPr>
          <p:nvPr/>
        </p:nvSpPr>
        <p:spPr>
          <a:xfrm>
            <a:off x="2190750" y="4762500"/>
            <a:ext cx="13906500" cy="2190750"/>
          </a:xfrm>
          <a:prstGeom prst="roundRect">
            <a:avLst>
              <a:gd name="adj" fmla="val 10435"/>
            </a:avLst>
          </a:prstGeom>
          <a:solidFill>
            <a:srgbClr val="F2F2F2"/>
          </a:solidFill>
          <a:ln w="0">
            <a:noFill/>
          </a:ln>
        </p:spPr>
      </p:sp>
      <p:sp>
        <p:nvSpPr>
          <p:cNvPr id="9" name="definition-line-1">
            <a:extLst>
              <a:ext uri="{FF2B5EF4-FFF2-40B4-BE49-F238E27FC236}">
                <ns2:creationId id="{488921D0-F7DB-4A07-B365-6F00D6C57534}"/>
              </a:ext>
            </a:extLst>
          </p:cNvPr>
          <p:cNvSpPr>
            <a:spLocks noGrp="1"/>
          </p:cNvSpPr>
          <p:nvPr/>
        </p:nvSpPr>
        <p:spPr>
          <a:xfrm>
            <a:off x="2571750" y="519112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화학 반응식에 반응 엔탈피를</a:t>
            </a:r>
          </a:p>
        </p:txBody>
      </p:sp>
      <p:sp>
        <p:nvSpPr>
          <p:cNvPr id="10" name="definition-line-2">
            <a:extLst>
              <a:ext uri="{FF2B5EF4-FFF2-40B4-BE49-F238E27FC236}">
                <ns2:creationId id="{BE1E5506-6A3F-4B43-B672-4CDA6C385186}"/>
              </a:ext>
            </a:extLst>
          </p:cNvPr>
          <p:cNvSpPr>
            <a:spLocks noGrp="1"/>
          </p:cNvSpPr>
          <p:nvPr/>
        </p:nvSpPr>
        <p:spPr>
          <a:xfrm>
            <a:off x="2571750" y="604837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함께 나타낸 것을 열화학 반응식이라고 한다</a:t>
            </a:r>
          </a:p>
        </p:txBody>
      </p:sp>
      <p:pic>
        <p:nvPicPr>
          <p:cNvPr id="11" name="">
            <a:extLst>
              <a:ext uri="{FF2B5EF4-FFF2-40B4-BE49-F238E27FC236}">
                <ns2:creationId id="{E751D37C-31D9-4830-970F-89A8C1E25AA5}"/>
              </a:ext>
            </a:extLst>
          </p:cNvPr>
          <p:cNvPicPr>
            <a:picLocks noChangeAspect="1"/>
          </p:cNvPicPr>
          <p:nvPr/>
        </p:nvPicPr>
        <p:blipFill>
          <a:blip ns3:embed="Re8141b0592d34a6b"/>
          <a:stretch/>
        </p:blipFill>
        <p:spPr>
          <a:xfrm>
            <a:off x="1809750" y="7756677"/>
            <a:ext cx="14668500" cy="726771"/>
          </a:xfrm>
          <a:prstGeom prst="rect">
            <a:avLst/>
          </a:prstGeom>
        </p:spPr>
      </p:pic>
      <p:sp>
        <p:nvSpPr>
          <p:cNvPr id="12" name="definition-example-note">
            <a:extLst>
              <a:ext uri="{FF2B5EF4-FFF2-40B4-BE49-F238E27FC236}">
                <ns2:creationId id="{451E46EB-8E93-4767-B520-EDDCBE565B38}"/>
              </a:ext>
            </a:extLst>
          </p:cNvPr>
          <p:cNvSpPr>
            <a:spLocks noGrp="1"/>
          </p:cNvSpPr>
          <p:nvPr/>
        </p:nvSpPr>
        <p:spPr>
          <a:xfrm>
            <a:off x="1905000" y="8953500"/>
            <a:ext cx="14478000" cy="52387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반응식 전체를 기준으로 열 출입의 방향과 양을 나타낸다</a:t>
            </a:r>
          </a:p>
        </p:txBody>
      </p:sp>
    </p:spTree>
    <p:extLst>
      <p:ext uri="{BB962C8B-B14F-4D97-AF65-F5344CB8AC3E}">
        <ns4:creationId val="1928299691"/>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313BBA45-8240-4BF8-BAE3-2568510B0AAD}"/>
              </a:ext>
            </a:extLst>
          </p:cNvPr>
          <p:cNvPicPr>
            <a:picLocks noChangeAspect="1"/>
          </p:cNvPicPr>
          <p:nvPr/>
        </p:nvPicPr>
        <p:blipFill>
          <a:blip ns3:embed="Rd32b0372bbbb4faf"/>
          <a:stretch/>
        </p:blipFill>
        <p:spPr>
          <a:xfrm>
            <a:off x="16941800" y="382588"/>
            <a:ext cx="1028700" cy="733425"/>
          </a:xfrm>
          <a:prstGeom prst="rect">
            <a:avLst/>
          </a:prstGeom>
        </p:spPr>
      </p:pic>
      <p:sp>
        <p:nvSpPr>
          <p:cNvPr id="2" name="part_heading">
            <a:extLst>
              <a:ext uri="{FF2B5EF4-FFF2-40B4-BE49-F238E27FC236}">
                <ns2:creationId id="{86CDAD35-218C-472F-9DB5-2755DB54F9E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5EC0508F-2554-496F-9643-6776FC83B04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59413D0-198E-4B2C-83DE-17DD16678C6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E16749B-6432-49FE-BC92-BC5E679E9D7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87A7B62E-39B8-4352-8DA6-80C11BD1F2B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A6C2AD9D-2989-4173-A9EA-160536D58C4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F1D7E74-0128-426B-9BDF-7B12BA71C7AE}"/>
              </a:ext>
            </a:extLst>
          </p:cNvPr>
          <p:cNvPicPr>
            <a:picLocks noChangeAspect="1"/>
          </p:cNvPicPr>
          <p:nvPr/>
        </p:nvPicPr>
        <p:blipFill>
          <a:blip ns3:embed="R4b8b847ca79b4393"/>
          <a:stretch/>
        </p:blipFill>
        <p:spPr>
          <a:xfrm>
            <a:off x="1838727" y="4762500"/>
            <a:ext cx="14610545" cy="723900"/>
          </a:xfrm>
          <a:prstGeom prst="rect">
            <a:avLst/>
          </a:prstGeom>
        </p:spPr>
      </p:pic>
      <p:pic>
        <p:nvPicPr>
          <p:cNvPr id="9" name="">
            <a:extLst>
              <a:ext uri="{FF2B5EF4-FFF2-40B4-BE49-F238E27FC236}">
                <ns2:creationId id="{5F14A3FD-4250-42F8-A6E8-7236A28E9BE0}"/>
              </a:ext>
            </a:extLst>
          </p:cNvPr>
          <p:cNvPicPr>
            <a:picLocks noChangeAspect="1"/>
          </p:cNvPicPr>
          <p:nvPr/>
        </p:nvPicPr>
        <p:blipFill>
          <a:blip ns3:embed="R5bee8995ae8f43e7"/>
          <a:stretch/>
        </p:blipFill>
        <p:spPr>
          <a:xfrm>
            <a:off x="3050349" y="5810250"/>
            <a:ext cx="12187303" cy="723900"/>
          </a:xfrm>
          <a:prstGeom prst="rect">
            <a:avLst/>
          </a:prstGeom>
        </p:spPr>
      </p:pic>
      <p:sp>
        <p:nvSpPr>
          <p:cNvPr id="10" name="interpretation-panel">
            <a:extLst>
              <a:ext uri="{FF2B5EF4-FFF2-40B4-BE49-F238E27FC236}">
                <ns2:creationId id="{FE048BAC-9502-422E-AB88-199B8E1C07AC}"/>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5FAAB1CF-F9D3-4A29-8469-6B0D3050000E}"/>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46F0AFAA-96B6-4E48-96EC-352C817C9CA4}"/>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968973245"/>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92DFB60-9907-43F9-829F-3A7563F487FE}"/>
              </a:ext>
            </a:extLst>
          </p:cNvPr>
          <p:cNvPicPr>
            <a:picLocks noChangeAspect="1"/>
          </p:cNvPicPr>
          <p:nvPr/>
        </p:nvPicPr>
        <p:blipFill>
          <a:blip ns3:embed="Rb63ad79dfae64007"/>
          <a:stretch/>
        </p:blipFill>
        <p:spPr>
          <a:xfrm>
            <a:off x="16941800" y="382588"/>
            <a:ext cx="1028700" cy="733425"/>
          </a:xfrm>
          <a:prstGeom prst="rect">
            <a:avLst/>
          </a:prstGeom>
        </p:spPr>
      </p:pic>
      <p:sp>
        <p:nvSpPr>
          <p:cNvPr id="2" name="part_heading">
            <a:extLst>
              <a:ext uri="{FF2B5EF4-FFF2-40B4-BE49-F238E27FC236}">
                <ns2:creationId id="{49DACF96-7714-4030-B7EA-69029DE6002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F44D0473-C0FD-45EB-A912-0D918E9921E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566576E-7A01-4B90-B3F1-C3FCD7ED4B6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330BE40-11BB-4C46-A4E8-47F11510182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계수·상태·반응 방향을 함께 확인한다</a:t>
            </a:r>
          </a:p>
        </p:txBody>
      </p:sp>
      <p:sp>
        <p:nvSpPr>
          <p:cNvPr id="6" name="explanation">
            <a:extLst>
              <a:ext uri="{FF2B5EF4-FFF2-40B4-BE49-F238E27FC236}">
                <ns2:creationId id="{9776E955-B733-49C2-BBA9-2F5AE410A18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열화학 반응식을 읽고 바꿀 때의 세 가지 기준</a:t>
            </a:r>
          </a:p>
        </p:txBody>
      </p:sp>
      <p:sp>
        <p:nvSpPr>
          <p:cNvPr id="7" name="copyright">
            <a:extLst>
              <a:ext uri="{FF2B5EF4-FFF2-40B4-BE49-F238E27FC236}">
                <ns2:creationId id="{AFC4F277-6CF6-4CB9-80F0-CD3FFFC29FB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313FF0F6-C235-4912-85A6-DB145395E0AD}"/>
              </a:ext>
            </a:extLst>
          </p:cNvPr>
          <p:cNvSpPr>
            <a:spLocks noGrp="1"/>
          </p:cNvSpPr>
          <p:nvPr/>
        </p:nvSpPr>
        <p:spPr>
          <a:xfrm>
            <a:off x="1905000" y="4857750"/>
            <a:ext cx="14478000" cy="3524250"/>
          </a:xfrm>
          <a:prstGeom prst="rect">
            <a:avLst/>
          </a:prstGeom>
          <a:solidFill>
            <a:srgbClr val="252525"/>
          </a:solidFill>
          <a:ln w="0">
            <a:noFill/>
          </a:ln>
        </p:spPr>
      </p:sp>
      <p:graphicFrame>
        <p:nvGraphicFramePr>
          <p:cNvPr id="9" name="">
            <a:extLst>
              <a:ext uri="{FF2B5EF4-FFF2-40B4-BE49-F238E27FC236}">
                <ns2:creationId id="{2961BC66-FAE7-4DB1-B7AE-A81C7F3CD437}"/>
              </a:ext>
            </a:extLst>
          </p:cNvPr>
          <p:cNvGraphicFramePr/>
          <p:nvPr/>
        </p:nvGraphicFramePr>
        <p:xfrm>
          <a:off x="1905000" y="4857750"/>
          <a:ext cx="14478000" cy="3524250"/>
        </p:xfrm>
        <a:graphic>
          <a:graphicData uri="http://schemas.openxmlformats.org/drawingml/2006/table">
            <a:tbl>
              <a:tblPr/>
              <a:tblGrid>
                <a:gridCol w="3429000"/>
                <a:gridCol w="11049000"/>
              </a:tblGrid>
              <a:tr h="881063">
                <a:tc>
                  <a:txBody>
                    <a:bodyPr lIns="114300" tIns="114300" rIns="114300" bIns="114300"/>
                    <a:lstStyle/>
                    <a:p>
                      <a:pPr algn="ctr"/>
                      <a:r>
                        <a:rPr sz="2850" b="1">
                          <a:solidFill>
                            <a:srgbClr val="FFFFFF"/>
                          </a:solidFill>
                          <a:latin typeface="Pretendard"/>
                          <a:ea typeface="Pretendard"/>
                          <a:cs typeface="Pretendard"/>
                        </a:rPr>
                        <a:t>특징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81063">
                <a:tc>
                  <a:txBody>
                    <a:bodyPr lIns="114300" tIns="114300" rIns="114300" bIns="114300"/>
                    <a:lstStyle/>
                    <a:p>
                      <a:pPr algn="ctr"/>
                      <a:r>
                        <a:rPr sz="2850" b="0">
                          <a:solidFill>
                            <a:srgbClr val="FFFFFF"/>
                          </a:solidFill>
                          <a:latin typeface="Pretendard"/>
                          <a:ea typeface="Pretendard"/>
                          <a:cs typeface="Pretendard"/>
                        </a:rPr>
                        <a:t>계수</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반응식 전체의 계수 × n  →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물질의 상태가 다르면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역반응</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크기는 같고 부호는 반대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736FE122-B1F8-4548-98BC-E12C9EF47CA2}"/>
              </a:ext>
            </a:extLst>
          </p:cNvPr>
          <p:cNvSpPr>
            <a:spLocks noGrp="1"/>
          </p:cNvSpPr>
          <p:nvPr/>
        </p:nvSpPr>
        <p:spPr>
          <a:xfrm>
            <a:off x="1905000" y="5738813"/>
            <a:ext cx="14478000" cy="14288"/>
          </a:xfrm>
          <a:prstGeom prst="rect">
            <a:avLst/>
          </a:prstGeom>
          <a:solidFill>
            <a:srgbClr val="777777"/>
          </a:solidFill>
          <a:ln w="0">
            <a:noFill/>
          </a:ln>
        </p:spPr>
      </p:sp>
      <p:sp>
        <p:nvSpPr>
          <p:cNvPr id="11" name="table-row-rule-2">
            <a:extLst>
              <a:ext uri="{FF2B5EF4-FFF2-40B4-BE49-F238E27FC236}">
                <ns2:creationId id="{95AE077D-EC12-46A4-A581-5EF27C8CD087}"/>
              </a:ext>
            </a:extLst>
          </p:cNvPr>
          <p:cNvSpPr>
            <a:spLocks noGrp="1"/>
          </p:cNvSpPr>
          <p:nvPr/>
        </p:nvSpPr>
        <p:spPr>
          <a:xfrm>
            <a:off x="1905000" y="6619875"/>
            <a:ext cx="14478000" cy="14288"/>
          </a:xfrm>
          <a:prstGeom prst="rect">
            <a:avLst/>
          </a:prstGeom>
          <a:solidFill>
            <a:srgbClr val="777777"/>
          </a:solidFill>
          <a:ln w="0">
            <a:noFill/>
          </a:ln>
        </p:spPr>
      </p:sp>
      <p:sp>
        <p:nvSpPr>
          <p:cNvPr id="12" name="table-row-rule-3">
            <a:extLst>
              <a:ext uri="{FF2B5EF4-FFF2-40B4-BE49-F238E27FC236}">
                <ns2:creationId id="{20E58219-4919-4D82-8B8C-8FF82B1A1EF7}"/>
              </a:ext>
            </a:extLst>
          </p:cNvPr>
          <p:cNvSpPr>
            <a:spLocks noGrp="1"/>
          </p:cNvSpPr>
          <p:nvPr/>
        </p:nvSpPr>
        <p:spPr>
          <a:xfrm>
            <a:off x="1905000" y="7500938"/>
            <a:ext cx="14478000" cy="14288"/>
          </a:xfrm>
          <a:prstGeom prst="rect">
            <a:avLst/>
          </a:prstGeom>
          <a:solidFill>
            <a:srgbClr val="777777"/>
          </a:solidFill>
          <a:ln w="0">
            <a:noFill/>
          </a:ln>
        </p:spPr>
      </p:sp>
      <p:sp>
        <p:nvSpPr>
          <p:cNvPr id="13" name="table-rounded-corner-0">
            <a:extLst>
              <a:ext uri="{FF2B5EF4-FFF2-40B4-BE49-F238E27FC236}">
                <ns2:creationId id="{AACBBEA5-3486-4D5D-AA11-6B3840644868}"/>
              </a:ext>
            </a:extLst>
          </p:cNvPr>
          <p:cNvSpPr>
            <a:spLocks noGrp="1"/>
          </p:cNvSpPr>
          <p:nvPr/>
        </p:nvSpPr>
        <p:spPr>
          <a:xfrm rot="0">
            <a:off x="1905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A041D901-56FE-485B-9D14-3D6570DB2AC8}"/>
              </a:ext>
            </a:extLst>
          </p:cNvPr>
          <p:cNvSpPr>
            <a:spLocks noGrp="1"/>
          </p:cNvSpPr>
          <p:nvPr/>
        </p:nvSpPr>
        <p:spPr>
          <a:xfrm rot="5400000">
            <a:off x="16154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6CBC528D-1173-405F-A974-4DF95D5D03DE}"/>
              </a:ext>
            </a:extLst>
          </p:cNvPr>
          <p:cNvSpPr>
            <a:spLocks noGrp="1"/>
          </p:cNvSpPr>
          <p:nvPr/>
        </p:nvSpPr>
        <p:spPr>
          <a:xfrm rot="10800000">
            <a:off x="161544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6D0196C5-569D-432F-BD23-9527220AD890}"/>
              </a:ext>
            </a:extLst>
          </p:cNvPr>
          <p:cNvSpPr>
            <a:spLocks noGrp="1"/>
          </p:cNvSpPr>
          <p:nvPr/>
        </p:nvSpPr>
        <p:spPr>
          <a:xfrm rot="16200000">
            <a:off x="19050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reverse-condition">
            <a:extLst>
              <a:ext uri="{FF2B5EF4-FFF2-40B4-BE49-F238E27FC236}">
                <ns2:creationId id="{3A7B2224-37AA-4585-9206-696A2D46B5F3}"/>
              </a:ext>
            </a:extLst>
          </p:cNvPr>
          <p:cNvSpPr>
            <a:spLocks noGrp="1"/>
          </p:cNvSpPr>
          <p:nvPr/>
        </p:nvSpPr>
        <p:spPr>
          <a:xfrm>
            <a:off x="1619250" y="8810625"/>
            <a:ext cx="15049500" cy="619125"/>
          </a:xfrm>
          <a:prstGeom prst="rect">
            <a:avLst/>
          </a:prstGeom>
          <a:noFill/>
          <a:ln w="0">
            <a:noFill/>
          </a:ln>
        </p:spPr>
        <p:txBody>
          <a:bodyPr wrap="none" lIns="0" tIns="0" rIns="0" bIns="0" anchor="t">
            <a:noAutofit/>
          </a:bodyPr>
          <a:lstStyle>
            <a:defPPr algn="ctr">
              <a:defRPr sz="2550" b="1">
                <a:solidFill>
                  <a:srgbClr val="888888"/>
                </a:solidFill>
                <a:latin typeface="Pretendard"/>
                <a:ea typeface="Pretendard"/>
                <a:cs typeface="Pretendard"/>
              </a:defRPr>
            </a:defPPr>
            <a:lvl1pPr algn="ctr">
              <a:defRPr sz="2550" b="1">
                <a:solidFill>
                  <a:srgbClr val="888888"/>
                </a:solidFill>
                <a:latin typeface="Pretendard"/>
                <a:ea typeface="Pretendard"/>
                <a:cs typeface="Pretendard"/>
              </a:defRPr>
            </a:lvl1pPr>
            <a:lvl2pPr algn="ctr">
              <a:defRPr sz="2550" b="1">
                <a:solidFill>
                  <a:srgbClr val="888888"/>
                </a:solidFill>
                <a:latin typeface="Pretendard"/>
                <a:ea typeface="Pretendard"/>
                <a:cs typeface="Pretendard"/>
              </a:defRPr>
            </a:lvl2pPr>
            <a:lvl3pPr algn="ctr">
              <a:defRPr sz="2550" b="1">
                <a:solidFill>
                  <a:srgbClr val="888888"/>
                </a:solidFill>
                <a:latin typeface="Pretendard"/>
                <a:ea typeface="Pretendard"/>
                <a:cs typeface="Pretendard"/>
              </a:defRPr>
            </a:lvl3pPr>
            <a:lvl4pPr algn="ctr">
              <a:defRPr sz="2550" b="1">
                <a:solidFill>
                  <a:srgbClr val="888888"/>
                </a:solidFill>
                <a:latin typeface="Pretendard"/>
                <a:ea typeface="Pretendard"/>
                <a:cs typeface="Pretendard"/>
              </a:defRPr>
            </a:lvl4pPr>
            <a:lvl5pPr algn="ctr">
              <a:defRPr sz="2550" b="1">
                <a:solidFill>
                  <a:srgbClr val="888888"/>
                </a:solidFill>
                <a:latin typeface="Pretendard"/>
                <a:ea typeface="Pretendard"/>
                <a:cs typeface="Pretendard"/>
              </a:defRPr>
            </a:lvl5pPr>
            <a:lvl6pPr algn="ctr">
              <a:defRPr sz="2550" b="1">
                <a:solidFill>
                  <a:srgbClr val="888888"/>
                </a:solidFill>
                <a:latin typeface="Pretendard"/>
                <a:ea typeface="Pretendard"/>
                <a:cs typeface="Pretendard"/>
              </a:defRPr>
            </a:lvl6pPr>
            <a:lvl7pPr algn="ctr">
              <a:defRPr sz="2550" b="1">
                <a:solidFill>
                  <a:srgbClr val="888888"/>
                </a:solidFill>
                <a:latin typeface="Pretendard"/>
                <a:ea typeface="Pretendard"/>
                <a:cs typeface="Pretendard"/>
              </a:defRPr>
            </a:lvl7pPr>
            <a:lvl8pPr algn="ctr">
              <a:defRPr sz="2550" b="1">
                <a:solidFill>
                  <a:srgbClr val="888888"/>
                </a:solidFill>
                <a:latin typeface="Pretendard"/>
                <a:ea typeface="Pretendard"/>
                <a:cs typeface="Pretendard"/>
              </a:defRPr>
            </a:lvl8pPr>
            <a:lvl9pPr algn="ctr">
              <a:defRPr sz="2550" b="1">
                <a:solidFill>
                  <a:srgbClr val="888888"/>
                </a:solidFill>
                <a:latin typeface="Pretendard"/>
                <a:ea typeface="Pretendard"/>
                <a:cs typeface="Pretendard"/>
              </a:defRPr>
            </a:lvl9pPr>
          </a:lstStyle>
          <a:p>
            <a:pPr algn="ctr">
              <a:defRPr sz="2550" b="1">
                <a:solidFill>
                  <a:srgbClr val="888888"/>
                </a:solidFill>
                <a:latin typeface="Pretendard"/>
                <a:ea typeface="Pretendard"/>
                <a:cs typeface="Pretendard"/>
              </a:defRPr>
            </a:pPr>
            <a:r>
              <a:rPr sz="2550" b="1">
                <a:solidFill>
                  <a:srgbClr val="888888"/>
                </a:solidFill>
                <a:latin typeface="Pretendard"/>
                <a:ea typeface="Pretendard"/>
                <a:cs typeface="Pretendard"/>
              </a:rPr>
              <a:t>역반응은 물질의 상태·반응량이 대응하는 같은 온도·압력에서 비교한다</a:t>
            </a:r>
          </a:p>
        </p:txBody>
      </p:sp>
    </p:spTree>
    <p:extLst>
      <p:ext uri="{BB962C8B-B14F-4D97-AF65-F5344CB8AC3E}">
        <ns4:creationId val="327042736"/>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43CEF9E0-E3C1-41C2-BF43-CA36D6425447}"/>
              </a:ext>
            </a:extLst>
          </p:cNvPr>
          <p:cNvPicPr>
            <a:picLocks noChangeAspect="1"/>
          </p:cNvPicPr>
          <p:nvPr/>
        </p:nvPicPr>
        <p:blipFill>
          <a:blip ns3:embed="Re551019345c4420c"/>
          <a:stretch/>
        </p:blipFill>
        <p:spPr>
          <a:xfrm>
            <a:off x="16941800" y="382588"/>
            <a:ext cx="1028700" cy="733425"/>
          </a:xfrm>
          <a:prstGeom prst="rect">
            <a:avLst/>
          </a:prstGeom>
        </p:spPr>
      </p:pic>
      <p:sp>
        <p:nvSpPr>
          <p:cNvPr id="2" name="part_heading">
            <a:extLst>
              <a:ext uri="{FF2B5EF4-FFF2-40B4-BE49-F238E27FC236}">
                <ns2:creationId id="{B2E88839-B22D-4E66-A755-CA1C51C967D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C71A85AA-9BA4-43A0-8CC2-2FB6E12CB70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723AEC6-8578-4087-932C-C9A3D9245F6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1C05EB7-3897-4D18-8FAD-1076C7148C1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CA391FFE-A24F-49AD-B5EC-6AD16AE7F6B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D56E6ED3-3FB5-49F7-97A6-99F579D30E0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417AFE6-94FD-4371-9686-E1AE7488B282}"/>
              </a:ext>
            </a:extLst>
          </p:cNvPr>
          <p:cNvPicPr>
            <a:picLocks noChangeAspect="1"/>
          </p:cNvPicPr>
          <p:nvPr/>
        </p:nvPicPr>
        <p:blipFill>
          <a:blip ns3:embed="R3c90f5c5f1684161"/>
          <a:stretch/>
        </p:blipFill>
        <p:spPr>
          <a:xfrm>
            <a:off x="5003602" y="4524375"/>
            <a:ext cx="8280797" cy="4762500"/>
          </a:xfrm>
          <a:prstGeom prst="rect">
            <a:avLst/>
          </a:prstGeom>
        </p:spPr>
      </p:pic>
    </p:spTree>
    <p:extLst>
      <p:ext uri="{BB962C8B-B14F-4D97-AF65-F5344CB8AC3E}">
        <ns4:creationId val="2100736430"/>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C84D755A-83E1-4A65-AC8C-92D91BECCB68}"/>
              </a:ext>
            </a:extLst>
          </p:cNvPr>
          <p:cNvPicPr>
            <a:picLocks noChangeAspect="1"/>
          </p:cNvPicPr>
          <p:nvPr/>
        </p:nvPicPr>
        <p:blipFill>
          <a:blip ns3:embed="R15797620b52c412c"/>
          <a:stretch/>
        </p:blipFill>
        <p:spPr>
          <a:xfrm>
            <a:off x="16941800" y="382588"/>
            <a:ext cx="1028700" cy="733425"/>
          </a:xfrm>
          <a:prstGeom prst="rect">
            <a:avLst/>
          </a:prstGeom>
        </p:spPr>
      </p:pic>
      <p:sp>
        <p:nvSpPr>
          <p:cNvPr id="2" name="part_heading">
            <a:extLst>
              <a:ext uri="{FF2B5EF4-FFF2-40B4-BE49-F238E27FC236}">
                <ns2:creationId id="{7CF423BC-16C7-4BD2-B6F1-5BA559CCFEF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6F2053D4-DA26-4EF9-B231-CFEDF541459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72FFBAA-8859-4DE9-AAB2-7F0C0480FE3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438C823-7217-4DC4-A60A-47B5508465C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34835B98-CC5B-463E-9FB1-DC1A9E408B2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D93749A3-36AF-4F95-B059-1A7456B1AF1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1A2D3EB-126A-4C36-9513-876E6BB5F55E}"/>
              </a:ext>
            </a:extLst>
          </p:cNvPr>
          <p:cNvPicPr>
            <a:picLocks noChangeAspect="1"/>
          </p:cNvPicPr>
          <p:nvPr/>
        </p:nvPicPr>
        <p:blipFill>
          <a:blip ns3:embed="R6e90da70f1634afa"/>
          <a:stretch/>
        </p:blipFill>
        <p:spPr>
          <a:xfrm>
            <a:off x="4000500" y="5017064"/>
            <a:ext cx="10287000" cy="2062622"/>
          </a:xfrm>
          <a:prstGeom prst="rect">
            <a:avLst/>
          </a:prstGeom>
        </p:spPr>
      </p:pic>
      <p:sp>
        <p:nvSpPr>
          <p:cNvPr id="9" name="takeaway-box">
            <a:extLst>
              <a:ext uri="{FF2B5EF4-FFF2-40B4-BE49-F238E27FC236}">
                <ns2:creationId id="{65CFA873-B093-4686-B423-BC44494D9F22}"/>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8D0C3377-F3DB-40F7-B7D3-AEB7E94754E4}"/>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361970423"/>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4BF0DF12-5DF2-42A3-A117-4D6B5E4560E5}"/>
              </a:ext>
            </a:extLst>
          </p:cNvPr>
          <p:cNvPicPr>
            <a:picLocks noChangeAspect="1"/>
          </p:cNvPicPr>
          <p:nvPr/>
        </p:nvPicPr>
        <p:blipFill>
          <a:blip ns3:embed="Rc7de1ae3cd864186"/>
          <a:stretch/>
        </p:blipFill>
        <p:spPr>
          <a:xfrm>
            <a:off x="16941800" y="382588"/>
            <a:ext cx="1028700" cy="733425"/>
          </a:xfrm>
          <a:prstGeom prst="rect">
            <a:avLst/>
          </a:prstGeom>
        </p:spPr>
      </p:pic>
      <p:sp>
        <p:nvSpPr>
          <p:cNvPr id="2" name="part_heading">
            <a:extLst>
              <a:ext uri="{FF2B5EF4-FFF2-40B4-BE49-F238E27FC236}">
                <ns2:creationId id="{75E96C3D-9E10-4C08-A41A-133E02D7746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02A2DBBE-34A7-4A14-BA32-B3A8707E034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19896AA-EF77-4A1D-9FA4-45606C58A1D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23FDF8E-C1A3-42E5-A698-55B65FD7C5A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01C154BA-67C6-4F77-8C34-446FC00A593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A868BEBE-E56B-42D7-8785-AAD963F9FB0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15654F0-F232-41E5-9D08-EFD47FB88241}"/>
              </a:ext>
            </a:extLst>
          </p:cNvPr>
          <p:cNvPicPr>
            <a:picLocks noChangeAspect="1"/>
          </p:cNvPicPr>
          <p:nvPr/>
        </p:nvPicPr>
        <p:blipFill>
          <a:blip ns3:embed="R95dbdd8c1b2745c2"/>
          <a:stretch/>
        </p:blipFill>
        <p:spPr>
          <a:xfrm>
            <a:off x="2000250" y="4675188"/>
            <a:ext cx="14287500" cy="793750"/>
          </a:xfrm>
          <a:prstGeom prst="rect">
            <a:avLst/>
          </a:prstGeom>
        </p:spPr>
      </p:pic>
      <p:pic>
        <p:nvPicPr>
          <p:cNvPr id="9" name="">
            <a:extLst>
              <a:ext uri="{FF2B5EF4-FFF2-40B4-BE49-F238E27FC236}">
                <ns2:creationId id="{54C98707-2205-4A8B-A13A-B8AA3214740E}"/>
              </a:ext>
            </a:extLst>
          </p:cNvPr>
          <p:cNvPicPr>
            <a:picLocks noChangeAspect="1"/>
          </p:cNvPicPr>
          <p:nvPr/>
        </p:nvPicPr>
        <p:blipFill>
          <a:blip ns3:embed="R1a3808c4a3b747f5"/>
          <a:stretch/>
        </p:blipFill>
        <p:spPr>
          <a:xfrm>
            <a:off x="7098994" y="5810250"/>
            <a:ext cx="4090013" cy="3762375"/>
          </a:xfrm>
          <a:prstGeom prst="rect">
            <a:avLst/>
          </a:prstGeom>
        </p:spPr>
      </p:pic>
    </p:spTree>
    <p:extLst>
      <p:ext uri="{BB962C8B-B14F-4D97-AF65-F5344CB8AC3E}">
        <ns4:creationId val="921974972"/>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529CFB30-F973-4B73-8C89-D2B681F374B6}"/>
              </a:ext>
            </a:extLst>
          </p:cNvPr>
          <p:cNvPicPr>
            <a:picLocks noChangeAspect="1"/>
          </p:cNvPicPr>
          <p:nvPr/>
        </p:nvPicPr>
        <p:blipFill>
          <a:blip ns3:embed="Rdd8e6aca4b8a4c0a"/>
          <a:stretch/>
        </p:blipFill>
        <p:spPr>
          <a:xfrm>
            <a:off x="16941800" y="382588"/>
            <a:ext cx="1028700" cy="733425"/>
          </a:xfrm>
          <a:prstGeom prst="rect">
            <a:avLst/>
          </a:prstGeom>
        </p:spPr>
      </p:pic>
      <p:sp>
        <p:nvSpPr>
          <p:cNvPr id="2" name="part_heading">
            <a:extLst>
              <a:ext uri="{FF2B5EF4-FFF2-40B4-BE49-F238E27FC236}">
                <ns2:creationId id="{301764CD-F8C1-4730-9139-124613284AE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060B8993-D748-4110-BCF8-4CA97EC4B33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FB5D5FE-7851-465D-BB37-7A8D1E486B3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CC645F3-5A2D-4BE1-82AB-128B1423251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683BE568-8136-4141-B697-F0DA30D6AAD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568F9D5C-C03B-4CC3-975E-9D6F696F7EF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DB52077-879B-48C9-BA54-C8F1A397E9B6}"/>
              </a:ext>
            </a:extLst>
          </p:cNvPr>
          <p:cNvPicPr>
            <a:picLocks noChangeAspect="1"/>
          </p:cNvPicPr>
          <p:nvPr/>
        </p:nvPicPr>
        <p:blipFill>
          <a:blip ns3:embed="R05540768baae45d9"/>
          <a:stretch/>
        </p:blipFill>
        <p:spPr>
          <a:xfrm>
            <a:off x="2000250" y="4622107"/>
            <a:ext cx="14287500" cy="4681336"/>
          </a:xfrm>
          <a:prstGeom prst="rect">
            <a:avLst/>
          </a:prstGeom>
        </p:spPr>
      </p:pic>
    </p:spTree>
    <p:extLst>
      <p:ext uri="{BB962C8B-B14F-4D97-AF65-F5344CB8AC3E}">
        <ns4:creationId val="1182184649"/>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2813411E-A2E4-4FB3-8C39-5E0F8A0C660A}"/>
              </a:ext>
            </a:extLst>
          </p:cNvPr>
          <p:cNvPicPr>
            <a:picLocks noChangeAspect="1"/>
          </p:cNvPicPr>
          <p:nvPr/>
        </p:nvPicPr>
        <p:blipFill>
          <a:blip ns3:embed="R9697613503b645c0"/>
          <a:stretch/>
        </p:blipFill>
        <p:spPr>
          <a:xfrm>
            <a:off x="16941800" y="382588"/>
            <a:ext cx="1028700" cy="733425"/>
          </a:xfrm>
          <a:prstGeom prst="rect">
            <a:avLst/>
          </a:prstGeom>
        </p:spPr>
      </p:pic>
      <p:sp>
        <p:nvSpPr>
          <p:cNvPr id="2" name="part_heading">
            <a:extLst>
              <a:ext uri="{FF2B5EF4-FFF2-40B4-BE49-F238E27FC236}">
                <ns2:creationId id="{76F77DA2-80AC-4E35-B3D0-E685A7CE0FF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A4D6E94F-37C5-4C86-9121-B709FDC5892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4A8895D-019D-4193-99FD-2FC7AC5D5D1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B47DA7C7-7E20-47D1-A3C4-7E514500AFA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62739E78-A90A-4830-B025-338863396E3E}"/>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1D007C52-B898-44F3-B54B-FA5458AEF627}"/>
              </a:ext>
            </a:extLst>
          </p:cNvPr>
          <p:cNvPicPr>
            <a:picLocks noChangeAspect="1"/>
          </p:cNvPicPr>
          <p:nvPr/>
        </p:nvPicPr>
        <p:blipFill>
          <a:blip ns3:embed="R63a85559e3b34afe"/>
          <a:stretch/>
        </p:blipFill>
        <p:spPr>
          <a:xfrm>
            <a:off x="11283641" y="4095750"/>
            <a:ext cx="5340968" cy="5286375"/>
          </a:xfrm>
          <a:prstGeom prst="rect">
            <a:avLst/>
          </a:prstGeom>
        </p:spPr>
      </p:pic>
      <p:pic>
        <p:nvPicPr>
          <p:cNvPr id="8" name="">
            <a:extLst>
              <a:ext uri="{FF2B5EF4-FFF2-40B4-BE49-F238E27FC236}">
                <ns2:creationId id="{0B6204D9-6C52-4542-8030-CB6C6B8E404D}"/>
              </a:ext>
            </a:extLst>
          </p:cNvPr>
          <p:cNvPicPr>
            <a:picLocks noChangeAspect="1"/>
          </p:cNvPicPr>
          <p:nvPr/>
        </p:nvPicPr>
        <p:blipFill>
          <a:blip ns3:embed="R8d3917679d6f419e"/>
          <a:stretch/>
        </p:blipFill>
        <p:spPr>
          <a:xfrm>
            <a:off x="2778125" y="5619750"/>
            <a:ext cx="5207000" cy="1190625"/>
          </a:xfrm>
          <a:prstGeom prst="rect">
            <a:avLst/>
          </a:prstGeom>
        </p:spPr>
      </p:pic>
      <p:sp>
        <p:nvSpPr>
          <p:cNvPr id="9" name="symbols">
            <a:extLst>
              <a:ext uri="{FF2B5EF4-FFF2-40B4-BE49-F238E27FC236}">
                <ns2:creationId id="{80EDA764-C921-4613-88DE-847933336BD6}"/>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564349858"/>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78FA1A32-D7EB-4B26-BAA7-42EE1B91E7B0}"/>
              </a:ext>
            </a:extLst>
          </p:cNvPr>
          <p:cNvPicPr>
            <a:picLocks noChangeAspect="1"/>
          </p:cNvPicPr>
          <p:nvPr/>
        </p:nvPicPr>
        <p:blipFill>
          <a:blip ns3:embed="R81e19e39358f44ce"/>
          <a:stretch/>
        </p:blipFill>
        <p:spPr>
          <a:xfrm>
            <a:off x="16941800" y="382588"/>
            <a:ext cx="1028700" cy="733425"/>
          </a:xfrm>
          <a:prstGeom prst="rect">
            <a:avLst/>
          </a:prstGeom>
        </p:spPr>
      </p:pic>
      <p:sp>
        <p:nvSpPr>
          <p:cNvPr id="2" name="part_heading">
            <a:extLst>
              <a:ext uri="{FF2B5EF4-FFF2-40B4-BE49-F238E27FC236}">
                <ns2:creationId id="{81E7B471-4C98-4BEE-AAE5-B29F77D0474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818972EC-D45A-4E59-8B69-ADB9C8FB5ED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5B05CE5-423B-4D2A-915B-B532685B057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A8FC3A9C-D905-4968-9FF8-257F9BDFF90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2DCC8B36-A759-4D6F-A7BD-49DA88F79B6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C14C604B-FEBE-4C77-B375-D8D0C50BBD4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6C140A9-D87A-4AD8-9811-536AADD988AB}"/>
              </a:ext>
            </a:extLst>
          </p:cNvPr>
          <p:cNvPicPr>
            <a:picLocks noChangeAspect="1"/>
          </p:cNvPicPr>
          <p:nvPr/>
        </p:nvPicPr>
        <p:blipFill>
          <a:blip ns3:embed="Reb77ed6d3f3e44bb"/>
          <a:stretch/>
        </p:blipFill>
        <p:spPr>
          <a:xfrm>
            <a:off x="3587303" y="4667250"/>
            <a:ext cx="11113394" cy="723900"/>
          </a:xfrm>
          <a:prstGeom prst="rect">
            <a:avLst/>
          </a:prstGeom>
        </p:spPr>
      </p:pic>
      <p:sp>
        <p:nvSpPr>
          <p:cNvPr id="9" name="q1">
            <a:extLst>
              <a:ext uri="{FF2B5EF4-FFF2-40B4-BE49-F238E27FC236}">
                <ns2:creationId id="{6536305B-A90E-46A1-A602-D77A3DD4C193}"/>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36980B0B-EC27-4A97-8C3B-496CECEF60D7}"/>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B71AA564-F1E1-4665-80C6-2D18E557268B}"/>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4FD577D2-867E-45C0-A719-E964701A1962}"/>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41534258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BD16B7D8-54F3-4FB2-839C-BF2E6A95C197}"/>
              </a:ext>
            </a:extLst>
          </p:cNvPr>
          <p:cNvPicPr>
            <a:picLocks noChangeAspect="1"/>
          </p:cNvPicPr>
          <p:nvPr/>
        </p:nvPicPr>
        <p:blipFill>
          <a:blip ns3:embed="R85e48f9c6b054490"/>
          <a:stretch/>
        </p:blipFill>
        <p:spPr>
          <a:xfrm>
            <a:off x="4859" y="0"/>
            <a:ext cx="18278283" cy="10287000"/>
          </a:xfrm>
          <a:prstGeom prst="rect">
            <a:avLst/>
          </a:prstGeom>
        </p:spPr>
      </p:pic>
      <p:sp>
        <p:nvSpPr>
          <p:cNvPr id="2" name="reference_green_fade">
            <a:extLst>
              <a:ext uri="{FF2B5EF4-FFF2-40B4-BE49-F238E27FC236}">
                <ns2:creationId id="{67205AF0-188E-4E55-86F9-C5962D108338}"/>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6BC20051-DCE8-488B-AB38-C58FC3509D1A}"/>
              </a:ext>
            </a:extLst>
          </p:cNvPr>
          <p:cNvPicPr>
            <a:picLocks noChangeAspect="1"/>
          </p:cNvPicPr>
          <p:nvPr/>
        </p:nvPicPr>
        <p:blipFill>
          <a:blip ns3:embed="R83d953d150594c3a"/>
          <a:stretch/>
        </p:blipFill>
        <p:spPr>
          <a:xfrm>
            <a:off x="16916400" y="332392"/>
            <a:ext cx="1079500" cy="668717"/>
          </a:xfrm>
          <a:prstGeom prst="rect">
            <a:avLst/>
          </a:prstGeom>
        </p:spPr>
      </p:pic>
      <p:sp>
        <p:nvSpPr>
          <p:cNvPr id="4" name="copyright">
            <a:extLst>
              <a:ext uri="{FF2B5EF4-FFF2-40B4-BE49-F238E27FC236}">
                <ns2:creationId id="{F3B2C847-9394-4ABF-9E64-D78F0D47A23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EF2AC5A2-5918-45A2-B157-B11C967DE5C7}"/>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C6B56BEA-AD9E-4BDE-9E41-72C7CB68CAAD}"/>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9CD0EEB6-28E9-4ACA-BA55-602544DCE415}"/>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748145963"/>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109C718B-7F53-4A32-91F2-588D7E9C01D1}"/>
              </a:ext>
            </a:extLst>
          </p:cNvPr>
          <p:cNvPicPr>
            <a:picLocks noChangeAspect="1"/>
          </p:cNvPicPr>
          <p:nvPr/>
        </p:nvPicPr>
        <p:blipFill>
          <a:blip ns3:embed="R77b7bc1778214f83"/>
          <a:stretch/>
        </p:blipFill>
        <p:spPr>
          <a:xfrm>
            <a:off x="16941800" y="382588"/>
            <a:ext cx="1028700" cy="733425"/>
          </a:xfrm>
          <a:prstGeom prst="rect">
            <a:avLst/>
          </a:prstGeom>
        </p:spPr>
      </p:pic>
      <p:sp>
        <p:nvSpPr>
          <p:cNvPr id="2" name="part_heading">
            <a:extLst>
              <a:ext uri="{FF2B5EF4-FFF2-40B4-BE49-F238E27FC236}">
                <ns2:creationId id="{48914594-8A4B-4690-8C6C-C0316FB75B0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1F157D79-F95E-4285-B67B-2F848CBD0EB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86921D1-9045-43B5-AC09-ED13B69693A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5CA37BAE-6DDB-4E5B-8A1F-54F80D8B12D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CEE47C45-7BE9-46C9-86D9-AE9E408136A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F0CA7916-04F7-416D-92E3-2E6C9F43473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8E2FD1DD-FF2E-4B19-A07E-F4A13F8917A0}"/>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E77DED22-5C47-4B3D-9047-D0C90385E578}"/>
              </a:ext>
            </a:extLst>
          </p:cNvPr>
          <p:cNvPicPr>
            <a:picLocks noChangeAspect="1"/>
          </p:cNvPicPr>
          <p:nvPr/>
        </p:nvPicPr>
        <p:blipFill>
          <a:blip ns3:embed="R1712466f49014eb5"/>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A71DA0A4-4E66-47F8-AFEF-FD778331AF57}"/>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1CCAE62B-D51F-41CC-AB2E-45DC9C5976ED}"/>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B104EABC-1CCD-4CD0-A431-C523DD3F83E7}"/>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B9B02A6B-8693-4485-A010-B155FA95B2FD}"/>
              </a:ext>
            </a:extLst>
          </p:cNvPr>
          <p:cNvPicPr>
            <a:picLocks noChangeAspect="1"/>
          </p:cNvPicPr>
          <p:nvPr/>
        </p:nvPicPr>
        <p:blipFill>
          <a:blip ns3:embed="R59d44de701574b91"/>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6F6455D0-142F-42FE-8002-DE4911D60C03}"/>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D97E4D84-8045-4BA9-8BCD-544CE8DD2CBA}"/>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13251204"/>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9FAE9DC6-C06F-4425-9777-FC6B4F4A902E}"/>
              </a:ext>
            </a:extLst>
          </p:cNvPr>
          <p:cNvPicPr>
            <a:picLocks noChangeAspect="1"/>
          </p:cNvPicPr>
          <p:nvPr/>
        </p:nvPicPr>
        <p:blipFill>
          <a:blip ns3:embed="R5af9994178dd4176"/>
          <a:stretch/>
        </p:blipFill>
        <p:spPr>
          <a:xfrm>
            <a:off x="16941800" y="382588"/>
            <a:ext cx="1028700" cy="733425"/>
          </a:xfrm>
          <a:prstGeom prst="rect">
            <a:avLst/>
          </a:prstGeom>
        </p:spPr>
      </p:pic>
      <p:sp>
        <p:nvSpPr>
          <p:cNvPr id="2" name="part_heading">
            <a:extLst>
              <a:ext uri="{FF2B5EF4-FFF2-40B4-BE49-F238E27FC236}">
                <ns2:creationId id="{803958B6-D19A-4400-9C78-3D0A48BA2DA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A72B93F2-FD4A-46CA-8742-F348D76E03C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2627035-6CA5-4F68-89B8-439A9893011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A6826B0-3765-4B2F-BDFF-00E31777B0E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2397EEF6-5D74-430A-BC8B-CEA714E0CC0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1DCABCA2-BFCB-419E-A5F6-D8EE630C414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7CD1FAF-D555-4773-84F3-9ADB975EB86F}"/>
              </a:ext>
            </a:extLst>
          </p:cNvPr>
          <p:cNvPicPr>
            <a:picLocks noChangeAspect="1"/>
          </p:cNvPicPr>
          <p:nvPr/>
        </p:nvPicPr>
        <p:blipFill>
          <a:blip ns3:embed="R9f96c7a245454ddf"/>
          <a:stretch/>
        </p:blipFill>
        <p:spPr>
          <a:xfrm>
            <a:off x="1961408" y="4667250"/>
            <a:ext cx="14365184" cy="723900"/>
          </a:xfrm>
          <a:prstGeom prst="rect">
            <a:avLst/>
          </a:prstGeom>
        </p:spPr>
      </p:pic>
      <p:pic>
        <p:nvPicPr>
          <p:cNvPr id="9" name="">
            <a:extLst>
              <a:ext uri="{FF2B5EF4-FFF2-40B4-BE49-F238E27FC236}">
                <ns2:creationId id="{3A7DED4D-CAAB-4E24-A64D-85F71043C7C9}"/>
              </a:ext>
            </a:extLst>
          </p:cNvPr>
          <p:cNvPicPr>
            <a:picLocks noChangeAspect="1"/>
          </p:cNvPicPr>
          <p:nvPr/>
        </p:nvPicPr>
        <p:blipFill>
          <a:blip ns3:embed="Rdbe1856b4c154140"/>
          <a:stretch/>
        </p:blipFill>
        <p:spPr>
          <a:xfrm>
            <a:off x="1869688" y="5619750"/>
            <a:ext cx="14548624" cy="723900"/>
          </a:xfrm>
          <a:prstGeom prst="rect">
            <a:avLst/>
          </a:prstGeom>
        </p:spPr>
      </p:pic>
      <p:sp>
        <p:nvSpPr>
          <p:cNvPr id="10" name="strip-1">
            <a:extLst>
              <a:ext uri="{FF2B5EF4-FFF2-40B4-BE49-F238E27FC236}">
                <ns2:creationId id="{9D058D77-7FBE-4A39-B4C4-D9177F911B1E}"/>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EA359F9E-470A-4301-B45E-C88790C01902}"/>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E8F1614C-372F-491B-ABDB-155CE581C592}"/>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4F7AF4A8-26F4-4EEA-B0FF-FA8F117E8B6A}"/>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E48A0089-C0F5-43E4-B818-B33B75963B8B}"/>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5B348225-D8CE-4DA9-8B89-EDEDC021337B}"/>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9F9CB9CB-162A-4D72-98EF-BF31BC9D6C39}"/>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A96B8A7F-D463-4586-AD2A-87F18A9867B3}"/>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5F54BFD1-444A-4C5D-86DE-194BD11BB036}"/>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8F0962E1-57FF-4148-A0D4-ED8C6E431615}"/>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2120489619"/>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769E3200-AEA7-4634-8158-45C353F11DAC}"/>
              </a:ext>
            </a:extLst>
          </p:cNvPr>
          <p:cNvPicPr>
            <a:picLocks noChangeAspect="1"/>
          </p:cNvPicPr>
          <p:nvPr/>
        </p:nvPicPr>
        <p:blipFill>
          <a:blip ns3:embed="R85c5ff387c6645d0"/>
          <a:stretch/>
        </p:blipFill>
        <p:spPr>
          <a:xfrm>
            <a:off x="16941800" y="382588"/>
            <a:ext cx="1028700" cy="733425"/>
          </a:xfrm>
          <a:prstGeom prst="rect">
            <a:avLst/>
          </a:prstGeom>
        </p:spPr>
      </p:pic>
      <p:sp>
        <p:nvSpPr>
          <p:cNvPr id="2" name="part_heading">
            <a:extLst>
              <a:ext uri="{FF2B5EF4-FFF2-40B4-BE49-F238E27FC236}">
                <ns2:creationId id="{C240EED8-57A1-41A6-B74D-5F026F57D8E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6349D1E1-397F-4562-B533-F71A0844640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1DC415A-972A-4EA5-8D70-7C973210807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90D3E33A-1B41-44C4-889C-7246BCAA8EB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BAE29907-C18C-4217-8988-22EA8E94413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43443EDB-577C-4F9F-8F98-891867AE9CC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A77F9220-8667-47D8-A391-0EA799F249E7}"/>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3FE42744-B81F-4A42-BB78-AA6714A8504C}"/>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78F8AA71-510D-493B-B704-8121319447BB}"/>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BD25C835-05D6-4CAB-9F99-79570A51E57F}"/>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615C8680-174C-444B-B645-CAFD13DF6293}"/>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B0B71D3E-6755-40F4-868D-695D7ABF23E9}"/>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4C70960C-0610-4360-B174-B4F3909C09E2}"/>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DEFE58D8-6F8C-44DC-A5E5-89033EB31516}"/>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CC0D07C0-CC4C-47A5-850E-442591BE27F8}"/>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7B2F575C-A826-403C-AFDA-507D76CA4ABB}"/>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53C8F34E-4D41-4F8B-B980-CE303EB7E2E2}"/>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A0C11BA2-72D1-4308-BE76-8AB782144D19}"/>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2061507663"/>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A3A3937E-9B03-491F-BD39-F34267FE85A2}"/>
              </a:ext>
            </a:extLst>
          </p:cNvPr>
          <p:cNvPicPr>
            <a:picLocks noChangeAspect="1"/>
          </p:cNvPicPr>
          <p:nvPr/>
        </p:nvPicPr>
        <p:blipFill>
          <a:blip ns3:embed="R820ba87235054fad"/>
          <a:stretch/>
        </p:blipFill>
        <p:spPr>
          <a:xfrm>
            <a:off x="16941800" y="382588"/>
            <a:ext cx="1028700" cy="733425"/>
          </a:xfrm>
          <a:prstGeom prst="rect">
            <a:avLst/>
          </a:prstGeom>
        </p:spPr>
      </p:pic>
      <p:sp>
        <p:nvSpPr>
          <p:cNvPr id="2" name="part_heading">
            <a:extLst>
              <a:ext uri="{FF2B5EF4-FFF2-40B4-BE49-F238E27FC236}">
                <ns2:creationId id="{B6860057-6769-4196-898C-5344788AA39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F9B6D34A-5D69-441E-BFC1-811480518F5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0D9AD30-9059-4129-9ED4-05D969780F3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6EBD61AA-1BC3-4DC3-9567-1582B765BA6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829DB0C7-DAE4-4C9E-B12F-70B55BD118A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2B5BA3AD-48A3-4CC4-B4F4-64E93C24C94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E492B519-D564-46F2-8ACF-2582667B65F6}"/>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8285A30C-BE69-4D48-B834-EC0CA1E38B0A}"/>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235B4821-44E3-4673-8CBF-F426ED733CA9}"/>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235279E8-9BB0-4AA3-85C6-BC709E220376}"/>
              </a:ext>
            </a:extLst>
          </p:cNvPr>
          <p:cNvPicPr>
            <a:picLocks noChangeAspect="1"/>
          </p:cNvPicPr>
          <p:nvPr/>
        </p:nvPicPr>
        <p:blipFill>
          <a:blip ns3:embed="R10445b92107444e4"/>
          <a:stretch/>
        </p:blipFill>
        <p:spPr>
          <a:xfrm>
            <a:off x="4476750" y="5018554"/>
            <a:ext cx="12001500" cy="554691"/>
          </a:xfrm>
          <a:prstGeom prst="rect">
            <a:avLst/>
          </a:prstGeom>
        </p:spPr>
      </p:pic>
      <p:sp>
        <p:nvSpPr>
          <p:cNvPr id="12" name="eq-ethanol-calculation">
            <a:extLst>
              <a:ext uri="{FF2B5EF4-FFF2-40B4-BE49-F238E27FC236}">
                <ns2:creationId id="{32025316-3169-456B-8D3D-512D672CC8D2}"/>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21F5D254-D751-445D-94D3-D42B9C768BE6}"/>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284274BB-61F6-4C3C-9717-EF00535582B1}"/>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BC78D7DC-549F-4AB2-AC07-67B33AEDB7E0}"/>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CB0034F5-583E-4590-97FC-542B61C2EB4C}"/>
              </a:ext>
            </a:extLst>
          </p:cNvPr>
          <p:cNvPicPr>
            <a:picLocks noChangeAspect="1"/>
          </p:cNvPicPr>
          <p:nvPr/>
        </p:nvPicPr>
        <p:blipFill>
          <a:blip ns3:embed="Rbfddee00d8774f15"/>
          <a:stretch/>
        </p:blipFill>
        <p:spPr>
          <a:xfrm>
            <a:off x="4476750" y="7472773"/>
            <a:ext cx="12001500" cy="599254"/>
          </a:xfrm>
          <a:prstGeom prst="rect">
            <a:avLst/>
          </a:prstGeom>
        </p:spPr>
      </p:pic>
      <p:sp>
        <p:nvSpPr>
          <p:cNvPr id="17" name="eq-water-liquid-calculation">
            <a:extLst>
              <a:ext uri="{FF2B5EF4-FFF2-40B4-BE49-F238E27FC236}">
                <ns2:creationId id="{C97679BE-6A91-4252-8283-B9DE222951D0}"/>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1726738884"/>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D2466006-8E10-4324-8D7A-D01822CA5FAF}"/>
              </a:ext>
            </a:extLst>
          </p:cNvPr>
          <p:cNvPicPr>
            <a:picLocks noChangeAspect="1"/>
          </p:cNvPicPr>
          <p:nvPr/>
        </p:nvPicPr>
        <p:blipFill>
          <a:blip ns3:embed="R97be934bc6804605"/>
          <a:stretch/>
        </p:blipFill>
        <p:spPr>
          <a:xfrm>
            <a:off x="16941800" y="382588"/>
            <a:ext cx="1028700" cy="733425"/>
          </a:xfrm>
          <a:prstGeom prst="rect">
            <a:avLst/>
          </a:prstGeom>
        </p:spPr>
      </p:pic>
      <p:sp>
        <p:nvSpPr>
          <p:cNvPr id="2" name="part_heading">
            <a:extLst>
              <a:ext uri="{FF2B5EF4-FFF2-40B4-BE49-F238E27FC236}">
                <ns2:creationId id="{75F2D98A-3194-49F6-A10B-BF1595DED9A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C3A5ED4F-ED10-4500-8F5D-01A89BF0218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B89653A-B01F-4E61-85D0-76E824DE075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2139BE8D-787F-41FB-827A-422FD162B49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C2694114-4C6D-4548-BFC9-C221C83DCBF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DD55D93A-5B9D-4F4F-ADF7-718461643CD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581042A-B7A6-4771-A0B3-C8C47924C141}"/>
              </a:ext>
            </a:extLst>
          </p:cNvPr>
          <p:cNvPicPr>
            <a:picLocks noChangeAspect="1"/>
          </p:cNvPicPr>
          <p:nvPr/>
        </p:nvPicPr>
        <p:blipFill>
          <a:blip ns3:embed="R7ee38b40f47a474c"/>
          <a:stretch/>
        </p:blipFill>
        <p:spPr>
          <a:xfrm>
            <a:off x="2190750" y="4766442"/>
            <a:ext cx="13906500" cy="3706865"/>
          </a:xfrm>
          <a:prstGeom prst="rect">
            <a:avLst/>
          </a:prstGeom>
        </p:spPr>
      </p:pic>
      <p:sp>
        <p:nvSpPr>
          <p:cNvPr id="9" name="takeaway-box">
            <a:extLst>
              <a:ext uri="{FF2B5EF4-FFF2-40B4-BE49-F238E27FC236}">
                <ns2:creationId id="{20127F85-4800-4763-953A-F617F3387C1F}"/>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EF19EEED-9745-4027-97E7-48F9A73A413A}"/>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948537416"/>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DEA1F04D-69B5-4009-9573-52635EBCE633}"/>
              </a:ext>
            </a:extLst>
          </p:cNvPr>
          <p:cNvPicPr>
            <a:picLocks noChangeAspect="1"/>
          </p:cNvPicPr>
          <p:nvPr/>
        </p:nvPicPr>
        <p:blipFill>
          <a:blip ns3:embed="R3b8e602732fb4203"/>
          <a:stretch/>
        </p:blipFill>
        <p:spPr>
          <a:xfrm>
            <a:off x="16941800" y="382588"/>
            <a:ext cx="1028700" cy="733425"/>
          </a:xfrm>
          <a:prstGeom prst="rect">
            <a:avLst/>
          </a:prstGeom>
        </p:spPr>
      </p:pic>
      <p:sp>
        <p:nvSpPr>
          <p:cNvPr id="2" name="part_heading">
            <a:extLst>
              <a:ext uri="{FF2B5EF4-FFF2-40B4-BE49-F238E27FC236}">
                <ns2:creationId id="{0135E171-E9CE-4E43-A780-E653EA2E953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17BD66D3-110A-4DC9-BEEA-CC9860B2E02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35C1D37-A630-4CB7-AC63-FBA1C9B18DF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911FF3EE-07A2-4219-A776-6A95EF3D2DC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02C15F03-F69E-463F-A5CE-35E6E4421BBD}"/>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634693A2-62B3-4F10-ACEE-455001680C9D}"/>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7174BC0B-8185-4A79-9EAD-4AF80624C829}"/>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52581B83-A6FD-42C3-A05B-C74C6EAC423E}"/>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364847B7-BEAA-48BC-9867-12F5AEAD9B15}"/>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6AD0CD8D-94A8-4F88-95F3-78B328F3A44D}"/>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39312615-6A9C-4DFC-83F1-8950FEA71809}"/>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10E349DF-95C4-44BE-A0D5-B86B47DDBFF8}"/>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4F2C6E74-7DCE-4D40-B70D-3B5E8AA5323F}"/>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AF39BA9E-CAB6-48AE-8897-083A0700E1D1}"/>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29513B76-94FC-4057-BEAE-5FA330D1A097}"/>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96B74C50-7674-4BC4-84F7-12C9DFD3AA4A}"/>
              </a:ext>
            </a:extLst>
          </p:cNvPr>
          <p:cNvPicPr>
            <a:picLocks noChangeAspect="1"/>
          </p:cNvPicPr>
          <p:nvPr/>
        </p:nvPicPr>
        <p:blipFill>
          <a:blip ns3:embed="R6f9148951e124cd3"/>
          <a:stretch/>
        </p:blipFill>
        <p:spPr>
          <a:xfrm>
            <a:off x="12858750" y="6200795"/>
            <a:ext cx="3905250" cy="2933661"/>
          </a:xfrm>
          <a:prstGeom prst="rect">
            <a:avLst/>
          </a:prstGeom>
        </p:spPr>
      </p:pic>
    </p:spTree>
    <p:extLst>
      <p:ext uri="{BB962C8B-B14F-4D97-AF65-F5344CB8AC3E}">
        <ns4:creationId val="387143058"/>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1F8FB611-69CA-4207-9070-8A33C844631D}"/>
              </a:ext>
            </a:extLst>
          </p:cNvPr>
          <p:cNvPicPr>
            <a:picLocks noChangeAspect="1"/>
          </p:cNvPicPr>
          <p:nvPr/>
        </p:nvPicPr>
        <p:blipFill>
          <a:blip ns3:embed="R266965541c0b44d1"/>
          <a:stretch/>
        </p:blipFill>
        <p:spPr>
          <a:xfrm>
            <a:off x="16941800" y="382588"/>
            <a:ext cx="1028700" cy="733425"/>
          </a:xfrm>
          <a:prstGeom prst="rect">
            <a:avLst/>
          </a:prstGeom>
        </p:spPr>
      </p:pic>
      <p:sp>
        <p:nvSpPr>
          <p:cNvPr id="2" name="part_heading">
            <a:extLst>
              <a:ext uri="{FF2B5EF4-FFF2-40B4-BE49-F238E27FC236}">
                <ns2:creationId id="{6C077DF1-B738-4148-B7BA-C7D6964A5CC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9245230E-0BD8-4F1F-995A-1D74591CF0E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3BE0C31-3E4E-4A18-AFE4-04C9E721B60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5BFD8C98-D6D7-4A97-9E84-666D6298EEC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79B48DF7-4920-4C7A-BCD4-59AE0B52997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D274D892-9F5B-457B-AE11-21A31490410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5C10B9A6-1456-4760-A6B7-138EBF75EC19}"/>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9C816CC6-E88E-4BA2-A438-F533F63EAA7A}"/>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연소 엔탈피(kJ/mol)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연소열(kJ/g)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DAE54EEF-B465-4BB8-9B99-CAFFD433218D}"/>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F67FC691-B520-44AE-8C30-625B5780A99E}"/>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FE15EA72-9A1E-47E2-A5C6-A9219B3166E2}"/>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08956419-BAF7-4F67-82B9-274DC0DE27D5}"/>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ECE0F2E2-5EEE-4052-962B-CC0C2EBBF712}"/>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3C9F0DC3-EB48-4AA1-8616-AAD60B9CF58D}"/>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15FA87D2-FC3C-4C5D-8368-F891699579B4}"/>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4A02B9ED-7CE0-4783-B4D1-2942A247E2CD}"/>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ACD77D71-0275-40ED-BEB5-18AD37A703B9}"/>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905D5005-9B3D-47E2-B974-F6F536255661}"/>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07E4CA1B-6D6F-49EB-8F93-FE0E17A5DFF3}"/>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E9E0A6A3-FF7D-44EB-8510-7F75161F2151}"/>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17315380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C6D5773D-0799-4B4A-BDBD-7CB10CA4F790}"/>
              </a:ext>
            </a:extLst>
          </p:cNvPr>
          <p:cNvPicPr>
            <a:picLocks noChangeAspect="1"/>
          </p:cNvPicPr>
          <p:nvPr/>
        </p:nvPicPr>
        <p:blipFill>
          <a:blip ns3:embed="R4b0d3cdf42a447d0"/>
          <a:stretch/>
        </p:blipFill>
        <p:spPr>
          <a:xfrm>
            <a:off x="4859" y="0"/>
            <a:ext cx="18278283" cy="10287000"/>
          </a:xfrm>
          <a:prstGeom prst="rect">
            <a:avLst/>
          </a:prstGeom>
        </p:spPr>
      </p:pic>
      <p:sp>
        <p:nvSpPr>
          <p:cNvPr id="2" name="reference_green_fade">
            <a:extLst>
              <a:ext uri="{FF2B5EF4-FFF2-40B4-BE49-F238E27FC236}">
                <ns2:creationId id="{BA18647E-71EC-45B8-8717-FF0085C99AC2}"/>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B7F9D227-670F-490B-841F-54799ACFE871}"/>
              </a:ext>
            </a:extLst>
          </p:cNvPr>
          <p:cNvPicPr>
            <a:picLocks noChangeAspect="1"/>
          </p:cNvPicPr>
          <p:nvPr/>
        </p:nvPicPr>
        <p:blipFill>
          <a:blip ns3:embed="R98872291e0da4f7a"/>
          <a:stretch/>
        </p:blipFill>
        <p:spPr>
          <a:xfrm>
            <a:off x="16916400" y="332392"/>
            <a:ext cx="1079500" cy="668717"/>
          </a:xfrm>
          <a:prstGeom prst="rect">
            <a:avLst/>
          </a:prstGeom>
        </p:spPr>
      </p:pic>
      <p:sp>
        <p:nvSpPr>
          <p:cNvPr id="4" name="copyright">
            <a:extLst>
              <a:ext uri="{FF2B5EF4-FFF2-40B4-BE49-F238E27FC236}">
                <ns2:creationId id="{2D076D89-EEBD-4727-9787-53361E6A89E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B28866B8-0632-4331-AD24-256A401F5444}"/>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a:ext uri="{FF2B5EF4-FFF2-40B4-BE49-F238E27FC236}">
                <ns2:creationId id="{2B1CA546-B595-4245-8BA7-627215E35175}"/>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3DE1576F-FA19-452A-A610-8CDF58407BC2}"/>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1183794028"/>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6ECCF38C-D655-4130-BA89-834043CA59E8}"/>
              </a:ext>
            </a:extLst>
          </p:cNvPr>
          <p:cNvPicPr>
            <a:picLocks noChangeAspect="1"/>
          </p:cNvPicPr>
          <p:nvPr/>
        </p:nvPicPr>
        <p:blipFill>
          <a:blip ns3:embed="R9464e05cfb5e4248"/>
          <a:stretch/>
        </p:blipFill>
        <p:spPr>
          <a:xfrm>
            <a:off x="16941800" y="382588"/>
            <a:ext cx="1028700" cy="733425"/>
          </a:xfrm>
          <a:prstGeom prst="rect">
            <a:avLst/>
          </a:prstGeom>
        </p:spPr>
      </p:pic>
      <p:sp>
        <p:nvSpPr>
          <p:cNvPr id="2" name="part_heading">
            <a:extLst>
              <a:ext uri="{FF2B5EF4-FFF2-40B4-BE49-F238E27FC236}">
                <ns2:creationId id="{FEA62AB5-83B2-4442-8B61-6D839361D4A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BD230060-FC23-4B5E-9845-8073AF8F410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FF2398B-0B05-4979-B7B9-BE9ED7EB8FE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31AD8C8D-BBAA-4D16-85F9-1F839B00560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A2B6933D-1192-4820-A81D-36D321CFFC0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CBED2F66-527D-4EE2-856C-F5BFE645886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79C43C9-6EB4-492C-A21F-DA32D38BAC20}"/>
              </a:ext>
            </a:extLst>
          </p:cNvPr>
          <p:cNvPicPr>
            <a:picLocks noChangeAspect="1"/>
          </p:cNvPicPr>
          <p:nvPr/>
        </p:nvPicPr>
        <p:blipFill>
          <a:blip ns3:embed="R2f2154224d06454a"/>
          <a:stretch/>
        </p:blipFill>
        <p:spPr>
          <a:xfrm>
            <a:off x="2807847" y="4667250"/>
            <a:ext cx="5147556" cy="3857625"/>
          </a:xfrm>
          <a:prstGeom prst="rect">
            <a:avLst/>
          </a:prstGeom>
        </p:spPr>
      </p:pic>
      <p:sp>
        <p:nvSpPr>
          <p:cNvPr id="9" name="bond-explanation-panel">
            <a:extLst>
              <a:ext uri="{FF2B5EF4-FFF2-40B4-BE49-F238E27FC236}">
                <ns2:creationId id="{520D1958-A28D-4FAC-9FD5-D030F03E0A43}"/>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8F55EE02-EC5F-4C01-BB5A-A08DB931365D}"/>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1E897F84-8C96-4F87-9B0E-101FB0BB78C2}"/>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5D1107C9-AF56-4B9B-B3CA-55D6605D4AF8}"/>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7514F2FB-4669-45E4-A5C2-8C9E71160E58}"/>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EDA1F655-18CD-46B4-9FB1-5384FC02B17B}"/>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A1AFEF37-96BC-40C6-A2D5-583E34899CE3}"/>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7A2615E0-A968-497D-AA8F-8C54F91BD421}"/>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B6BBDD2D-1B9E-4112-A382-2351A1A6746E}"/>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847254942"/>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3A02AADB-206B-4AF6-B6E2-D281807E5C3B}"/>
              </a:ext>
            </a:extLst>
          </p:cNvPr>
          <p:cNvPicPr>
            <a:picLocks noChangeAspect="1"/>
          </p:cNvPicPr>
          <p:nvPr/>
        </p:nvPicPr>
        <p:blipFill>
          <a:blip ns3:embed="R3064b9b3b76b48f3"/>
          <a:stretch/>
        </p:blipFill>
        <p:spPr>
          <a:xfrm>
            <a:off x="16941800" y="382588"/>
            <a:ext cx="1028700" cy="733425"/>
          </a:xfrm>
          <a:prstGeom prst="rect">
            <a:avLst/>
          </a:prstGeom>
        </p:spPr>
      </p:pic>
      <p:sp>
        <p:nvSpPr>
          <p:cNvPr id="2" name="part_heading">
            <a:extLst>
              <a:ext uri="{FF2B5EF4-FFF2-40B4-BE49-F238E27FC236}">
                <ns2:creationId id="{241F9DF1-3A21-4A78-9347-B1589FB97DF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60710497-F2E5-4951-9313-05170BA90DC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B703D15-29AD-4CB6-B421-9571237EAF4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1FEFB8B0-08E3-48F3-9620-ED329F16CCC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E9757CC2-1F8B-4C7D-9272-D53F3AAA355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C04971E7-0235-4BCC-8583-2D0083F204B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20367D7-4ADD-46E2-8C43-A5C3F796F743}"/>
              </a:ext>
            </a:extLst>
          </p:cNvPr>
          <p:cNvPicPr>
            <a:picLocks noChangeAspect="1"/>
          </p:cNvPicPr>
          <p:nvPr/>
        </p:nvPicPr>
        <p:blipFill>
          <a:blip ns3:embed="R98c0a1e7e0de4bbf"/>
          <a:stretch/>
        </p:blipFill>
        <p:spPr>
          <a:xfrm>
            <a:off x="2804805" y="4667250"/>
            <a:ext cx="5153641" cy="3857625"/>
          </a:xfrm>
          <a:prstGeom prst="rect">
            <a:avLst/>
          </a:prstGeom>
        </p:spPr>
      </p:pic>
      <p:sp>
        <p:nvSpPr>
          <p:cNvPr id="9" name="bond-explanation-panel">
            <a:extLst>
              <a:ext uri="{FF2B5EF4-FFF2-40B4-BE49-F238E27FC236}">
                <ns2:creationId id="{85A49D45-9ED7-40B5-BB8B-F6FDCB604A4A}"/>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603420D0-5112-414B-9511-414AAF7073A7}"/>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F478D0B9-2904-406E-B6C3-B985EC537FA6}"/>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9ECF8358-16F2-4080-A522-6D8C78C2327A}"/>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EF1AE737-87D9-4B97-90C3-FFABB073E8B5}"/>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364756DF-AF27-4359-8856-F6DE0D41988B}"/>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FD9D4FD1-0DA4-4049-AD23-27E6791DC63B}"/>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9563847E-B8A4-4F4D-9E6C-70EE18845EA0}"/>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50562D52-F022-45C3-A8D7-2AC1BB19F79D}"/>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252991822"/>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39A11BD8-0110-4939-98B9-B7A071B1439E}"/>
              </a:ext>
            </a:extLst>
          </p:cNvPr>
          <p:cNvPicPr>
            <a:picLocks noChangeAspect="1"/>
          </p:cNvPicPr>
          <p:nvPr/>
        </p:nvPicPr>
        <p:blipFill>
          <a:blip ns3:embed="R828759d9f14b4065"/>
          <a:stretch/>
        </p:blipFill>
        <p:spPr>
          <a:xfrm>
            <a:off x="16941800" y="382588"/>
            <a:ext cx="1028700" cy="733425"/>
          </a:xfrm>
          <a:prstGeom prst="rect">
            <a:avLst/>
          </a:prstGeom>
        </p:spPr>
      </p:pic>
      <p:sp>
        <p:nvSpPr>
          <p:cNvPr id="2" name="part_heading">
            <a:extLst>
              <a:ext uri="{FF2B5EF4-FFF2-40B4-BE49-F238E27FC236}">
                <ns2:creationId id="{A4F5677A-34F9-4E0D-8726-BC9FA893FDE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7B68C2ED-9B38-4118-820B-AB60FE13DC2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940B47E-43E9-4E3C-A5C4-F8C23DCDB01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8167A799-A8CF-497A-B2BA-BE3B18F1775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71E95B0F-AF33-4D9D-A88C-083D7C14417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2A2986C9-3B9D-4D09-ABFD-76A5ED0BCE9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4386630-9642-4F36-8494-0DA3CCEA9561}"/>
              </a:ext>
            </a:extLst>
          </p:cNvPr>
          <p:cNvPicPr>
            <a:picLocks noChangeAspect="1"/>
          </p:cNvPicPr>
          <p:nvPr/>
        </p:nvPicPr>
        <p:blipFill>
          <a:blip ns3:embed="R0e0d4c1261434564"/>
          <a:stretch/>
        </p:blipFill>
        <p:spPr>
          <a:xfrm>
            <a:off x="1578835" y="4476750"/>
            <a:ext cx="9986830" cy="5334000"/>
          </a:xfrm>
          <a:prstGeom prst="rect">
            <a:avLst/>
          </a:prstGeom>
        </p:spPr>
      </p:pic>
      <p:sp>
        <p:nvSpPr>
          <p:cNvPr id="9" name="reading-card-1">
            <a:extLst>
              <a:ext uri="{FF2B5EF4-FFF2-40B4-BE49-F238E27FC236}">
                <ns2:creationId id="{426EB650-E460-4F5C-966F-7A096BCB12A4}"/>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06ECF203-74F1-4782-9436-046471F5B400}"/>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44ABDC4F-F84E-42FD-9DA2-7521839E36C0}"/>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43CB3890-3987-455A-9AF5-2D510D32B445}"/>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2D580567-DB64-4C28-B84E-399D3E162CDA}"/>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8D41BD76-2104-442B-B46A-F8B8FDA3D59A}"/>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06B697B2-070A-43AE-AF7B-2FA852290F6F}"/>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B9B182F1-D3C2-4642-8934-BA90296F4B6C}"/>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8F60CE61-F54C-475B-9833-B479D6828F94}"/>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6F528694-3AEA-468C-B24D-7872757B1109}"/>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70D5BE38-9444-4724-A253-758055290CB1}"/>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0AA70154-27AC-4AFD-AFAC-5A52FB17647A}"/>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C0C708D5-B6AC-4F68-BBAA-809A82492AF2}"/>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15AC599F-951C-4066-BABA-76419114F57A}"/>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DF580DC5-0AB6-48C1-B668-C86E83266C7F}"/>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1707759880"/>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DB095604-2595-4D79-9743-461014BF434E}"/>
              </a:ext>
            </a:extLst>
          </p:cNvPr>
          <p:cNvPicPr>
            <a:picLocks noChangeAspect="1"/>
          </p:cNvPicPr>
          <p:nvPr/>
        </p:nvPicPr>
        <p:blipFill>
          <a:blip ns3:embed="R19adf4c950ca42c6"/>
          <a:stretch/>
        </p:blipFill>
        <p:spPr>
          <a:xfrm>
            <a:off x="16941800" y="382588"/>
            <a:ext cx="1028700" cy="733425"/>
          </a:xfrm>
          <a:prstGeom prst="rect">
            <a:avLst/>
          </a:prstGeom>
        </p:spPr>
      </p:pic>
      <p:sp>
        <p:nvSpPr>
          <p:cNvPr id="2" name="part_heading">
            <a:extLst>
              <a:ext uri="{FF2B5EF4-FFF2-40B4-BE49-F238E27FC236}">
                <ns2:creationId id="{B8C606F6-6D4D-43B6-8A05-BF8E86A2E0F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6C0C1669-A59B-486D-A1FC-04913213A6C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08A37E0-E077-4D17-B3E2-7BE154336C1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759FE917-87DA-4015-9E81-8F971E58AC3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EC014D6B-5DA1-4DD2-996F-6392ECEDC79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5171C1C1-F204-4E5C-96FF-8D82367C28D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85BF7D2-172C-4203-A4AF-71CC737F284F}"/>
              </a:ext>
            </a:extLst>
          </p:cNvPr>
          <p:cNvPicPr>
            <a:picLocks noChangeAspect="1"/>
          </p:cNvPicPr>
          <p:nvPr/>
        </p:nvPicPr>
        <p:blipFill>
          <a:blip ns3:embed="R88fac7b429de4af0"/>
          <a:stretch/>
        </p:blipFill>
        <p:spPr>
          <a:xfrm>
            <a:off x="5869781" y="4191000"/>
            <a:ext cx="6548438" cy="714375"/>
          </a:xfrm>
          <a:prstGeom prst="rect">
            <a:avLst/>
          </a:prstGeom>
        </p:spPr>
      </p:pic>
      <p:pic>
        <p:nvPicPr>
          <p:cNvPr id="9" name="">
            <a:extLst>
              <a:ext uri="{FF2B5EF4-FFF2-40B4-BE49-F238E27FC236}">
                <ns2:creationId id="{34C55A10-9051-4694-8C16-61405149A1D7}"/>
              </a:ext>
            </a:extLst>
          </p:cNvPr>
          <p:cNvPicPr>
            <a:picLocks noChangeAspect="1"/>
          </p:cNvPicPr>
          <p:nvPr/>
        </p:nvPicPr>
        <p:blipFill>
          <a:blip ns3:embed="Re834fdea87154cc1"/>
          <a:stretch/>
        </p:blipFill>
        <p:spPr>
          <a:xfrm>
            <a:off x="3437359" y="5143500"/>
            <a:ext cx="11413282" cy="3190875"/>
          </a:xfrm>
          <a:prstGeom prst="rect">
            <a:avLst/>
          </a:prstGeom>
        </p:spPr>
      </p:pic>
      <p:sp>
        <p:nvSpPr>
          <p:cNvPr id="10" name="conclusion-box">
            <a:extLst>
              <a:ext uri="{FF2B5EF4-FFF2-40B4-BE49-F238E27FC236}">
                <ns2:creationId id="{0EB93B89-E087-4D9D-902A-540852C15EBC}"/>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B1FA89E1-D3E7-4F74-91D4-E4D0D1AF838F}"/>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94646796"/>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3AE6536E-951F-4FF6-A1CD-8648A7AAD5C1}"/>
              </a:ext>
            </a:extLst>
          </p:cNvPr>
          <p:cNvPicPr>
            <a:picLocks noChangeAspect="1"/>
          </p:cNvPicPr>
          <p:nvPr/>
        </p:nvPicPr>
        <p:blipFill>
          <a:blip ns3:embed="R67d184690a1547db"/>
          <a:stretch/>
        </p:blipFill>
        <p:spPr>
          <a:xfrm>
            <a:off x="16941800" y="382588"/>
            <a:ext cx="1028700" cy="733425"/>
          </a:xfrm>
          <a:prstGeom prst="rect">
            <a:avLst/>
          </a:prstGeom>
        </p:spPr>
      </p:pic>
      <p:sp>
        <p:nvSpPr>
          <p:cNvPr id="2" name="part_heading">
            <a:extLst>
              <a:ext uri="{FF2B5EF4-FFF2-40B4-BE49-F238E27FC236}">
                <ns2:creationId id="{B7F7BC17-0C4A-43F5-A864-56A8164D15B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601D95CB-A81B-416F-86C4-69E54BADAA8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3720D7C-49A4-46E0-9D51-E5AF6E1EA5A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54465416-D339-4E6E-A8FE-9A7286D3890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4317C9E1-9BAE-44F9-8D62-3FC28DEE179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DD7DC14E-A928-4417-8E8B-59BE4E0EC20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26427C67-6776-49D6-BDC4-4C485F628F30}"/>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34B9255E-90E9-45BD-A406-89C705A3F6BC}"/>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6FA49542-7D41-48A7-85C6-E5A4912BEF4B}"/>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F5EE6E0D-A325-4144-A69A-BEB46DF55612}"/>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9DB0DE3B-BD3B-4E04-B869-9A6D8215AA1D}"/>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BF4971CB-5AD9-43EE-AB6C-1EE6208DBD18}"/>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C7525A80-8ACD-4B80-9246-4DA11517A53C}"/>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74D005FE-A6A4-4B74-BF52-83759525FF65}"/>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505E608D-4978-465C-A8DC-E680D42D08B1}"/>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AD495C69-5242-4376-82B5-8495F86BF7B7}"/>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063EEEC1-E3FB-4A07-823F-024353E5947E}"/>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653946007"/>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757B5512-AD61-41E1-82ED-3C4ABC27D70B}"/>
              </a:ext>
            </a:extLst>
          </p:cNvPr>
          <p:cNvPicPr>
            <a:picLocks noChangeAspect="1"/>
          </p:cNvPicPr>
          <p:nvPr/>
        </p:nvPicPr>
        <p:blipFill>
          <a:blip ns3:embed="Rfa266f14080a4813"/>
          <a:stretch/>
        </p:blipFill>
        <p:spPr>
          <a:xfrm>
            <a:off x="16941800" y="382588"/>
            <a:ext cx="1028700" cy="733425"/>
          </a:xfrm>
          <a:prstGeom prst="rect">
            <a:avLst/>
          </a:prstGeom>
        </p:spPr>
      </p:pic>
      <p:sp>
        <p:nvSpPr>
          <p:cNvPr id="2" name="part_heading">
            <a:extLst>
              <a:ext uri="{FF2B5EF4-FFF2-40B4-BE49-F238E27FC236}">
                <ns2:creationId id="{7E1C87AA-DE65-4FC9-A01B-D604ED92753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3BC0D846-6890-4C2B-9109-3F925534651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B4B8811-B7FA-42F8-88F9-273E2EF3E66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909206FB-F65C-4C7D-B3D3-02C32BE3259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D13BF7A6-BE60-429E-9DC6-D8F4219305E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5A47C074-2ABD-4D88-9A3D-07DADD841B2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0AB9ABC-9734-4983-BAAC-448E61D08BD2}"/>
              </a:ext>
            </a:extLst>
          </p:cNvPr>
          <p:cNvPicPr>
            <a:picLocks noChangeAspect="1"/>
          </p:cNvPicPr>
          <p:nvPr/>
        </p:nvPicPr>
        <p:blipFill>
          <a:blip ns3:embed="R3ab8f7690a1c4f83"/>
          <a:stretch/>
        </p:blipFill>
        <p:spPr>
          <a:xfrm>
            <a:off x="2136321" y="4676775"/>
            <a:ext cx="14015357" cy="714375"/>
          </a:xfrm>
          <a:prstGeom prst="rect">
            <a:avLst/>
          </a:prstGeom>
        </p:spPr>
      </p:pic>
      <p:sp>
        <p:nvSpPr>
          <p:cNvPr id="9" name="step-strip-0">
            <a:extLst>
              <a:ext uri="{FF2B5EF4-FFF2-40B4-BE49-F238E27FC236}">
                <ns2:creationId id="{AC56A31C-7AA0-40A4-B472-1262D1D121BA}"/>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A20A78DB-EF9D-49CB-AA5B-7B263B26DDDA}"/>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E5439091-674F-46BF-AA33-242EA875402A}"/>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B52461AB-E0D1-465F-A2FF-92112E380E9F}"/>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7B892C2D-BC22-4E58-B616-D9B3F1F69ECE}"/>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EB3F1585-0225-4152-88D9-DC51D658749F}"/>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D726227E-6FE5-403C-982F-3B4B1CDAE641}"/>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167CDAEC-5F9D-452B-8CB4-798F9ECB0AF4}"/>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90B929C3-28FD-4647-A850-01C8365A6D76}"/>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FF256755-62F2-4542-B8C7-F7D8CB225FE0}"/>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369FC34D-8034-41FB-8F1D-DD888121FFEE}"/>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C18C4821-6F3B-4C3F-92BA-A09710306342}"/>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C6BAB449-DAF8-4D91-B4E4-AAF1FD414F45}"/>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95AA1299-33C7-4C8F-ACBD-7A13B2B9C2A2}"/>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0B7B01AA-E112-464B-94A1-BA7844061BBE}"/>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121784072"/>
      </p:ext>
    </p:extLst>
  </p:cSld>
</p:sld>
</file>

<file path=ppt/slides/slide3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B4CE389D-8BC6-4832-B3A9-0CC9E033B5D0}"/>
              </a:ext>
            </a:extLst>
          </p:cNvPr>
          <p:cNvPicPr>
            <a:picLocks noChangeAspect="1"/>
          </p:cNvPicPr>
          <p:nvPr/>
        </p:nvPicPr>
        <p:blipFill>
          <a:blip ns3:embed="R95c522351e0d40b0"/>
          <a:stretch/>
        </p:blipFill>
        <p:spPr>
          <a:xfrm>
            <a:off x="16941800" y="382588"/>
            <a:ext cx="1028700" cy="733425"/>
          </a:xfrm>
          <a:prstGeom prst="rect">
            <a:avLst/>
          </a:prstGeom>
        </p:spPr>
      </p:pic>
      <p:sp>
        <p:nvSpPr>
          <p:cNvPr id="2" name="part_heading">
            <a:extLst>
              <a:ext uri="{FF2B5EF4-FFF2-40B4-BE49-F238E27FC236}">
                <ns2:creationId id="{AD298B91-486F-4CE4-A6C7-CFDB8B0A356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278C58B6-42DC-4F0C-BF9A-261F5D983AA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BD6DC30-B3A6-4B95-B4C0-B44DC189FC5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43A63DC4-4531-4905-956E-C0D2619F1CD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4EA1B31E-D170-47FA-859C-C62879548FE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DD93169F-4238-4AED-A1CB-CC00042D1D4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574FABF1-6C64-49A9-8B72-B477A7A37054}"/>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9E60926F-09E7-4B11-A498-FF26305EE938}"/>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AE5A9E0B-8573-4AD0-AE52-081F7777AA88}"/>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8D755B6D-27A6-43EC-A104-088A031F14BB}"/>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575E7475-428B-47D7-ACF5-80D91FD17647}"/>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FB1D250F-73E3-4C45-9E2D-A92F717C40E6}"/>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24968621-C581-4F92-880C-F8E38091DC7D}"/>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8A8C2FB8-8C02-4DA8-87DC-F303DBC48194}"/>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56B4EA45-2B22-4C8B-94B4-754BF1295290}"/>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41135422-F6F0-493B-BB49-DCE5EE684658}"/>
              </a:ext>
            </a:extLst>
          </p:cNvPr>
          <p:cNvPicPr>
            <a:picLocks noChangeAspect="1"/>
          </p:cNvPicPr>
          <p:nvPr/>
        </p:nvPicPr>
        <p:blipFill>
          <a:blip ns3:embed="R59bcb76235b54104"/>
          <a:stretch/>
        </p:blipFill>
        <p:spPr>
          <a:xfrm>
            <a:off x="1895084" y="8096250"/>
            <a:ext cx="14497833" cy="723900"/>
          </a:xfrm>
          <a:prstGeom prst="rect">
            <a:avLst/>
          </a:prstGeom>
        </p:spPr>
      </p:pic>
    </p:spTree>
    <p:extLst>
      <p:ext uri="{BB962C8B-B14F-4D97-AF65-F5344CB8AC3E}">
        <ns4:creationId val="2127515515"/>
      </p:ext>
    </p:extLst>
  </p:cSld>
</p:sld>
</file>

<file path=ppt/slides/slide3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D503DDE7-D56D-47C7-9AE4-1D80C9FA74A3}"/>
              </a:ext>
            </a:extLst>
          </p:cNvPr>
          <p:cNvPicPr>
            <a:picLocks noChangeAspect="1"/>
          </p:cNvPicPr>
          <p:nvPr/>
        </p:nvPicPr>
        <p:blipFill>
          <a:blip ns3:embed="R3098a7fbd1b14024"/>
          <a:stretch/>
        </p:blipFill>
        <p:spPr>
          <a:xfrm>
            <a:off x="16941800" y="382588"/>
            <a:ext cx="1028700" cy="733425"/>
          </a:xfrm>
          <a:prstGeom prst="rect">
            <a:avLst/>
          </a:prstGeom>
        </p:spPr>
      </p:pic>
      <p:sp>
        <p:nvSpPr>
          <p:cNvPr id="2" name="part_heading">
            <a:extLst>
              <a:ext uri="{FF2B5EF4-FFF2-40B4-BE49-F238E27FC236}">
                <ns2:creationId id="{58B1480B-15E9-4B1D-98D1-F454A0096FB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D0A34746-BC2C-4497-92E5-73045B6D38A9}"/>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FFEA6411-4790-43A2-9E9C-24E09C929D8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반응을 비교한다</a:t>
            </a:r>
          </a:p>
        </p:txBody>
      </p:sp>
      <p:sp>
        <p:nvSpPr>
          <p:cNvPr id="5" name="explanation">
            <a:extLst>
              <a:ext uri="{FF2B5EF4-FFF2-40B4-BE49-F238E27FC236}">
                <ns2:creationId id="{66CC297E-4F08-4565-91FE-92209D4B4BB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열의 이동 방향과 반응계의 엔탈피 변화를 함께 확인한다</a:t>
            </a:r>
          </a:p>
        </p:txBody>
      </p:sp>
      <p:sp>
        <p:nvSpPr>
          <p:cNvPr id="6" name="copyright">
            <a:extLst>
              <a:ext uri="{FF2B5EF4-FFF2-40B4-BE49-F238E27FC236}">
                <ns2:creationId id="{72C161CE-36E6-49BB-ADF0-16F6FDE00F7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3668182F-A132-43CA-8A41-647CB01CB389}"/>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8" name="">
            <a:extLst>
              <a:ext uri="{FF2B5EF4-FFF2-40B4-BE49-F238E27FC236}">
                <ns2:creationId id="{2797F448-CD04-4BB6-B533-77058A2BEDB1}"/>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반응계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반응계</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반응계의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엔탈피의 크기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7A4A029D-D68E-4E77-A0AC-840C78BA9BE9}"/>
              </a:ext>
            </a:extLst>
          </p:cNvPr>
          <p:cNvSpPr>
            <a:spLocks noGrp="1"/>
          </p:cNvSpPr>
          <p:nvPr/>
        </p:nvSpPr>
        <p:spPr>
          <a:xfrm>
            <a:off x="1905000" y="5286375"/>
            <a:ext cx="14478000" cy="14288"/>
          </a:xfrm>
          <a:prstGeom prst="rect">
            <a:avLst/>
          </a:prstGeom>
          <a:solidFill>
            <a:srgbClr val="777777"/>
          </a:solidFill>
          <a:ln w="0">
            <a:noFill/>
          </a:ln>
        </p:spPr>
      </p:sp>
      <p:sp>
        <p:nvSpPr>
          <p:cNvPr id="10" name="table-row-rule-2">
            <a:extLst>
              <a:ext uri="{FF2B5EF4-FFF2-40B4-BE49-F238E27FC236}">
                <ns2:creationId id="{25C36C90-01DB-4B19-A8EF-6615D8EBFF87}"/>
              </a:ext>
            </a:extLst>
          </p:cNvPr>
          <p:cNvSpPr>
            <a:spLocks noGrp="1"/>
          </p:cNvSpPr>
          <p:nvPr/>
        </p:nvSpPr>
        <p:spPr>
          <a:xfrm>
            <a:off x="1905000" y="6048375"/>
            <a:ext cx="14478000" cy="14288"/>
          </a:xfrm>
          <a:prstGeom prst="rect">
            <a:avLst/>
          </a:prstGeom>
          <a:solidFill>
            <a:srgbClr val="777777"/>
          </a:solidFill>
          <a:ln w="0">
            <a:noFill/>
          </a:ln>
        </p:spPr>
      </p:sp>
      <p:sp>
        <p:nvSpPr>
          <p:cNvPr id="11" name="table-row-rule-3">
            <a:extLst>
              <a:ext uri="{FF2B5EF4-FFF2-40B4-BE49-F238E27FC236}">
                <ns2:creationId id="{E69CF04E-4128-4BE8-92C7-3CDB1C067480}"/>
              </a:ext>
            </a:extLst>
          </p:cNvPr>
          <p:cNvSpPr>
            <a:spLocks noGrp="1"/>
          </p:cNvSpPr>
          <p:nvPr/>
        </p:nvSpPr>
        <p:spPr>
          <a:xfrm>
            <a:off x="1905000" y="6810375"/>
            <a:ext cx="14478000" cy="14288"/>
          </a:xfrm>
          <a:prstGeom prst="rect">
            <a:avLst/>
          </a:prstGeom>
          <a:solidFill>
            <a:srgbClr val="777777"/>
          </a:solidFill>
          <a:ln w="0">
            <a:noFill/>
          </a:ln>
        </p:spPr>
      </p:sp>
      <p:sp>
        <p:nvSpPr>
          <p:cNvPr id="12" name="table-row-rule-4">
            <a:extLst>
              <a:ext uri="{FF2B5EF4-FFF2-40B4-BE49-F238E27FC236}">
                <ns2:creationId id="{1AD1ADFE-09C1-4205-A279-4EB4AD7EC98C}"/>
              </a:ext>
            </a:extLst>
          </p:cNvPr>
          <p:cNvSpPr>
            <a:spLocks noGrp="1"/>
          </p:cNvSpPr>
          <p:nvPr/>
        </p:nvSpPr>
        <p:spPr>
          <a:xfrm>
            <a:off x="1905000" y="7572375"/>
            <a:ext cx="14478000" cy="14288"/>
          </a:xfrm>
          <a:prstGeom prst="rect">
            <a:avLst/>
          </a:prstGeom>
          <a:solidFill>
            <a:srgbClr val="777777"/>
          </a:solidFill>
          <a:ln w="0">
            <a:noFill/>
          </a:ln>
        </p:spPr>
      </p:sp>
      <p:sp>
        <p:nvSpPr>
          <p:cNvPr id="13" name="table-rounded-corner-0">
            <a:extLst>
              <a:ext uri="{FF2B5EF4-FFF2-40B4-BE49-F238E27FC236}">
                <ns2:creationId id="{623651E6-F02C-4E72-BE0B-4F80F38DBD82}"/>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949DD56F-072B-4C94-8DA3-B3B58C58CA00}"/>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F559A0B9-AE35-4926-9EE7-6E095DCC9852}"/>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90637A00-DD18-4BB9-B5E8-20F47D7D1491}"/>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recap-other-relations">
            <a:extLst>
              <a:ext uri="{FF2B5EF4-FFF2-40B4-BE49-F238E27FC236}">
                <ns2:creationId id="{04B6140E-E792-4A39-BD33-488D8230C1F2}"/>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8" name="summary-bond-bar">
            <a:extLst>
              <a:ext uri="{FF2B5EF4-FFF2-40B4-BE49-F238E27FC236}">
                <ns2:creationId id="{BD482FA2-ED92-4B92-A071-CDC3E225299B}"/>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9" name="summary-bond-equation">
            <a:extLst>
              <a:ext uri="{FF2B5EF4-FFF2-40B4-BE49-F238E27FC236}">
                <ns2:creationId id="{75536D7F-C10A-4798-9CC0-6DBFF19FF69F}"/>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1696570745"/>
      </p:ext>
    </p:extLst>
  </p:cSld>
</p:sld>
</file>

<file path=ppt/slides/slide3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66CD49C7-15A0-4124-B0CD-96899B85060F}"/>
              </a:ext>
            </a:extLst>
          </p:cNvPr>
          <p:cNvPicPr>
            <a:picLocks noChangeAspect="1"/>
          </p:cNvPicPr>
          <p:nvPr/>
        </p:nvPicPr>
        <p:blipFill>
          <a:blip ns3:embed="R12765f505cc44f8e"/>
          <a:stretch/>
        </p:blipFill>
        <p:spPr>
          <a:xfrm>
            <a:off x="16941800" y="382588"/>
            <a:ext cx="1028700" cy="733425"/>
          </a:xfrm>
          <a:prstGeom prst="rect">
            <a:avLst/>
          </a:prstGeom>
        </p:spPr>
      </p:pic>
      <p:sp>
        <p:nvSpPr>
          <p:cNvPr id="2" name="part_heading">
            <a:extLst>
              <a:ext uri="{FF2B5EF4-FFF2-40B4-BE49-F238E27FC236}">
                <ns2:creationId id="{4E451975-08E3-473A-A214-55F43335E3A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D67608CF-B1FE-4F7A-B5BD-C70CB84F6DBC}"/>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B3E67825-8186-4797-A4FF-812EF06059E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0C931F76-34E1-457A-AA4A-F3DDE985334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014AAEEB-6F57-4C13-BCC4-0D36F2BF376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6573293D-CF67-4621-B820-272077D66765}"/>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F414B89A-FD9C-4A60-BC7A-2AA6A4F648A2}"/>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FC00664C-2A70-44D7-B386-438B28529BDD}"/>
              </a:ext>
            </a:extLst>
          </p:cNvPr>
          <p:cNvPicPr>
            <a:picLocks noChangeAspect="1"/>
          </p:cNvPicPr>
          <p:nvPr/>
        </p:nvPicPr>
        <p:blipFill>
          <a:blip ns3:embed="R52c2c52818de4f5c"/>
          <a:stretch/>
        </p:blipFill>
        <p:spPr>
          <a:xfrm>
            <a:off x="1809750" y="6081617"/>
            <a:ext cx="4095750" cy="3076766"/>
          </a:xfrm>
          <a:prstGeom prst="rect">
            <a:avLst/>
          </a:prstGeom>
        </p:spPr>
      </p:pic>
      <p:sp>
        <p:nvSpPr>
          <p:cNvPr id="10" name="recap-card-1">
            <a:extLst>
              <a:ext uri="{FF2B5EF4-FFF2-40B4-BE49-F238E27FC236}">
                <ns2:creationId id="{2D281B5B-96CE-4EA7-B7BB-2372570DD452}"/>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EC5DD6B2-D137-4369-98FA-466A1069D355}"/>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F2847A35-5A14-40B5-AD88-F6E77309B0A6}"/>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B4AA0649-7072-4EA8-BAA4-9AD7A87B97D1}"/>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6D5A09D7-C529-4508-B56A-9EB25E520059}"/>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0768E701-B9AF-4DAD-84CA-A8629ECAABF1}"/>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284851B0-231E-4D82-AAF5-24CBCD0CC2D2}"/>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C94B9C86-0659-4D23-9F11-D4789066D1DC}"/>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5D8F68CC-94DA-438F-9830-7B914211CD88}"/>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C7A54152-14D5-4D39-8F89-95DD89A98DA1}"/>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C2126B4B-D39F-46EA-9A50-3713B38A35E5}"/>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78CFC0D9-7443-4B47-BFCE-11078BD49FEF}"/>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AA5462B2-C552-4CD2-9E50-19B1EF718D43}"/>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BC9886CF-06F0-4931-93ED-EE40016E3378}"/>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147508264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2026-10-20T00:00:57.0430000Z</dcterms:created>
  <dcterms:modified xsi:type="dcterms:W3CDTF">2026-10-20T00:00:57.0430000Z</dcterms:modified>
</coreProperties>
</file>