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9f5160b7944943" /><Relationship Type="http://schemas.openxmlformats.org/officeDocument/2006/relationships/extended-properties" Target="/docProps/app.xml" Id="Rfbd6b81441a64060" /><Relationship Type="http://schemas.openxmlformats.org/officeDocument/2006/relationships/officeDocument" Target="/ppt/presentation.xml" Id="Rd6a7c43a969647d3" /></Relationships>
</file>

<file path=ppt/presentation.xml><?xml version="1.0" encoding="utf-8"?>
<p:presentation xmlns:p="http://schemas.openxmlformats.org/presentationml/2006/main">
  <p:sldMasterIdLst>
    <p:sldMasterId xmlns:r="http://schemas.openxmlformats.org/officeDocument/2006/relationships" id="2147483648" r:id="R17edc8329ea44ea9"/>
  </p:sldMasterIdLst>
  <p:notesMasterIdLst>
    <p:notesMasterId xmlns:r="http://schemas.openxmlformats.org/officeDocument/2006/relationships" r:id="R7a712646e5514e58"/>
  </p:notesMasterIdLst>
  <p:sldIdLst>
    <p:sldId xmlns:r="http://schemas.openxmlformats.org/officeDocument/2006/relationships" id="256" r:id="Rd09295f3d7f24d07"/>
    <p:sldId xmlns:r="http://schemas.openxmlformats.org/officeDocument/2006/relationships" id="257" r:id="Re6ed9c36aef04e65"/>
    <p:sldId xmlns:r="http://schemas.openxmlformats.org/officeDocument/2006/relationships" id="258" r:id="R6ccc9ad9bd324458"/>
    <p:sldId xmlns:r="http://schemas.openxmlformats.org/officeDocument/2006/relationships" id="259" r:id="R93b9edf61f3246b2"/>
    <p:sldId xmlns:r="http://schemas.openxmlformats.org/officeDocument/2006/relationships" id="260" r:id="Rc92711c2e71841b0"/>
    <p:sldId xmlns:r="http://schemas.openxmlformats.org/officeDocument/2006/relationships" id="261" r:id="R3e4c109b32394d3e"/>
    <p:sldId xmlns:r="http://schemas.openxmlformats.org/officeDocument/2006/relationships" id="262" r:id="R7507e697bfd84bb5"/>
    <p:sldId xmlns:r="http://schemas.openxmlformats.org/officeDocument/2006/relationships" id="263" r:id="R1781690da15149e4"/>
    <p:sldId xmlns:r="http://schemas.openxmlformats.org/officeDocument/2006/relationships" id="264" r:id="R735662fa15264966"/>
    <p:sldId xmlns:r="http://schemas.openxmlformats.org/officeDocument/2006/relationships" id="265" r:id="R02e37d4a64314da6"/>
    <p:sldId xmlns:r="http://schemas.openxmlformats.org/officeDocument/2006/relationships" id="266" r:id="Rb9e2e8921b7e430a"/>
    <p:sldId xmlns:r="http://schemas.openxmlformats.org/officeDocument/2006/relationships" id="267" r:id="R0cb70a16c59043ab"/>
    <p:sldId xmlns:r="http://schemas.openxmlformats.org/officeDocument/2006/relationships" id="268" r:id="Ra5ce505ff3d4450f"/>
    <p:sldId xmlns:r="http://schemas.openxmlformats.org/officeDocument/2006/relationships" id="269" r:id="R7417d43991dd499b"/>
    <p:sldId xmlns:r="http://schemas.openxmlformats.org/officeDocument/2006/relationships" id="270" r:id="R35c64ccf72f246ae"/>
    <p:sldId xmlns:r="http://schemas.openxmlformats.org/officeDocument/2006/relationships" id="271" r:id="R5545d9e751384fd6"/>
    <p:sldId xmlns:r="http://schemas.openxmlformats.org/officeDocument/2006/relationships" id="272" r:id="Racd8c1de855241e2"/>
    <p:sldId xmlns:r="http://schemas.openxmlformats.org/officeDocument/2006/relationships" id="273" r:id="Rf7d42e8bdbf14d50"/>
    <p:sldId xmlns:r="http://schemas.openxmlformats.org/officeDocument/2006/relationships" id="274" r:id="Ra4d4afa995c64c30"/>
    <p:sldId xmlns:r="http://schemas.openxmlformats.org/officeDocument/2006/relationships" id="275" r:id="R710d28cbd4414807"/>
    <p:sldId xmlns:r="http://schemas.openxmlformats.org/officeDocument/2006/relationships" id="276" r:id="R298f4c106e6e4aa1"/>
    <p:sldId xmlns:r="http://schemas.openxmlformats.org/officeDocument/2006/relationships" id="277" r:id="R792ee19c20cf4d20"/>
    <p:sldId xmlns:r="http://schemas.openxmlformats.org/officeDocument/2006/relationships" id="278" r:id="R3b55a6f707394b2e"/>
    <p:sldId xmlns:r="http://schemas.openxmlformats.org/officeDocument/2006/relationships" id="279" r:id="R73f4d74b7f724388"/>
    <p:sldId xmlns:r="http://schemas.openxmlformats.org/officeDocument/2006/relationships" id="280" r:id="Rab2e056c375f42a8"/>
    <p:sldId xmlns:r="http://schemas.openxmlformats.org/officeDocument/2006/relationships" id="281" r:id="Rd1a4026eddfa4899"/>
    <p:sldId xmlns:r="http://schemas.openxmlformats.org/officeDocument/2006/relationships" id="282" r:id="R91e8157ba9aa470a"/>
    <p:sldId xmlns:r="http://schemas.openxmlformats.org/officeDocument/2006/relationships" id="283" r:id="R4ff81b28b47a423f"/>
    <p:sldId xmlns:r="http://schemas.openxmlformats.org/officeDocument/2006/relationships" id="284" r:id="Rbae0cd895ac546f2"/>
    <p:sldId xmlns:r="http://schemas.openxmlformats.org/officeDocument/2006/relationships" id="285" r:id="R86d69e3aced5410c"/>
    <p:sldId xmlns:r="http://schemas.openxmlformats.org/officeDocument/2006/relationships" id="286" r:id="R2e9dd0a0c1284f9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14127761b949de" /><Relationship Type="http://schemas.openxmlformats.org/officeDocument/2006/relationships/slideMaster" Target="/ppt/slideMasters/slideMaster1.xml" Id="R17edc8329ea44ea9" /><Relationship Type="http://schemas.openxmlformats.org/officeDocument/2006/relationships/notesMaster" Target="/ppt/notesMasters/notesMaster1.xml" Id="R7a712646e5514e58" /><Relationship Type="http://schemas.openxmlformats.org/officeDocument/2006/relationships/presProps" Target="/ppt/presProps.xml" Id="Rcff7d12277d14593" /><Relationship Type="http://schemas.openxmlformats.org/officeDocument/2006/relationships/tableStyles" Target="/ppt/tableStyles.xml" Id="Ra81ad78328e84cc5" /><Relationship Type="http://schemas.openxmlformats.org/officeDocument/2006/relationships/slide" Target="/ppt/slides/slide1.xml" Id="Rd09295f3d7f24d07" /><Relationship Type="http://schemas.openxmlformats.org/officeDocument/2006/relationships/slide" Target="/ppt/slides/slide2.xml" Id="Re6ed9c36aef04e65" /><Relationship Type="http://schemas.openxmlformats.org/officeDocument/2006/relationships/slide" Target="/ppt/slides/slide3.xml" Id="R6ccc9ad9bd324458" /><Relationship Type="http://schemas.openxmlformats.org/officeDocument/2006/relationships/slide" Target="/ppt/slides/slide4.xml" Id="R93b9edf61f3246b2" /><Relationship Type="http://schemas.openxmlformats.org/officeDocument/2006/relationships/slide" Target="/ppt/slides/slide5.xml" Id="Rc92711c2e71841b0" /><Relationship Type="http://schemas.openxmlformats.org/officeDocument/2006/relationships/slide" Target="/ppt/slides/slide6.xml" Id="R3e4c109b32394d3e" /><Relationship Type="http://schemas.openxmlformats.org/officeDocument/2006/relationships/slide" Target="/ppt/slides/slide7.xml" Id="R7507e697bfd84bb5" /><Relationship Type="http://schemas.openxmlformats.org/officeDocument/2006/relationships/slide" Target="/ppt/slides/slide8.xml" Id="R1781690da15149e4" /><Relationship Type="http://schemas.openxmlformats.org/officeDocument/2006/relationships/slide" Target="/ppt/slides/slide9.xml" Id="R735662fa15264966" /><Relationship Type="http://schemas.openxmlformats.org/officeDocument/2006/relationships/slide" Target="/ppt/slides/slide10.xml" Id="R02e37d4a64314da6" /><Relationship Type="http://schemas.openxmlformats.org/officeDocument/2006/relationships/slide" Target="/ppt/slides/slide11.xml" Id="Rb9e2e8921b7e430a" /><Relationship Type="http://schemas.openxmlformats.org/officeDocument/2006/relationships/slide" Target="/ppt/slides/slide12.xml" Id="R0cb70a16c59043ab" /><Relationship Type="http://schemas.openxmlformats.org/officeDocument/2006/relationships/slide" Target="/ppt/slides/slide13.xml" Id="Ra5ce505ff3d4450f" /><Relationship Type="http://schemas.openxmlformats.org/officeDocument/2006/relationships/slide" Target="/ppt/slides/slide14.xml" Id="R7417d43991dd499b" /><Relationship Type="http://schemas.openxmlformats.org/officeDocument/2006/relationships/slide" Target="/ppt/slides/slide15.xml" Id="R35c64ccf72f246ae" /><Relationship Type="http://schemas.openxmlformats.org/officeDocument/2006/relationships/slide" Target="/ppt/slides/slide16.xml" Id="R5545d9e751384fd6" /><Relationship Type="http://schemas.openxmlformats.org/officeDocument/2006/relationships/slide" Target="/ppt/slides/slide17.xml" Id="Racd8c1de855241e2" /><Relationship Type="http://schemas.openxmlformats.org/officeDocument/2006/relationships/slide" Target="/ppt/slides/slide18.xml" Id="Rf7d42e8bdbf14d50" /><Relationship Type="http://schemas.openxmlformats.org/officeDocument/2006/relationships/slide" Target="/ppt/slides/slide19.xml" Id="Ra4d4afa995c64c30" /><Relationship Type="http://schemas.openxmlformats.org/officeDocument/2006/relationships/slide" Target="/ppt/slides/slide20.xml" Id="R710d28cbd4414807" /><Relationship Type="http://schemas.openxmlformats.org/officeDocument/2006/relationships/slide" Target="/ppt/slides/slide21.xml" Id="R298f4c106e6e4aa1" /><Relationship Type="http://schemas.openxmlformats.org/officeDocument/2006/relationships/slide" Target="/ppt/slides/slide22.xml" Id="R792ee19c20cf4d20" /><Relationship Type="http://schemas.openxmlformats.org/officeDocument/2006/relationships/slide" Target="/ppt/slides/slide23.xml" Id="R3b55a6f707394b2e" /><Relationship Type="http://schemas.openxmlformats.org/officeDocument/2006/relationships/slide" Target="/ppt/slides/slide24.xml" Id="R73f4d74b7f724388" /><Relationship Type="http://schemas.openxmlformats.org/officeDocument/2006/relationships/slide" Target="/ppt/slides/slide25.xml" Id="Rab2e056c375f42a8" /><Relationship Type="http://schemas.openxmlformats.org/officeDocument/2006/relationships/slide" Target="/ppt/slides/slide26.xml" Id="Rd1a4026eddfa4899" /><Relationship Type="http://schemas.openxmlformats.org/officeDocument/2006/relationships/slide" Target="/ppt/slides/slide27.xml" Id="R91e8157ba9aa470a" /><Relationship Type="http://schemas.openxmlformats.org/officeDocument/2006/relationships/slide" Target="/ppt/slides/slide28.xml" Id="R4ff81b28b47a423f" /><Relationship Type="http://schemas.openxmlformats.org/officeDocument/2006/relationships/slide" Target="/ppt/slides/slide29.xml" Id="Rbae0cd895ac546f2" /><Relationship Type="http://schemas.openxmlformats.org/officeDocument/2006/relationships/slide" Target="/ppt/slides/slide30.xml" Id="R86d69e3aced5410c" /><Relationship Type="http://schemas.openxmlformats.org/officeDocument/2006/relationships/slide" Target="/ppt/slides/slide31.xml" Id="R2e9dd0a0c1284f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44ce80d5a646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6cddb84097499d" /><Relationship Type="http://schemas.openxmlformats.org/officeDocument/2006/relationships/notesMaster" Target="/ppt/notesMasters/notesMaster1.xml" Id="R21497e59629c44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20926a6124416e" /><Relationship Type="http://schemas.openxmlformats.org/officeDocument/2006/relationships/notesMaster" Target="/ppt/notesMasters/notesMaster1.xml" Id="R3d70b548cb824d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638a93074149f6" /><Relationship Type="http://schemas.openxmlformats.org/officeDocument/2006/relationships/notesMaster" Target="/ppt/notesMasters/notesMaster1.xml" Id="R16f5f397ab5248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d71e8716f1479c" /><Relationship Type="http://schemas.openxmlformats.org/officeDocument/2006/relationships/notesMaster" Target="/ppt/notesMasters/notesMaster1.xml" Id="R9834e4c2e71d4d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a52ea7ba884cf9" /><Relationship Type="http://schemas.openxmlformats.org/officeDocument/2006/relationships/notesMaster" Target="/ppt/notesMasters/notesMaster1.xml" Id="Rf533c2a236a547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3dd032eda347da" /><Relationship Type="http://schemas.openxmlformats.org/officeDocument/2006/relationships/notesMaster" Target="/ppt/notesMasters/notesMaster1.xml" Id="Ra03c0486069843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d2ae5dc1824bca" /><Relationship Type="http://schemas.openxmlformats.org/officeDocument/2006/relationships/notesMaster" Target="/ppt/notesMasters/notesMaster1.xml" Id="R0ae15c0bbd054a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3a6cbe24e245b2" /><Relationship Type="http://schemas.openxmlformats.org/officeDocument/2006/relationships/notesMaster" Target="/ppt/notesMasters/notesMaster1.xml" Id="Rdeacdfe2e17649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3159437a854050" /><Relationship Type="http://schemas.openxmlformats.org/officeDocument/2006/relationships/notesMaster" Target="/ppt/notesMasters/notesMaster1.xml" Id="R4c58158c650240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4edd36af7a4be4" /><Relationship Type="http://schemas.openxmlformats.org/officeDocument/2006/relationships/notesMaster" Target="/ppt/notesMasters/notesMaster1.xml" Id="Rb94aea70746649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5c385708f64b0e" /><Relationship Type="http://schemas.openxmlformats.org/officeDocument/2006/relationships/notesMaster" Target="/ppt/notesMasters/notesMaster1.xml" Id="Rcef337560acf4e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56b2be88cd429d" /><Relationship Type="http://schemas.openxmlformats.org/officeDocument/2006/relationships/notesMaster" Target="/ppt/notesMasters/notesMaster1.xml" Id="R574aa0aaddb24c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cd472d715644d3" /><Relationship Type="http://schemas.openxmlformats.org/officeDocument/2006/relationships/notesMaster" Target="/ppt/notesMasters/notesMaster1.xml" Id="Rc7ce47e8510545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08bc90c7574439" /><Relationship Type="http://schemas.openxmlformats.org/officeDocument/2006/relationships/notesMaster" Target="/ppt/notesMasters/notesMaster1.xml" Id="R5f519f48432145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cca99d8ed04ff0" /><Relationship Type="http://schemas.openxmlformats.org/officeDocument/2006/relationships/notesMaster" Target="/ppt/notesMasters/notesMaster1.xml" Id="Rb6895b9e3d5743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19d0796a7a4741" /><Relationship Type="http://schemas.openxmlformats.org/officeDocument/2006/relationships/notesMaster" Target="/ppt/notesMasters/notesMaster1.xml" Id="Rb2e808bfa2994c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778bcebdf39487e" /><Relationship Type="http://schemas.openxmlformats.org/officeDocument/2006/relationships/notesMaster" Target="/ppt/notesMasters/notesMaster1.xml" Id="Rb87d3036eff141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8beb13d5744bbc" /><Relationship Type="http://schemas.openxmlformats.org/officeDocument/2006/relationships/notesMaster" Target="/ppt/notesMasters/notesMaster1.xml" Id="Rb8308c14267a4ca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c761c75e04400d" /><Relationship Type="http://schemas.openxmlformats.org/officeDocument/2006/relationships/notesMaster" Target="/ppt/notesMasters/notesMaster1.xml" Id="Rc686ba7c8ead4d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b46a6c3c1d34265" /><Relationship Type="http://schemas.openxmlformats.org/officeDocument/2006/relationships/notesMaster" Target="/ppt/notesMasters/notesMaster1.xml" Id="Rcca2c9d60a77439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834c437d034cd2" /><Relationship Type="http://schemas.openxmlformats.org/officeDocument/2006/relationships/notesMaster" Target="/ppt/notesMasters/notesMaster1.xml" Id="R3add5da569c14e9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ac0ae5e75fd4bf6" /><Relationship Type="http://schemas.openxmlformats.org/officeDocument/2006/relationships/notesMaster" Target="/ppt/notesMasters/notesMaster1.xml" Id="R22f90810f0464f0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eee7e219fb4ed6" /><Relationship Type="http://schemas.openxmlformats.org/officeDocument/2006/relationships/notesMaster" Target="/ppt/notesMasters/notesMaster1.xml" Id="R450aa67db2074d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7647f2f652499a" /><Relationship Type="http://schemas.openxmlformats.org/officeDocument/2006/relationships/notesMaster" Target="/ppt/notesMasters/notesMaster1.xml" Id="R0767b39b4a6a47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0df9815cc794fc5" /><Relationship Type="http://schemas.openxmlformats.org/officeDocument/2006/relationships/notesMaster" Target="/ppt/notesMasters/notesMaster1.xml" Id="Ra379866ff8034f5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774351339214928" /><Relationship Type="http://schemas.openxmlformats.org/officeDocument/2006/relationships/notesMaster" Target="/ppt/notesMasters/notesMaster1.xml" Id="Rd19fc8d03b0642e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ab23097416b4c7b" /><Relationship Type="http://schemas.openxmlformats.org/officeDocument/2006/relationships/notesMaster" Target="/ppt/notesMasters/notesMaster1.xml" Id="Ra5f528e7cb74456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26d89c6a88c4458" /><Relationship Type="http://schemas.openxmlformats.org/officeDocument/2006/relationships/notesMaster" Target="/ppt/notesMasters/notesMaster1.xml" Id="R213b741e1c5f480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5de285d902c4569" /><Relationship Type="http://schemas.openxmlformats.org/officeDocument/2006/relationships/notesMaster" Target="/ppt/notesMasters/notesMaster1.xml" Id="R53cef497035d429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8e3d7e2a7a44db6" /><Relationship Type="http://schemas.openxmlformats.org/officeDocument/2006/relationships/notesMaster" Target="/ppt/notesMasters/notesMaster1.xml" Id="Reaa55e604ed54c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a8b791e7df24251" /><Relationship Type="http://schemas.openxmlformats.org/officeDocument/2006/relationships/notesMaster" Target="/ppt/notesMasters/notesMaster1.xml" Id="R3c85da4ee7e241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52d797c85e4d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39df0d07294c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67edc1848345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cf89745f534c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2b1238c6a545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34bca4a54b47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3F9CF0-7669-461B-B3D1-66CC46D01659}"/>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B59B3B-A1F4-4FE5-AC36-D676C4E5E3F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320075-0740-427C-83A4-84A9075BA4B5}"/>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9CE19B-8F1F-4A56-AAFF-CF294D0AA94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B4F2DC-4D2B-4D62-8113-49FDC55A2D82}"/>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87022B5-3ADB-4E1B-8DA8-FC6FC16087F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AFED33-A242-44C6-8A12-4CFEE19020A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CC9AA8-0E93-4494-A386-AF6FF934CA92}"/>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56A4F-ED45-41CF-BA93-8E49FC09C4F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07A13D-287B-4E31-AC18-1A9FFC960CE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03afeeb4c9419c" /><Relationship Type="http://schemas.openxmlformats.org/officeDocument/2006/relationships/slideLayout" Target="/ppt/slideLayouts/slideLayout1.xml" Id="R9b3e11b989f0478f" /><Relationship Type="http://schemas.openxmlformats.org/officeDocument/2006/relationships/slideLayout" Target="/ppt/slideLayouts/slideLayout2.xml" Id="R95a15ffa68524f35" /><Relationship Type="http://schemas.openxmlformats.org/officeDocument/2006/relationships/slideLayout" Target="/ppt/slideLayouts/slideLayout3.xml" Id="R8963ed3efa8c421f" /><Relationship Type="http://schemas.openxmlformats.org/officeDocument/2006/relationships/slideLayout" Target="/ppt/slideLayouts/slideLayout4.xml" Id="R4aa87c419e204495" /><Relationship Type="http://schemas.openxmlformats.org/officeDocument/2006/relationships/slideLayout" Target="/ppt/slideLayouts/slideLayout5.xml" Id="R06b5e5378e3c4a9b" /><Relationship Type="http://schemas.openxmlformats.org/officeDocument/2006/relationships/slideLayout" Target="/ppt/slideLayouts/slideLayout6.xml" Id="R8d7b85e123864b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3e11b989f0478f"/>
    <p:sldLayoutId xmlns:r="http://schemas.openxmlformats.org/officeDocument/2006/relationships" id="2147483650" r:id="R95a15ffa68524f35"/>
    <p:sldLayoutId xmlns:r="http://schemas.openxmlformats.org/officeDocument/2006/relationships" id="2147483651" r:id="R8963ed3efa8c421f"/>
    <p:sldLayoutId xmlns:r="http://schemas.openxmlformats.org/officeDocument/2006/relationships" id="2147483652" r:id="R4aa87c419e204495"/>
    <p:sldLayoutId xmlns:r="http://schemas.openxmlformats.org/officeDocument/2006/relationships" id="2147483653" r:id="R06b5e5378e3c4a9b"/>
    <p:sldLayoutId xmlns:r="http://schemas.openxmlformats.org/officeDocument/2006/relationships" id="2147483654" r:id="R8d7b85e123864b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6b524124fb456b" /><Relationship Type="http://schemas.openxmlformats.org/officeDocument/2006/relationships/image" Target="/ppt/media/image.png" Id="R262a0215d28043b6" /><Relationship Type="http://schemas.openxmlformats.org/officeDocument/2006/relationships/image" Target="/ppt/media/image2.png" Id="R7f237d4ed5e8442d" /><Relationship Type="http://schemas.openxmlformats.org/officeDocument/2006/relationships/image" Target="/ppt/media/image3.png" Id="Rc81c5cfeb8714623" /><Relationship Type="http://schemas.openxmlformats.org/officeDocument/2006/relationships/image" Target="/ppt/media/image4.png" Id="R490d3ccabd564312" /><Relationship Type="http://schemas.openxmlformats.org/officeDocument/2006/relationships/notesSlide" Target="/ppt/notesSlides/notesSlide1.xml" Id="R6315afd02c7a4e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d9a654469d4f99" /><Relationship Type="http://schemas.openxmlformats.org/officeDocument/2006/relationships/image" Target="/ppt/media/image5.png" Id="Rf971de1a6904435e" /><Relationship Type="http://schemas.openxmlformats.org/officeDocument/2006/relationships/image" Target="/ppt/media/image6.png" Id="Ra1666111120847db" /><Relationship Type="http://schemas.openxmlformats.org/officeDocument/2006/relationships/image" Target="/ppt/media/image7.png" Id="R35493c1952714ec9" /><Relationship Type="http://schemas.openxmlformats.org/officeDocument/2006/relationships/image" Target="/ppt/media/image8.png" Id="R70b6720678c0446d" /><Relationship Type="http://schemas.openxmlformats.org/officeDocument/2006/relationships/image" Target="/ppt/media/image9.png" Id="Rd6d339d31d3f4d9e" /><Relationship Type="http://schemas.openxmlformats.org/officeDocument/2006/relationships/image" Target="/ppt/media/image10.png" Id="R9389ac705a3d463b" /><Relationship Type="http://schemas.openxmlformats.org/officeDocument/2006/relationships/image" Target="/ppt/media/image11.png" Id="R3c479fe528424a75" /><Relationship Type="http://schemas.openxmlformats.org/officeDocument/2006/relationships/image" Target="/ppt/media/image12.png" Id="R3147ae6a8cb843c9" /><Relationship Type="http://schemas.openxmlformats.org/officeDocument/2006/relationships/image" Target="/ppt/media/image13.png" Id="Rdda361de994d48bf" /><Relationship Type="http://schemas.openxmlformats.org/officeDocument/2006/relationships/notesSlide" Target="/ppt/notesSlides/notesSlide2.xml" Id="Ra454b29cf6274b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7cb5933f3047b5" /><Relationship Type="http://schemas.openxmlformats.org/officeDocument/2006/relationships/image" Target="/ppt/media/image14.png" Id="Re1507454ad6a4b92" /><Relationship Type="http://schemas.openxmlformats.org/officeDocument/2006/relationships/image" Target="/ppt/media/image15.png" Id="R01118fd04dbd4182" /><Relationship Type="http://schemas.openxmlformats.org/officeDocument/2006/relationships/image" Target="/ppt/media/image16.png" Id="R6dd588b6a0c84787" /><Relationship Type="http://schemas.openxmlformats.org/officeDocument/2006/relationships/notesSlide" Target="/ppt/notesSlides/notesSlide3.xml" Id="Rc2289eda09d94a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ea2f16a02c4387" /><Relationship Type="http://schemas.openxmlformats.org/officeDocument/2006/relationships/image" Target="/ppt/media/image17.png" Id="R3bbd2b505c27426b" /><Relationship Type="http://schemas.openxmlformats.org/officeDocument/2006/relationships/image" Target="/ppt/media/image18.png" Id="R0e3580b559134d95" /><Relationship Type="http://schemas.openxmlformats.org/officeDocument/2006/relationships/notesSlide" Target="/ppt/notesSlides/notesSlide4.xml" Id="R9fe76da935ee4e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37a53cf5a5d4ae5" /><Relationship Type="http://schemas.openxmlformats.org/officeDocument/2006/relationships/image" Target="/ppt/media/image19.png" Id="R4158e293b56f4b03" /><Relationship Type="http://schemas.openxmlformats.org/officeDocument/2006/relationships/image" Target="/ppt/media/image20.png" Id="Rd0469707509f4562" /><Relationship Type="http://schemas.openxmlformats.org/officeDocument/2006/relationships/notesSlide" Target="/ppt/notesSlides/notesSlide5.xml" Id="Re8fea2461f9642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3dfcd42e6b0432d" /><Relationship Type="http://schemas.openxmlformats.org/officeDocument/2006/relationships/image" Target="/ppt/media/image21.png" Id="Rf2143c70da104c31" /><Relationship Type="http://schemas.openxmlformats.org/officeDocument/2006/relationships/image" Target="/ppt/media/image22.png" Id="R42ebd1b6c5b041a4" /><Relationship Type="http://schemas.openxmlformats.org/officeDocument/2006/relationships/image" Target="/ppt/media/image23.png" Id="R9fe3d23d282d4563" /><Relationship Type="http://schemas.openxmlformats.org/officeDocument/2006/relationships/notesSlide" Target="/ppt/notesSlides/notesSlide6.xml" Id="Rc222c0c1fc824d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b55c5ce5f947f5" /><Relationship Type="http://schemas.openxmlformats.org/officeDocument/2006/relationships/image" Target="/ppt/media/image24.png" Id="Rca3c8915e2dc4713" /><Relationship Type="http://schemas.openxmlformats.org/officeDocument/2006/relationships/image" Target="/ppt/media/image25.png" Id="R14c12c0224664af1" /><Relationship Type="http://schemas.openxmlformats.org/officeDocument/2006/relationships/image" Target="/ppt/media/image26.png" Id="R52642c4f754e493a" /><Relationship Type="http://schemas.openxmlformats.org/officeDocument/2006/relationships/notesSlide" Target="/ppt/notesSlides/notesSlide7.xml" Id="R318c5923417245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018137692e4afd" /><Relationship Type="http://schemas.openxmlformats.org/officeDocument/2006/relationships/image" Target="/ppt/media/image27.png" Id="Rb0df15963dfa4f3c" /><Relationship Type="http://schemas.openxmlformats.org/officeDocument/2006/relationships/image" Target="/ppt/media/image28.png" Id="Rc1a26debb7f6423e" /><Relationship Type="http://schemas.openxmlformats.org/officeDocument/2006/relationships/notesSlide" Target="/ppt/notesSlides/notesSlide8.xml" Id="R4284c4fd0b6c41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6267b0b8b9487c" /><Relationship Type="http://schemas.openxmlformats.org/officeDocument/2006/relationships/image" Target="/ppt/media/image29.png" Id="R0302d82fc5fd4684" /><Relationship Type="http://schemas.openxmlformats.org/officeDocument/2006/relationships/image" Target="/ppt/media/image30.png" Id="R86e9bac1d3fa4ba4" /><Relationship Type="http://schemas.openxmlformats.org/officeDocument/2006/relationships/notesSlide" Target="/ppt/notesSlides/notesSlide9.xml" Id="R697f3b562cf64f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361138ee93d4f82" /><Relationship Type="http://schemas.openxmlformats.org/officeDocument/2006/relationships/image" Target="/ppt/media/image31.png" Id="R2c6fe34071054666" /><Relationship Type="http://schemas.openxmlformats.org/officeDocument/2006/relationships/image" Target="/ppt/media/image32.png" Id="Rdcc207cc13d347fe" /><Relationship Type="http://schemas.openxmlformats.org/officeDocument/2006/relationships/image" Target="/ppt/media/image33.png" Id="R2f305276b90041b3" /><Relationship Type="http://schemas.openxmlformats.org/officeDocument/2006/relationships/notesSlide" Target="/ppt/notesSlides/notesSlide10.xml" Id="R28b0cda1c0e143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785b53012ba45c1" /><Relationship Type="http://schemas.openxmlformats.org/officeDocument/2006/relationships/image" Target="/ppt/media/image34.png" Id="Re59b5cf2968e4142" /><Relationship Type="http://schemas.openxmlformats.org/officeDocument/2006/relationships/image" Target="/ppt/media/image35.png" Id="Rbd263aaae1f94b9c" /><Relationship Type="http://schemas.openxmlformats.org/officeDocument/2006/relationships/notesSlide" Target="/ppt/notesSlides/notesSlide11.xml" Id="Rb9a4f454747042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5590ac7f8841f9" /><Relationship Type="http://schemas.openxmlformats.org/officeDocument/2006/relationships/image" Target="/ppt/media/image36.png" Id="Rc39f6e8c9b6e42bf" /><Relationship Type="http://schemas.openxmlformats.org/officeDocument/2006/relationships/image" Target="/ppt/media/image37.png" Id="R7c387b19336c4f77" /><Relationship Type="http://schemas.openxmlformats.org/officeDocument/2006/relationships/image" Target="/ppt/media/image38.png" Id="R724a6168a20b46fb" /><Relationship Type="http://schemas.openxmlformats.org/officeDocument/2006/relationships/notesSlide" Target="/ppt/notesSlides/notesSlide12.xml" Id="R5c6b7b9c5ae14e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ab3fa4c1ad24701" /><Relationship Type="http://schemas.openxmlformats.org/officeDocument/2006/relationships/image" Target="/ppt/media/image39.png" Id="R864638b197ce4355" /><Relationship Type="http://schemas.openxmlformats.org/officeDocument/2006/relationships/image" Target="/ppt/media/image40.png" Id="Re28786fc564843bc" /><Relationship Type="http://schemas.openxmlformats.org/officeDocument/2006/relationships/notesSlide" Target="/ppt/notesSlides/notesSlide13.xml" Id="R5b2bb44d1f7f4c4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3e686114885437d" /><Relationship Type="http://schemas.openxmlformats.org/officeDocument/2006/relationships/image" Target="/ppt/media/image41.png" Id="Ra85afed8d50b4c5c" /><Relationship Type="http://schemas.openxmlformats.org/officeDocument/2006/relationships/image" Target="/ppt/media/image42.png" Id="R69bdbebc27934078" /><Relationship Type="http://schemas.openxmlformats.org/officeDocument/2006/relationships/notesSlide" Target="/ppt/notesSlides/notesSlide14.xml" Id="R3c64d7719e6e4d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96415dcdbb148e6" /><Relationship Type="http://schemas.openxmlformats.org/officeDocument/2006/relationships/image" Target="/ppt/media/image43.png" Id="R56796bd1d5094ea4" /><Relationship Type="http://schemas.openxmlformats.org/officeDocument/2006/relationships/image" Target="/ppt/media/image44.png" Id="Rda4f633dba22459a" /><Relationship Type="http://schemas.openxmlformats.org/officeDocument/2006/relationships/image" Target="/ppt/media/image45.png" Id="R85be17b83c6c4024" /><Relationship Type="http://schemas.openxmlformats.org/officeDocument/2006/relationships/notesSlide" Target="/ppt/notesSlides/notesSlide15.xml" Id="R1a15dde3b96c47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67cf97940a043d2" /><Relationship Type="http://schemas.openxmlformats.org/officeDocument/2006/relationships/image" Target="/ppt/media/image46.png" Id="Rd3c20badf69c4c37" /><Relationship Type="http://schemas.openxmlformats.org/officeDocument/2006/relationships/image" Target="/ppt/media/image47.png" Id="Rdfa2804133ba4f52" /><Relationship Type="http://schemas.openxmlformats.org/officeDocument/2006/relationships/image" Target="/ppt/media/image48.png" Id="Rb3aaaaa434e449e7" /><Relationship Type="http://schemas.openxmlformats.org/officeDocument/2006/relationships/notesSlide" Target="/ppt/notesSlides/notesSlide16.xml" Id="R9ea7d18437ac41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9ac17782bbe420d" /><Relationship Type="http://schemas.openxmlformats.org/officeDocument/2006/relationships/image" Target="/ppt/media/image49.png" Id="R955ee413308a456a" /><Relationship Type="http://schemas.openxmlformats.org/officeDocument/2006/relationships/notesSlide" Target="/ppt/notesSlides/notesSlide17.xml" Id="R0a088f38256f43a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6e95113e61a412a" /><Relationship Type="http://schemas.openxmlformats.org/officeDocument/2006/relationships/image" Target="/ppt/media/image50.png" Id="R4a7529aa7e0446ad" /><Relationship Type="http://schemas.openxmlformats.org/officeDocument/2006/relationships/image" Target="/ppt/media/image51.png" Id="R22c31f9d4def468a" /><Relationship Type="http://schemas.openxmlformats.org/officeDocument/2006/relationships/image" Target="/ppt/media/image52.png" Id="R4105e3daf70844bc" /><Relationship Type="http://schemas.openxmlformats.org/officeDocument/2006/relationships/notesSlide" Target="/ppt/notesSlides/notesSlide18.xml" Id="R3841441540c84b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6cc10f6b6854e1a" /><Relationship Type="http://schemas.openxmlformats.org/officeDocument/2006/relationships/image" Target="/ppt/media/image53.png" Id="R9dbdc4624be2438e" /><Relationship Type="http://schemas.openxmlformats.org/officeDocument/2006/relationships/image" Target="/ppt/media/image54.png" Id="R125d0f9ce73a485e" /><Relationship Type="http://schemas.openxmlformats.org/officeDocument/2006/relationships/notesSlide" Target="/ppt/notesSlides/notesSlide19.xml" Id="Rfe6c4f608a1c4c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c278948a6394ec8" /><Relationship Type="http://schemas.openxmlformats.org/officeDocument/2006/relationships/image" Target="/ppt/media/image55.png" Id="R1a1122a2ef824929" /><Relationship Type="http://schemas.openxmlformats.org/officeDocument/2006/relationships/image" Target="/ppt/media/image56.png" Id="Rff53ff349b88470d" /><Relationship Type="http://schemas.openxmlformats.org/officeDocument/2006/relationships/notesSlide" Target="/ppt/notesSlides/notesSlide20.xml" Id="R15baff2a9bff416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404ed629a4f42b4" /><Relationship Type="http://schemas.openxmlformats.org/officeDocument/2006/relationships/image" Target="/ppt/media/image57.png" Id="R4ac5360b60634248" /><Relationship Type="http://schemas.openxmlformats.org/officeDocument/2006/relationships/notesSlide" Target="/ppt/notesSlides/notesSlide21.xml" Id="R9ca15aeadb1a4e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b9ae0484e2c4882" /><Relationship Type="http://schemas.openxmlformats.org/officeDocument/2006/relationships/image" Target="/ppt/media/image58.png" Id="R20dacb70e8064542" /><Relationship Type="http://schemas.openxmlformats.org/officeDocument/2006/relationships/image" Target="/ppt/media/image59.png" Id="R8f8e681994324e99" /><Relationship Type="http://schemas.openxmlformats.org/officeDocument/2006/relationships/notesSlide" Target="/ppt/notesSlides/notesSlide22.xml" Id="R02dd26a5a76143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0e87c57caef474f" /><Relationship Type="http://schemas.openxmlformats.org/officeDocument/2006/relationships/image" Target="/ppt/media/image60.png" Id="R51b5877971344e89" /><Relationship Type="http://schemas.openxmlformats.org/officeDocument/2006/relationships/image" Target="/ppt/media/image61.png" Id="R20870b1c73fd4f5b" /><Relationship Type="http://schemas.openxmlformats.org/officeDocument/2006/relationships/notesSlide" Target="/ppt/notesSlides/notesSlide23.xml" Id="R5ca76d6b4a0642e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d2e4d7a70824239" /><Relationship Type="http://schemas.openxmlformats.org/officeDocument/2006/relationships/image" Target="/ppt/media/image62.png" Id="R19ac7fa9cb544f42" /><Relationship Type="http://schemas.openxmlformats.org/officeDocument/2006/relationships/image" Target="/ppt/media/image63.png" Id="Re75b89de88ef48b5" /><Relationship Type="http://schemas.openxmlformats.org/officeDocument/2006/relationships/notesSlide" Target="/ppt/notesSlides/notesSlide24.xml" Id="R17f5f3ee67e841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5a065444bb449ba" /><Relationship Type="http://schemas.openxmlformats.org/officeDocument/2006/relationships/image" Target="/ppt/media/image64.png" Id="R44caf6c6ad664fb5" /><Relationship Type="http://schemas.openxmlformats.org/officeDocument/2006/relationships/image" Target="/ppt/media/image65.png" Id="R81dde6d09413479d" /><Relationship Type="http://schemas.openxmlformats.org/officeDocument/2006/relationships/notesSlide" Target="/ppt/notesSlides/notesSlide25.xml" Id="Rdc52e780de7e44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f3a5213cfe44359" /><Relationship Type="http://schemas.openxmlformats.org/officeDocument/2006/relationships/image" Target="/ppt/media/image66.png" Id="Rc4b40fa0fca048fb" /><Relationship Type="http://schemas.openxmlformats.org/officeDocument/2006/relationships/image" Target="/ppt/media/image67.png" Id="R9aaccb25c9e24363" /><Relationship Type="http://schemas.openxmlformats.org/officeDocument/2006/relationships/image" Target="/ppt/media/image68.png" Id="R817e806621824d48" /><Relationship Type="http://schemas.openxmlformats.org/officeDocument/2006/relationships/notesSlide" Target="/ppt/notesSlides/notesSlide26.xml" Id="R2acb0aa146b849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d33bc84243d4f95" /><Relationship Type="http://schemas.openxmlformats.org/officeDocument/2006/relationships/image" Target="/ppt/media/image69.png" Id="R2aae4ed0560a4bbe" /><Relationship Type="http://schemas.openxmlformats.org/officeDocument/2006/relationships/notesSlide" Target="/ppt/notesSlides/notesSlide27.xml" Id="Rc9a9fecebaa3417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c3bbff09c864cb5" /><Relationship Type="http://schemas.openxmlformats.org/officeDocument/2006/relationships/image" Target="/ppt/media/image70.png" Id="Ra7baf17609b24f3d" /><Relationship Type="http://schemas.openxmlformats.org/officeDocument/2006/relationships/image" Target="/ppt/media/image71.png" Id="R139f4edd64624421" /><Relationship Type="http://schemas.openxmlformats.org/officeDocument/2006/relationships/notesSlide" Target="/ppt/notesSlides/notesSlide28.xml" Id="R40d31dbca36c49a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0d72f0a302642c4" /><Relationship Type="http://schemas.openxmlformats.org/officeDocument/2006/relationships/image" Target="/ppt/media/image72.png" Id="R7eef2b2285db4bc8" /><Relationship Type="http://schemas.openxmlformats.org/officeDocument/2006/relationships/image" Target="/ppt/media/image73.png" Id="R952a93ada8774677" /><Relationship Type="http://schemas.openxmlformats.org/officeDocument/2006/relationships/notesSlide" Target="/ppt/notesSlides/notesSlide29.xml" Id="R92a2dff41d3b415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f4cd4f186244ee2" /><Relationship Type="http://schemas.openxmlformats.org/officeDocument/2006/relationships/image" Target="/ppt/media/image74.png" Id="R0370128cf86c4377" /><Relationship Type="http://schemas.openxmlformats.org/officeDocument/2006/relationships/notesSlide" Target="/ppt/notesSlides/notesSlide30.xml" Id="R1e03815c103a40c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d919f9b1fa9485b" /><Relationship Type="http://schemas.openxmlformats.org/officeDocument/2006/relationships/image" Target="/ppt/media/image75.png" Id="Ra06bd6f0c2ee4ced" /><Relationship Type="http://schemas.openxmlformats.org/officeDocument/2006/relationships/image" Target="/ppt/media/image76.png" Id="R70bb95c576c44a91" /><Relationship Type="http://schemas.openxmlformats.org/officeDocument/2006/relationships/notesSlide" Target="/ppt/notesSlides/notesSlide31.xml" Id="R88cf8b4dcfb045c8"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0A693234-204D-49A6-A970-B3F209D87E26}"/>
              </a:ext>
            </a:extLst>
          </p:cNvPr>
          <p:cNvPicPr>
            <a:picLocks noChangeAspect="1"/>
          </p:cNvPicPr>
          <p:nvPr/>
        </p:nvPicPr>
        <p:blipFill>
          <a:blip ns3:embed="R262a0215d28043b6"/>
          <a:stretch/>
        </p:blipFill>
        <p:spPr>
          <a:xfrm>
            <a:off x="4859" y="0"/>
            <a:ext cx="18278283" cy="10287000"/>
          </a:xfrm>
          <a:prstGeom prst="rect">
            <a:avLst/>
          </a:prstGeom>
        </p:spPr>
      </p:pic>
      <p:sp>
        <p:nvSpPr>
          <p:cNvPr id="2" name="reference_green_fade">
            <a:extLst>
              <a:ext uri="{FF2B5EF4-FFF2-40B4-BE49-F238E27FC236}">
                <ns2:creationId id="{AF92AED6-5986-405F-A2C7-A803C234C2BA}"/>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B3F62F04-FF5E-4E81-B196-CA6BB47173F0}"/>
              </a:ext>
            </a:extLst>
          </p:cNvPr>
          <p:cNvPicPr>
            <a:picLocks noChangeAspect="1"/>
          </p:cNvPicPr>
          <p:nvPr/>
        </p:nvPicPr>
        <p:blipFill>
          <a:blip ns3:embed="R7f237d4ed5e8442d"/>
          <a:stretch/>
        </p:blipFill>
        <p:spPr>
          <a:xfrm>
            <a:off x="16941800" y="382588"/>
            <a:ext cx="1028700" cy="733425"/>
          </a:xfrm>
          <a:prstGeom prst="rect">
            <a:avLst/>
          </a:prstGeom>
        </p:spPr>
      </p:pic>
      <p:sp>
        <p:nvSpPr>
          <p:cNvPr id="4" name="copyright">
            <a:extLst>
              <a:ext uri="{FF2B5EF4-FFF2-40B4-BE49-F238E27FC236}">
                <ns2:creationId id="{5B99B96A-CF06-426A-B229-1BD9A096AFE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8B69C1E7-72B4-46C1-B69F-D68FECFD2696}"/>
              </a:ext>
            </a:extLst>
          </p:cNvPr>
          <p:cNvPicPr>
            <a:picLocks noChangeAspect="1"/>
          </p:cNvPicPr>
          <p:nvPr/>
        </p:nvPicPr>
        <p:blipFill>
          <a:blip ns3:embed="Rc81c5cfeb8714623"/>
          <a:stretch/>
        </p:blipFill>
        <p:spPr>
          <a:xfrm>
            <a:off x="1320800" y="5207000"/>
            <a:ext cx="1447800" cy="609600"/>
          </a:xfrm>
          <a:prstGeom prst="rect">
            <a:avLst/>
          </a:prstGeom>
        </p:spPr>
      </p:pic>
      <p:pic>
        <p:nvPicPr>
          <p:cNvPr id="6" name="">
            <a:extLst>
              <a:ext uri="{FF2B5EF4-FFF2-40B4-BE49-F238E27FC236}">
                <ns2:creationId id="{492B5978-6427-41F0-8040-2CCFC5E581D9}"/>
              </a:ext>
            </a:extLst>
          </p:cNvPr>
          <p:cNvPicPr>
            <a:picLocks noChangeAspect="1"/>
          </p:cNvPicPr>
          <p:nvPr/>
        </p:nvPicPr>
        <p:blipFill>
          <a:blip ns3:embed="R490d3ccabd564312"/>
          <a:stretch/>
        </p:blipFill>
        <p:spPr>
          <a:xfrm>
            <a:off x="15252700" y="410251"/>
            <a:ext cx="1473200" cy="627298"/>
          </a:xfrm>
          <a:prstGeom prst="rect">
            <a:avLst/>
          </a:prstGeom>
        </p:spPr>
      </p:pic>
      <p:sp>
        <p:nvSpPr>
          <p:cNvPr id="7" name="title-line0">
            <a:extLst>
              <a:ext uri="{FF2B5EF4-FFF2-40B4-BE49-F238E27FC236}">
                <ns2:creationId id="{C38FF5A6-CB8F-48D7-A60D-404FAE1D38EF}"/>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724649EC-441D-43FD-B4ED-D6ECB2C25E49}"/>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FD134831-CCA1-4C1D-B820-AC0C9B8632A7}"/>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317506781"/>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6C1A9EA9-3D0D-4495-80C9-8A3800A1BA1A}"/>
              </a:ext>
            </a:extLst>
          </p:cNvPr>
          <p:cNvPicPr>
            <a:picLocks noChangeAspect="1"/>
          </p:cNvPicPr>
          <p:nvPr/>
        </p:nvPicPr>
        <p:blipFill>
          <a:blip ns3:embed="Rf971de1a6904435e"/>
          <a:stretch/>
        </p:blipFill>
        <p:spPr>
          <a:xfrm>
            <a:off x="1981200" y="4205950"/>
            <a:ext cx="13017500" cy="3792800"/>
          </a:xfrm>
          <a:prstGeom prst="rect">
            <a:avLst/>
          </a:prstGeom>
        </p:spPr>
      </p:pic>
      <p:pic>
        <p:nvPicPr>
          <p:cNvPr id="2" name="">
            <a:extLst>
              <a:ext uri="{FF2B5EF4-FFF2-40B4-BE49-F238E27FC236}">
                <ns2:creationId id="{A04ECED2-085C-4FBB-B723-4A9CDF97D942}"/>
              </a:ext>
            </a:extLst>
          </p:cNvPr>
          <p:cNvPicPr>
            <a:picLocks noChangeAspect="1"/>
          </p:cNvPicPr>
          <p:nvPr/>
        </p:nvPicPr>
        <p:blipFill>
          <a:blip ns3:embed="Ra1666111120847db"/>
          <a:stretch/>
        </p:blipFill>
        <p:spPr>
          <a:xfrm>
            <a:off x="4321175" y="4800600"/>
            <a:ext cx="2419350" cy="1981200"/>
          </a:xfrm>
          <a:prstGeom prst="rect">
            <a:avLst/>
          </a:prstGeom>
        </p:spPr>
      </p:pic>
      <p:pic>
        <p:nvPicPr>
          <p:cNvPr id="3" name="">
            <a:extLst>
              <a:ext uri="{FF2B5EF4-FFF2-40B4-BE49-F238E27FC236}">
                <ns2:creationId id="{80F1C5B0-1B16-4433-87E3-B2ED8BBB369F}"/>
              </a:ext>
            </a:extLst>
          </p:cNvPr>
          <p:cNvPicPr>
            <a:picLocks noChangeAspect="1"/>
          </p:cNvPicPr>
          <p:nvPr/>
        </p:nvPicPr>
        <p:blipFill>
          <a:blip ns3:embed="R35493c1952714ec9"/>
          <a:stretch/>
        </p:blipFill>
        <p:spPr>
          <a:xfrm>
            <a:off x="8004175" y="4800600"/>
            <a:ext cx="2419350" cy="1981200"/>
          </a:xfrm>
          <a:prstGeom prst="rect">
            <a:avLst/>
          </a:prstGeom>
        </p:spPr>
      </p:pic>
      <p:pic>
        <p:nvPicPr>
          <p:cNvPr id="4" name="">
            <a:extLst>
              <a:ext uri="{FF2B5EF4-FFF2-40B4-BE49-F238E27FC236}">
                <ns2:creationId id="{2806B25A-1790-4047-AB4C-9628047293AF}"/>
              </a:ext>
            </a:extLst>
          </p:cNvPr>
          <p:cNvPicPr>
            <a:picLocks noChangeAspect="1"/>
          </p:cNvPicPr>
          <p:nvPr/>
        </p:nvPicPr>
        <p:blipFill>
          <a:blip ns3:embed="R70b6720678c0446d"/>
          <a:stretch/>
        </p:blipFill>
        <p:spPr>
          <a:xfrm>
            <a:off x="11696700" y="4788250"/>
            <a:ext cx="2425700" cy="2158300"/>
          </a:xfrm>
          <a:prstGeom prst="rect">
            <a:avLst/>
          </a:prstGeom>
        </p:spPr>
      </p:pic>
      <p:pic>
        <p:nvPicPr>
          <p:cNvPr id="5" name="">
            <a:extLst>
              <a:ext uri="{FF2B5EF4-FFF2-40B4-BE49-F238E27FC236}">
                <ns2:creationId id="{3A6D8323-2E78-4C71-ABDE-64CB9A0E6315}"/>
              </a:ext>
            </a:extLst>
          </p:cNvPr>
          <p:cNvPicPr>
            <a:picLocks noChangeAspect="1"/>
          </p:cNvPicPr>
          <p:nvPr/>
        </p:nvPicPr>
        <p:blipFill>
          <a:blip ns3:embed="Rd6d339d31d3f4d9e"/>
          <a:stretch/>
        </p:blipFill>
        <p:spPr>
          <a:xfrm>
            <a:off x="14834480" y="4203700"/>
            <a:ext cx="353840" cy="1587500"/>
          </a:xfrm>
          <a:prstGeom prst="rect">
            <a:avLst/>
          </a:prstGeom>
        </p:spPr>
      </p:pic>
      <p:pic>
        <p:nvPicPr>
          <p:cNvPr id="6" name="">
            <a:extLst>
              <a:ext uri="{FF2B5EF4-FFF2-40B4-BE49-F238E27FC236}">
                <ns2:creationId id="{F0DC4D16-F694-46DC-9768-64D58C92BC05}"/>
              </a:ext>
            </a:extLst>
          </p:cNvPr>
          <p:cNvPicPr>
            <a:picLocks noChangeAspect="1"/>
          </p:cNvPicPr>
          <p:nvPr/>
        </p:nvPicPr>
        <p:blipFill>
          <a:blip ns3:embed="R9389ac705a3d463b"/>
          <a:stretch/>
        </p:blipFill>
        <p:spPr>
          <a:xfrm>
            <a:off x="14644856" y="4330700"/>
            <a:ext cx="402887" cy="901700"/>
          </a:xfrm>
          <a:prstGeom prst="rect">
            <a:avLst/>
          </a:prstGeom>
        </p:spPr>
      </p:pic>
      <p:pic>
        <p:nvPicPr>
          <p:cNvPr id="7" name="">
            <a:extLst>
              <a:ext uri="{FF2B5EF4-FFF2-40B4-BE49-F238E27FC236}">
                <ns2:creationId id="{D15CCFE7-3E63-4E37-8E18-53A32783C213}"/>
              </a:ext>
            </a:extLst>
          </p:cNvPr>
          <p:cNvPicPr>
            <a:picLocks noChangeAspect="1"/>
          </p:cNvPicPr>
          <p:nvPr/>
        </p:nvPicPr>
        <p:blipFill>
          <a:blip ns3:embed="R3c479fe528424a75"/>
          <a:stretch/>
        </p:blipFill>
        <p:spPr>
          <a:xfrm>
            <a:off x="14644856" y="7099300"/>
            <a:ext cx="402887" cy="901700"/>
          </a:xfrm>
          <a:prstGeom prst="rect">
            <a:avLst/>
          </a:prstGeom>
        </p:spPr>
      </p:pic>
      <p:pic>
        <p:nvPicPr>
          <p:cNvPr id="8" name="">
            <a:extLst>
              <a:ext uri="{FF2B5EF4-FFF2-40B4-BE49-F238E27FC236}">
                <ns2:creationId id="{35F18627-CDA7-499B-82DC-53B36497A10C}"/>
              </a:ext>
            </a:extLst>
          </p:cNvPr>
          <p:cNvPicPr>
            <a:picLocks noChangeAspect="1"/>
          </p:cNvPicPr>
          <p:nvPr/>
        </p:nvPicPr>
        <p:blipFill>
          <a:blip ns3:embed="R3147ae6a8cb843c9"/>
          <a:stretch/>
        </p:blipFill>
        <p:spPr>
          <a:xfrm>
            <a:off x="14784556" y="6667500"/>
            <a:ext cx="402887" cy="901700"/>
          </a:xfrm>
          <a:prstGeom prst="rect">
            <a:avLst/>
          </a:prstGeom>
        </p:spPr>
      </p:pic>
      <p:pic>
        <p:nvPicPr>
          <p:cNvPr id="9" name="">
            <a:extLst>
              <a:ext uri="{FF2B5EF4-FFF2-40B4-BE49-F238E27FC236}">
                <ns2:creationId id="{4BFD60FE-085B-4540-8C06-488C776B8705}"/>
              </a:ext>
            </a:extLst>
          </p:cNvPr>
          <p:cNvPicPr>
            <a:picLocks noChangeAspect="1"/>
          </p:cNvPicPr>
          <p:nvPr/>
        </p:nvPicPr>
        <p:blipFill>
          <a:blip ns3:embed="Rdda361de994d48bf"/>
          <a:stretch/>
        </p:blipFill>
        <p:spPr>
          <a:xfrm>
            <a:off x="16941800" y="382588"/>
            <a:ext cx="1028700" cy="733425"/>
          </a:xfrm>
          <a:prstGeom prst="rect">
            <a:avLst/>
          </a:prstGeom>
        </p:spPr>
      </p:pic>
      <p:sp>
        <p:nvSpPr>
          <p:cNvPr id="10" name="copyright">
            <a:extLst>
              <a:ext uri="{FF2B5EF4-FFF2-40B4-BE49-F238E27FC236}">
                <ns2:creationId id="{7AEC8129-1475-41FD-A13F-3532354B99F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86D0A82E-7512-47B8-B227-3B76EA222819}"/>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2F84608C-0851-49AE-ACA3-E4EA97FCD968}"/>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E2F7A1A5-E466-482B-BA69-57688FEABD6D}"/>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1926741F-A4BA-42F6-9217-03DEEFB9232D}"/>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A29847D8-2D9A-4F2C-9E23-BD415DCA3876}"/>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28236079-A008-4762-8F07-DDB0D3E86D4C}"/>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543574B6-3191-4DCA-9EE4-08D28C56663A}"/>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C0A5F495-6658-4703-B7B9-12F59277CDED}"/>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96381623-ABD9-4F45-960B-F344DAF0ECF5}"/>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020F61E2-C171-4339-B8BB-A540AFCACE0B}"/>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1377762048"/>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E4B3CBB6-6422-40EC-91A6-005134C9C10B}"/>
              </a:ext>
            </a:extLst>
          </p:cNvPr>
          <p:cNvPicPr>
            <a:picLocks noChangeAspect="1"/>
          </p:cNvPicPr>
          <p:nvPr/>
        </p:nvPicPr>
        <p:blipFill>
          <a:blip ns3:embed="Re1507454ad6a4b92"/>
          <a:stretch/>
        </p:blipFill>
        <p:spPr>
          <a:xfrm>
            <a:off x="1482979" y="4038600"/>
            <a:ext cx="15322041" cy="3683000"/>
          </a:xfrm>
          <a:prstGeom prst="rect">
            <a:avLst/>
          </a:prstGeom>
        </p:spPr>
      </p:pic>
      <p:pic>
        <p:nvPicPr>
          <p:cNvPr id="2" name="">
            <a:extLst>
              <a:ext uri="{FF2B5EF4-FFF2-40B4-BE49-F238E27FC236}">
                <ns2:creationId id="{930AE6C4-5513-4572-A0BC-803460303CCA}"/>
              </a:ext>
            </a:extLst>
          </p:cNvPr>
          <p:cNvPicPr>
            <a:picLocks noChangeAspect="1"/>
          </p:cNvPicPr>
          <p:nvPr/>
        </p:nvPicPr>
        <p:blipFill>
          <a:blip ns3:embed="R01118fd04dbd4182"/>
          <a:stretch/>
        </p:blipFill>
        <p:spPr>
          <a:xfrm>
            <a:off x="15914688" y="5372100"/>
            <a:ext cx="2066925" cy="4381500"/>
          </a:xfrm>
          <a:prstGeom prst="rect">
            <a:avLst/>
          </a:prstGeom>
        </p:spPr>
      </p:pic>
      <p:pic>
        <p:nvPicPr>
          <p:cNvPr id="3" name="">
            <a:extLst>
              <a:ext uri="{FF2B5EF4-FFF2-40B4-BE49-F238E27FC236}">
                <ns2:creationId id="{FEF8709B-A463-4AB6-95FF-16CE03A3E4A9}"/>
              </a:ext>
            </a:extLst>
          </p:cNvPr>
          <p:cNvPicPr>
            <a:picLocks noChangeAspect="1"/>
          </p:cNvPicPr>
          <p:nvPr/>
        </p:nvPicPr>
        <p:blipFill>
          <a:blip ns3:embed="R6dd588b6a0c84787"/>
          <a:stretch/>
        </p:blipFill>
        <p:spPr>
          <a:xfrm>
            <a:off x="16941800" y="382588"/>
            <a:ext cx="1028700" cy="733425"/>
          </a:xfrm>
          <a:prstGeom prst="rect">
            <a:avLst/>
          </a:prstGeom>
        </p:spPr>
      </p:pic>
      <p:sp>
        <p:nvSpPr>
          <p:cNvPr id="4" name="copyright">
            <a:extLst>
              <a:ext uri="{FF2B5EF4-FFF2-40B4-BE49-F238E27FC236}">
                <ns2:creationId id="{80E61776-6BA2-4F1F-BEC7-0D42F2DA609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022E69BB-5883-4D3A-9417-B29C91037002}"/>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9AB087FD-A5F7-46F7-890C-42F3979BB3DF}"/>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EC9957F4-9585-4A47-AEE3-D7ACA2F47D74}"/>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9E5C3E02-FB96-4BFC-B9B8-1D2A87D9B8B3}"/>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A19D63D6-8ED6-4CE6-8C66-4DCE560170F5}"/>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B6D742F3-64AE-4160-A80E-ABDC55A3F15B}"/>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BF5ADEE2-3108-4400-A407-3BEC8DF9C363}"/>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DB9E6AE1-47C4-4729-A97E-FA69C73E2EFE}"/>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BCFB1AAF-8C42-4A46-BC34-219B45243F88}"/>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10EA1055-727C-4027-B6C3-0E018F95A262}"/>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545737847"/>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5B346E5C-00A7-4408-A2F4-E66BC04F8F0E}"/>
              </a:ext>
            </a:extLst>
          </p:cNvPr>
          <p:cNvPicPr>
            <a:picLocks noChangeAspect="1"/>
          </p:cNvPicPr>
          <p:nvPr/>
        </p:nvPicPr>
        <p:blipFill>
          <a:blip ns3:embed="R3bbd2b505c27426b"/>
          <a:stretch/>
        </p:blipFill>
        <p:spPr>
          <a:xfrm>
            <a:off x="16941800" y="382588"/>
            <a:ext cx="1028700" cy="733425"/>
          </a:xfrm>
          <a:prstGeom prst="rect">
            <a:avLst/>
          </a:prstGeom>
        </p:spPr>
      </p:pic>
      <p:sp>
        <p:nvSpPr>
          <p:cNvPr id="2" name="copyright">
            <a:extLst>
              <a:ext uri="{FF2B5EF4-FFF2-40B4-BE49-F238E27FC236}">
                <ns2:creationId id="{E7847EAC-F5A3-4FB1-9D98-666BE7502C3E}"/>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F4BEC435-4B31-4706-BAE9-102F2C64D611}"/>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F9792639-317E-4124-BF1D-96E01DDC96C1}"/>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765AAF18-FB75-4248-85CC-6F63DDEA2B3B}"/>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B07A7361-C099-4BBF-9970-9CF14C4532BF}"/>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573505D6-F01A-49E2-94DC-6EA7547241C3}"/>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24C0634C-4BE8-4AF1-B3E2-022ED761643D}"/>
              </a:ext>
            </a:extLst>
          </p:cNvPr>
          <p:cNvPicPr>
            <a:picLocks noChangeAspect="1"/>
          </p:cNvPicPr>
          <p:nvPr/>
        </p:nvPicPr>
        <p:blipFill>
          <a:blip ns3:embed="R0e3580b559134d95"/>
          <a:stretch/>
        </p:blipFill>
        <p:spPr>
          <a:xfrm>
            <a:off x="5715000" y="4722634"/>
            <a:ext cx="6858000" cy="5151794"/>
          </a:xfrm>
          <a:prstGeom prst="rect">
            <a:avLst/>
          </a:prstGeom>
        </p:spPr>
      </p:pic>
    </p:spTree>
    <p:extLst>
      <p:ext uri="{BB962C8B-B14F-4D97-AF65-F5344CB8AC3E}">
        <ns4:creationId val="465935058"/>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0C56C1DA-FCDA-4BD3-9902-21C8FBD70E4C}"/>
              </a:ext>
            </a:extLst>
          </p:cNvPr>
          <p:cNvPicPr>
            <a:picLocks noChangeAspect="1"/>
          </p:cNvPicPr>
          <p:nvPr/>
        </p:nvPicPr>
        <p:blipFill>
          <a:blip ns3:embed="R4158e293b56f4b03"/>
          <a:stretch/>
        </p:blipFill>
        <p:spPr>
          <a:xfrm>
            <a:off x="4859" y="0"/>
            <a:ext cx="18278283" cy="10287000"/>
          </a:xfrm>
          <a:prstGeom prst="rect">
            <a:avLst/>
          </a:prstGeom>
        </p:spPr>
      </p:pic>
      <p:sp>
        <p:nvSpPr>
          <p:cNvPr id="2" name="reference_green_fade">
            <a:extLst>
              <a:ext uri="{FF2B5EF4-FFF2-40B4-BE49-F238E27FC236}">
                <ns2:creationId id="{8E0F64A5-3AFC-4D0F-B2DB-BC66B9BD142C}"/>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6FB18F64-D7F4-4B90-B413-2C978FABECCA}"/>
              </a:ext>
            </a:extLst>
          </p:cNvPr>
          <p:cNvPicPr>
            <a:picLocks noChangeAspect="1"/>
          </p:cNvPicPr>
          <p:nvPr/>
        </p:nvPicPr>
        <p:blipFill>
          <a:blip ns3:embed="Rd0469707509f4562"/>
          <a:stretch/>
        </p:blipFill>
        <p:spPr>
          <a:xfrm>
            <a:off x="16916400" y="332392"/>
            <a:ext cx="1079500" cy="668717"/>
          </a:xfrm>
          <a:prstGeom prst="rect">
            <a:avLst/>
          </a:prstGeom>
        </p:spPr>
      </p:pic>
      <p:sp>
        <p:nvSpPr>
          <p:cNvPr id="4" name="copyright">
            <a:extLst>
              <a:ext uri="{FF2B5EF4-FFF2-40B4-BE49-F238E27FC236}">
                <ns2:creationId id="{E275A95F-AA28-4475-8FCF-5FA96E64E5E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5549410A-A535-4A68-9DCB-CAF96DF134FE}"/>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ED82A1D2-C5EC-4B9E-BBA2-72ACBB4136BC}"/>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6E8436A8-ACD8-4FE2-97BE-83A968173E46}"/>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993859584"/>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B086AF37-F6CF-4D44-B43D-112412D268E7}"/>
              </a:ext>
            </a:extLst>
          </p:cNvPr>
          <p:cNvPicPr>
            <a:picLocks noChangeAspect="1"/>
          </p:cNvPicPr>
          <p:nvPr/>
        </p:nvPicPr>
        <p:blipFill>
          <a:blip ns3:embed="Rf2143c70da104c31"/>
          <a:stretch/>
        </p:blipFill>
        <p:spPr>
          <a:xfrm>
            <a:off x="16941800" y="382588"/>
            <a:ext cx="1028700" cy="733425"/>
          </a:xfrm>
          <a:prstGeom prst="rect">
            <a:avLst/>
          </a:prstGeom>
        </p:spPr>
      </p:pic>
      <p:sp>
        <p:nvSpPr>
          <p:cNvPr id="2" name="part_heading">
            <a:extLst>
              <a:ext uri="{FF2B5EF4-FFF2-40B4-BE49-F238E27FC236}">
                <ns2:creationId id="{997478C3-43C4-46E5-963F-D29302DA648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2B5768D-AC96-4AA1-BEAD-59CC7693ED1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9EBC3064-6496-43F1-8555-BF798937DA0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336ABC62-BFBB-4820-BDFB-D9DD7F9282C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8C3BD893-B580-410A-9659-7AA229E375B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D4642990-6FE1-434C-B941-516F18DC1B3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4E5A091-21BA-47CB-A8DB-0F46F82F407D}"/>
              </a:ext>
            </a:extLst>
          </p:cNvPr>
          <p:cNvPicPr>
            <a:picLocks noChangeAspect="1"/>
          </p:cNvPicPr>
          <p:nvPr/>
        </p:nvPicPr>
        <p:blipFill>
          <a:blip ns3:embed="R42ebd1b6c5b041a4"/>
          <a:stretch/>
        </p:blipFill>
        <p:spPr>
          <a:xfrm>
            <a:off x="2884112" y="4762500"/>
            <a:ext cx="5280776" cy="4857750"/>
          </a:xfrm>
          <a:prstGeom prst="rect">
            <a:avLst/>
          </a:prstGeom>
        </p:spPr>
      </p:pic>
      <p:pic>
        <p:nvPicPr>
          <p:cNvPr id="9" name="">
            <a:extLst>
              <a:ext uri="{FF2B5EF4-FFF2-40B4-BE49-F238E27FC236}">
                <ns2:creationId id="{483C539C-CB8E-44E7-8A6A-107C72163BF0}"/>
              </a:ext>
            </a:extLst>
          </p:cNvPr>
          <p:cNvPicPr>
            <a:picLocks noChangeAspect="1"/>
          </p:cNvPicPr>
          <p:nvPr/>
        </p:nvPicPr>
        <p:blipFill>
          <a:blip ns3:embed="R9fe3d23d282d4563"/>
          <a:stretch/>
        </p:blipFill>
        <p:spPr>
          <a:xfrm>
            <a:off x="10116062" y="4762500"/>
            <a:ext cx="5294877" cy="4857750"/>
          </a:xfrm>
          <a:prstGeom prst="rect">
            <a:avLst/>
          </a:prstGeom>
        </p:spPr>
      </p:pic>
    </p:spTree>
    <p:extLst>
      <p:ext uri="{BB962C8B-B14F-4D97-AF65-F5344CB8AC3E}">
        <ns4:creationId val="1687714823"/>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C70F4A48-310A-4FCC-B9A3-974388AC1C0C}"/>
              </a:ext>
            </a:extLst>
          </p:cNvPr>
          <p:cNvPicPr>
            <a:picLocks noChangeAspect="1"/>
          </p:cNvPicPr>
          <p:nvPr/>
        </p:nvPicPr>
        <p:blipFill>
          <a:blip ns3:embed="Rca3c8915e2dc4713"/>
          <a:stretch/>
        </p:blipFill>
        <p:spPr>
          <a:xfrm>
            <a:off x="16941800" y="382588"/>
            <a:ext cx="1028700" cy="733425"/>
          </a:xfrm>
          <a:prstGeom prst="rect">
            <a:avLst/>
          </a:prstGeom>
        </p:spPr>
      </p:pic>
      <p:sp>
        <p:nvSpPr>
          <p:cNvPr id="2" name="part_heading">
            <a:extLst>
              <a:ext uri="{FF2B5EF4-FFF2-40B4-BE49-F238E27FC236}">
                <ns2:creationId id="{CEE597DB-8B8C-446C-AA8B-85C686FAD77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FDE10E2-D843-4F41-964B-54F887C1075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5F36860-4DA3-45B7-A335-0F20787EF15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D41FAAB-21B0-4576-8127-C6BAAC4AD45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5851F9D5-FB7C-46B5-8BA1-6341E763691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976DECCD-F381-4CD7-95FF-20813B79B26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23B3A77-8F30-469F-AABA-8C895C450EFB}"/>
              </a:ext>
            </a:extLst>
          </p:cNvPr>
          <p:cNvPicPr>
            <a:picLocks noChangeAspect="1"/>
          </p:cNvPicPr>
          <p:nvPr/>
        </p:nvPicPr>
        <p:blipFill>
          <a:blip ns3:embed="R14c12c0224664af1"/>
          <a:stretch/>
        </p:blipFill>
        <p:spPr>
          <a:xfrm>
            <a:off x="1838727" y="4762500"/>
            <a:ext cx="14610545" cy="723900"/>
          </a:xfrm>
          <a:prstGeom prst="rect">
            <a:avLst/>
          </a:prstGeom>
        </p:spPr>
      </p:pic>
      <p:pic>
        <p:nvPicPr>
          <p:cNvPr id="9" name="">
            <a:extLst>
              <a:ext uri="{FF2B5EF4-FFF2-40B4-BE49-F238E27FC236}">
                <ns2:creationId id="{1EE170EB-46D2-4E65-B428-9A9A1E6A3B0D}"/>
              </a:ext>
            </a:extLst>
          </p:cNvPr>
          <p:cNvPicPr>
            <a:picLocks noChangeAspect="1"/>
          </p:cNvPicPr>
          <p:nvPr/>
        </p:nvPicPr>
        <p:blipFill>
          <a:blip ns3:embed="R52642c4f754e493a"/>
          <a:stretch/>
        </p:blipFill>
        <p:spPr>
          <a:xfrm>
            <a:off x="3050349" y="5810250"/>
            <a:ext cx="12187303" cy="723900"/>
          </a:xfrm>
          <a:prstGeom prst="rect">
            <a:avLst/>
          </a:prstGeom>
        </p:spPr>
      </p:pic>
      <p:sp>
        <p:nvSpPr>
          <p:cNvPr id="10" name="interpretation-panel">
            <a:extLst>
              <a:ext uri="{FF2B5EF4-FFF2-40B4-BE49-F238E27FC236}">
                <ns2:creationId id="{1BD7B0CA-8C16-4D3C-ADF8-960F5CD61845}"/>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E1A4B50B-7A70-49A2-9573-391C74B88573}"/>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F00C993B-44C5-4E48-B89F-5A6ABF98AFB9}"/>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2418235"/>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B13AB1C8-FDE7-4E19-A87F-3BCD9F664D5A}"/>
              </a:ext>
            </a:extLst>
          </p:cNvPr>
          <p:cNvPicPr>
            <a:picLocks noChangeAspect="1"/>
          </p:cNvPicPr>
          <p:nvPr/>
        </p:nvPicPr>
        <p:blipFill>
          <a:blip ns3:embed="Rb0df15963dfa4f3c"/>
          <a:stretch/>
        </p:blipFill>
        <p:spPr>
          <a:xfrm>
            <a:off x="16941800" y="382588"/>
            <a:ext cx="1028700" cy="733425"/>
          </a:xfrm>
          <a:prstGeom prst="rect">
            <a:avLst/>
          </a:prstGeom>
        </p:spPr>
      </p:pic>
      <p:sp>
        <p:nvSpPr>
          <p:cNvPr id="2" name="part_heading">
            <a:extLst>
              <a:ext uri="{FF2B5EF4-FFF2-40B4-BE49-F238E27FC236}">
                <ns2:creationId id="{A52D96C6-193B-4DD4-B103-25B0725F23D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2ED36723-C38C-40B3-AE26-8F904BF1946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2D70202-8456-4567-9A32-9A26A69F191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02246F43-3FF6-42A2-93E0-903D58B73A8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2390F9AA-3C42-4F3F-B2D0-405BB52542C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9D906F93-DA75-4206-B245-B41AFB3B474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4F19C3E-620C-436F-AA1D-924984DF8A22}"/>
              </a:ext>
            </a:extLst>
          </p:cNvPr>
          <p:cNvPicPr>
            <a:picLocks noChangeAspect="1"/>
          </p:cNvPicPr>
          <p:nvPr/>
        </p:nvPicPr>
        <p:blipFill>
          <a:blip ns3:embed="Rc1a26debb7f6423e"/>
          <a:stretch/>
        </p:blipFill>
        <p:spPr>
          <a:xfrm>
            <a:off x="5003602" y="4524375"/>
            <a:ext cx="8280797" cy="4762500"/>
          </a:xfrm>
          <a:prstGeom prst="rect">
            <a:avLst/>
          </a:prstGeom>
        </p:spPr>
      </p:pic>
    </p:spTree>
    <p:extLst>
      <p:ext uri="{BB962C8B-B14F-4D97-AF65-F5344CB8AC3E}">
        <ns4:creationId val="1889572903"/>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097F75B8-BD0C-4237-9DB5-877FC5FE2CD2}"/>
              </a:ext>
            </a:extLst>
          </p:cNvPr>
          <p:cNvPicPr>
            <a:picLocks noChangeAspect="1"/>
          </p:cNvPicPr>
          <p:nvPr/>
        </p:nvPicPr>
        <p:blipFill>
          <a:blip ns3:embed="R0302d82fc5fd4684"/>
          <a:stretch/>
        </p:blipFill>
        <p:spPr>
          <a:xfrm>
            <a:off x="16941800" y="382588"/>
            <a:ext cx="1028700" cy="733425"/>
          </a:xfrm>
          <a:prstGeom prst="rect">
            <a:avLst/>
          </a:prstGeom>
        </p:spPr>
      </p:pic>
      <p:sp>
        <p:nvSpPr>
          <p:cNvPr id="2" name="part_heading">
            <a:extLst>
              <a:ext uri="{FF2B5EF4-FFF2-40B4-BE49-F238E27FC236}">
                <ns2:creationId id="{41230F98-31A0-4B88-8602-3BCE37955C0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4C2FC718-9446-419F-B928-F26B5759222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C9F627D-4787-41DD-961C-7B26B8DE28F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A3CF8EE6-78DA-45E9-A380-E649A10A60E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E9F10EF7-829B-4924-817E-1A244216A21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D63D487E-C7D9-4C51-9F4E-1527BE56EDA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53E0F61-6A1A-4821-93FA-EA721C1E282F}"/>
              </a:ext>
            </a:extLst>
          </p:cNvPr>
          <p:cNvPicPr>
            <a:picLocks noChangeAspect="1"/>
          </p:cNvPicPr>
          <p:nvPr/>
        </p:nvPicPr>
        <p:blipFill>
          <a:blip ns3:embed="R86e9bac1d3fa4ba4"/>
          <a:stretch/>
        </p:blipFill>
        <p:spPr>
          <a:xfrm>
            <a:off x="4000500" y="5017064"/>
            <a:ext cx="10287000" cy="2062622"/>
          </a:xfrm>
          <a:prstGeom prst="rect">
            <a:avLst/>
          </a:prstGeom>
        </p:spPr>
      </p:pic>
      <p:sp>
        <p:nvSpPr>
          <p:cNvPr id="9" name="takeaway-box">
            <a:extLst>
              <a:ext uri="{FF2B5EF4-FFF2-40B4-BE49-F238E27FC236}">
                <ns2:creationId id="{AC6A3254-00B5-4B55-9F82-5D70F8A7A733}"/>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16A8556C-5B34-4A7B-A6CC-934E85C81A17}"/>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439137865"/>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1B39F65C-CA50-45DA-85EA-C683CA690AFB}"/>
              </a:ext>
            </a:extLst>
          </p:cNvPr>
          <p:cNvPicPr>
            <a:picLocks noChangeAspect="1"/>
          </p:cNvPicPr>
          <p:nvPr/>
        </p:nvPicPr>
        <p:blipFill>
          <a:blip ns3:embed="R2c6fe34071054666"/>
          <a:stretch/>
        </p:blipFill>
        <p:spPr>
          <a:xfrm>
            <a:off x="16941800" y="382588"/>
            <a:ext cx="1028700" cy="733425"/>
          </a:xfrm>
          <a:prstGeom prst="rect">
            <a:avLst/>
          </a:prstGeom>
        </p:spPr>
      </p:pic>
      <p:sp>
        <p:nvSpPr>
          <p:cNvPr id="2" name="part_heading">
            <a:extLst>
              <a:ext uri="{FF2B5EF4-FFF2-40B4-BE49-F238E27FC236}">
                <ns2:creationId id="{B97FC337-79E5-40D9-8E6A-773D552C1E5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FE4B83D-7509-4F0A-A2EB-63340801177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C8062ED-EF73-416E-9736-C7F502E17C5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80D1B2DE-0621-4EDB-B976-E28BD0E3C11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EEE38353-816E-4B4A-A38D-25D9C9E052F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7D57096B-45B6-4212-9AC7-E7671411C9F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ED3C6CF-005D-4CD8-89B7-2DE4F43A465C}"/>
              </a:ext>
            </a:extLst>
          </p:cNvPr>
          <p:cNvPicPr>
            <a:picLocks noChangeAspect="1"/>
          </p:cNvPicPr>
          <p:nvPr/>
        </p:nvPicPr>
        <p:blipFill>
          <a:blip ns3:embed="Rdcc207cc13d347fe"/>
          <a:stretch/>
        </p:blipFill>
        <p:spPr>
          <a:xfrm>
            <a:off x="2000250" y="4675188"/>
            <a:ext cx="14287500" cy="793750"/>
          </a:xfrm>
          <a:prstGeom prst="rect">
            <a:avLst/>
          </a:prstGeom>
        </p:spPr>
      </p:pic>
      <p:pic>
        <p:nvPicPr>
          <p:cNvPr id="9" name="">
            <a:extLst>
              <a:ext uri="{FF2B5EF4-FFF2-40B4-BE49-F238E27FC236}">
                <ns2:creationId id="{582E6DD0-B1A9-4761-BA69-261568D3A17B}"/>
              </a:ext>
            </a:extLst>
          </p:cNvPr>
          <p:cNvPicPr>
            <a:picLocks noChangeAspect="1"/>
          </p:cNvPicPr>
          <p:nvPr/>
        </p:nvPicPr>
        <p:blipFill>
          <a:blip ns3:embed="R2f305276b90041b3"/>
          <a:stretch/>
        </p:blipFill>
        <p:spPr>
          <a:xfrm>
            <a:off x="7098994" y="5810250"/>
            <a:ext cx="4090013" cy="3762375"/>
          </a:xfrm>
          <a:prstGeom prst="rect">
            <a:avLst/>
          </a:prstGeom>
        </p:spPr>
      </p:pic>
    </p:spTree>
    <p:extLst>
      <p:ext uri="{BB962C8B-B14F-4D97-AF65-F5344CB8AC3E}">
        <ns4:creationId val="1811078556"/>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6C320EDE-B397-4845-90C4-1110BD8AE3CE}"/>
              </a:ext>
            </a:extLst>
          </p:cNvPr>
          <p:cNvPicPr>
            <a:picLocks noChangeAspect="1"/>
          </p:cNvPicPr>
          <p:nvPr/>
        </p:nvPicPr>
        <p:blipFill>
          <a:blip ns3:embed="Re59b5cf2968e4142"/>
          <a:stretch/>
        </p:blipFill>
        <p:spPr>
          <a:xfrm>
            <a:off x="16941800" y="382588"/>
            <a:ext cx="1028700" cy="733425"/>
          </a:xfrm>
          <a:prstGeom prst="rect">
            <a:avLst/>
          </a:prstGeom>
        </p:spPr>
      </p:pic>
      <p:sp>
        <p:nvSpPr>
          <p:cNvPr id="2" name="part_heading">
            <a:extLst>
              <a:ext uri="{FF2B5EF4-FFF2-40B4-BE49-F238E27FC236}">
                <ns2:creationId id="{6020621E-F890-4974-A033-DF48862116F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FC59868-658B-437C-88A1-E666AEAE041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F031FB2-96D9-408B-9260-C1C09093177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57545BA1-0339-4EDB-A52F-75F0E636E58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6C4AEE85-95EF-4B8A-864B-030B8442710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4EBD4426-2AE7-4F74-BBB4-0551FD7E4F7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AC1B3F7-7AB8-4B6D-A77C-B39E55DDA448}"/>
              </a:ext>
            </a:extLst>
          </p:cNvPr>
          <p:cNvPicPr>
            <a:picLocks noChangeAspect="1"/>
          </p:cNvPicPr>
          <p:nvPr/>
        </p:nvPicPr>
        <p:blipFill>
          <a:blip ns3:embed="Rbd263aaae1f94b9c"/>
          <a:stretch/>
        </p:blipFill>
        <p:spPr>
          <a:xfrm>
            <a:off x="2000250" y="4622107"/>
            <a:ext cx="14287500" cy="4681336"/>
          </a:xfrm>
          <a:prstGeom prst="rect">
            <a:avLst/>
          </a:prstGeom>
        </p:spPr>
      </p:pic>
    </p:spTree>
    <p:extLst>
      <p:ext uri="{BB962C8B-B14F-4D97-AF65-F5344CB8AC3E}">
        <ns4:creationId val="1567997381"/>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72F9D1B1-3A13-4721-BC70-5CEB86830C28}"/>
              </a:ext>
            </a:extLst>
          </p:cNvPr>
          <p:cNvPicPr>
            <a:picLocks noChangeAspect="1"/>
          </p:cNvPicPr>
          <p:nvPr/>
        </p:nvPicPr>
        <p:blipFill>
          <a:blip ns3:embed="Rc39f6e8c9b6e42bf"/>
          <a:stretch/>
        </p:blipFill>
        <p:spPr>
          <a:xfrm>
            <a:off x="16941800" y="382588"/>
            <a:ext cx="1028700" cy="733425"/>
          </a:xfrm>
          <a:prstGeom prst="rect">
            <a:avLst/>
          </a:prstGeom>
        </p:spPr>
      </p:pic>
      <p:sp>
        <p:nvSpPr>
          <p:cNvPr id="2" name="part_heading">
            <a:extLst>
              <a:ext uri="{FF2B5EF4-FFF2-40B4-BE49-F238E27FC236}">
                <ns2:creationId id="{24748C2C-5D63-48B0-8AFD-6DAE5F4E78A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1543CA6-9188-4F0C-9557-D9CE1C7165D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163F504-3F76-444A-BB8D-B8DF314A69D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D82C5A11-F0DF-457A-A30E-CB56455C29F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131B8105-5858-4C8D-8C81-F3D88B138628}"/>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B8DDFA37-DF1D-4E90-8249-F26FF23C6845}"/>
              </a:ext>
            </a:extLst>
          </p:cNvPr>
          <p:cNvPicPr>
            <a:picLocks noChangeAspect="1"/>
          </p:cNvPicPr>
          <p:nvPr/>
        </p:nvPicPr>
        <p:blipFill>
          <a:blip ns3:embed="R7c387b19336c4f77"/>
          <a:stretch/>
        </p:blipFill>
        <p:spPr>
          <a:xfrm>
            <a:off x="11283641" y="4095750"/>
            <a:ext cx="5340968" cy="5286375"/>
          </a:xfrm>
          <a:prstGeom prst="rect">
            <a:avLst/>
          </a:prstGeom>
        </p:spPr>
      </p:pic>
      <p:pic>
        <p:nvPicPr>
          <p:cNvPr id="8" name="">
            <a:extLst>
              <a:ext uri="{FF2B5EF4-FFF2-40B4-BE49-F238E27FC236}">
                <ns2:creationId id="{DD8D7E9E-D97A-492A-8238-84DAE8C23CC6}"/>
              </a:ext>
            </a:extLst>
          </p:cNvPr>
          <p:cNvPicPr>
            <a:picLocks noChangeAspect="1"/>
          </p:cNvPicPr>
          <p:nvPr/>
        </p:nvPicPr>
        <p:blipFill>
          <a:blip ns3:embed="R724a6168a20b46fb"/>
          <a:stretch/>
        </p:blipFill>
        <p:spPr>
          <a:xfrm>
            <a:off x="2778125" y="5619750"/>
            <a:ext cx="5207000" cy="1190625"/>
          </a:xfrm>
          <a:prstGeom prst="rect">
            <a:avLst/>
          </a:prstGeom>
        </p:spPr>
      </p:pic>
      <p:sp>
        <p:nvSpPr>
          <p:cNvPr id="9" name="symbols">
            <a:extLst>
              <a:ext uri="{FF2B5EF4-FFF2-40B4-BE49-F238E27FC236}">
                <ns2:creationId id="{0D06F0B7-974B-482D-B711-29198907B4B6}"/>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538265388"/>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63E4ED7F-FA4F-4D69-9B6B-6BC39283C7D8}"/>
              </a:ext>
            </a:extLst>
          </p:cNvPr>
          <p:cNvPicPr>
            <a:picLocks noChangeAspect="1"/>
          </p:cNvPicPr>
          <p:nvPr/>
        </p:nvPicPr>
        <p:blipFill>
          <a:blip ns3:embed="R864638b197ce4355"/>
          <a:stretch/>
        </p:blipFill>
        <p:spPr>
          <a:xfrm>
            <a:off x="16941800" y="382588"/>
            <a:ext cx="1028700" cy="733425"/>
          </a:xfrm>
          <a:prstGeom prst="rect">
            <a:avLst/>
          </a:prstGeom>
        </p:spPr>
      </p:pic>
      <p:sp>
        <p:nvSpPr>
          <p:cNvPr id="2" name="part_heading">
            <a:extLst>
              <a:ext uri="{FF2B5EF4-FFF2-40B4-BE49-F238E27FC236}">
                <ns2:creationId id="{794D4FBC-66D6-47C5-B2BC-73D7E870AE9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3CC318A-D982-46DC-950C-9F99F6055E5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ED3C16D-AD2D-455D-81F2-B8696AEA3ED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7F33724-0587-496E-B235-54EA8694808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81E23BC0-EB9D-439F-95B8-1FCCFA87DEF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B089AA21-CF34-4A87-BC08-702DD34D387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D0E63A7-EF58-4A9F-B561-F8E631DE30CC}"/>
              </a:ext>
            </a:extLst>
          </p:cNvPr>
          <p:cNvPicPr>
            <a:picLocks noChangeAspect="1"/>
          </p:cNvPicPr>
          <p:nvPr/>
        </p:nvPicPr>
        <p:blipFill>
          <a:blip ns3:embed="Re28786fc564843bc"/>
          <a:stretch/>
        </p:blipFill>
        <p:spPr>
          <a:xfrm>
            <a:off x="3587303" y="4667250"/>
            <a:ext cx="11113394" cy="723900"/>
          </a:xfrm>
          <a:prstGeom prst="rect">
            <a:avLst/>
          </a:prstGeom>
        </p:spPr>
      </p:pic>
      <p:sp>
        <p:nvSpPr>
          <p:cNvPr id="9" name="q1">
            <a:extLst>
              <a:ext uri="{FF2B5EF4-FFF2-40B4-BE49-F238E27FC236}">
                <ns2:creationId id="{5543683B-EC18-485E-9819-4EC4269DE17F}"/>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27EDC02A-59F6-4464-A10D-4E322710D73B}"/>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3BA0D043-8793-4D9A-A02C-8029FD0BF210}"/>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DCC2B52E-F7C8-4DAA-83A4-CCE3FB1E1CAE}"/>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9006297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789368AB-AC98-4B88-B5B4-51FA56368419}"/>
              </a:ext>
            </a:extLst>
          </p:cNvPr>
          <p:cNvPicPr>
            <a:picLocks noChangeAspect="1"/>
          </p:cNvPicPr>
          <p:nvPr/>
        </p:nvPicPr>
        <p:blipFill>
          <a:blip ns3:embed="Ra85afed8d50b4c5c"/>
          <a:stretch/>
        </p:blipFill>
        <p:spPr>
          <a:xfrm>
            <a:off x="4859" y="0"/>
            <a:ext cx="18278283" cy="10287000"/>
          </a:xfrm>
          <a:prstGeom prst="rect">
            <a:avLst/>
          </a:prstGeom>
        </p:spPr>
      </p:pic>
      <p:sp>
        <p:nvSpPr>
          <p:cNvPr id="2" name="reference_green_fade">
            <a:extLst>
              <a:ext uri="{FF2B5EF4-FFF2-40B4-BE49-F238E27FC236}">
                <ns2:creationId id="{50E8D8AF-3BC1-40BC-8BCD-1A4C7C503890}"/>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8DBCA6A8-F64F-4331-B005-85433FF12DB3}"/>
              </a:ext>
            </a:extLst>
          </p:cNvPr>
          <p:cNvPicPr>
            <a:picLocks noChangeAspect="1"/>
          </p:cNvPicPr>
          <p:nvPr/>
        </p:nvPicPr>
        <p:blipFill>
          <a:blip ns3:embed="R69bdbebc27934078"/>
          <a:stretch/>
        </p:blipFill>
        <p:spPr>
          <a:xfrm>
            <a:off x="16916400" y="332392"/>
            <a:ext cx="1079500" cy="668717"/>
          </a:xfrm>
          <a:prstGeom prst="rect">
            <a:avLst/>
          </a:prstGeom>
        </p:spPr>
      </p:pic>
      <p:sp>
        <p:nvSpPr>
          <p:cNvPr id="4" name="copyright">
            <a:extLst>
              <a:ext uri="{FF2B5EF4-FFF2-40B4-BE49-F238E27FC236}">
                <ns2:creationId id="{3D6D6F74-E559-4C64-A9DC-BD93DBA7AFA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7DEB2711-AAF0-4210-A979-483E04BA1AD5}"/>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537AA2C0-EB8D-4898-9C99-DF77F78206F7}"/>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F964642C-3091-4AAC-B894-F492673ECEA5}"/>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774987066"/>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65979260-B118-4C55-9FB6-EC7DB95D913B}"/>
              </a:ext>
            </a:extLst>
          </p:cNvPr>
          <p:cNvPicPr>
            <a:picLocks noChangeAspect="1"/>
          </p:cNvPicPr>
          <p:nvPr/>
        </p:nvPicPr>
        <p:blipFill>
          <a:blip ns3:embed="R56796bd1d5094ea4"/>
          <a:stretch/>
        </p:blipFill>
        <p:spPr>
          <a:xfrm>
            <a:off x="16941800" y="382588"/>
            <a:ext cx="1028700" cy="733425"/>
          </a:xfrm>
          <a:prstGeom prst="rect">
            <a:avLst/>
          </a:prstGeom>
        </p:spPr>
      </p:pic>
      <p:sp>
        <p:nvSpPr>
          <p:cNvPr id="2" name="part_heading">
            <a:extLst>
              <a:ext uri="{FF2B5EF4-FFF2-40B4-BE49-F238E27FC236}">
                <ns2:creationId id="{8546A9E6-9C79-43EB-9749-09F36F9B401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157F82FE-39DD-4794-99B3-97FEE169EE5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E26CCBC-E56F-4241-9846-4C5395A7D7C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182E2B95-1364-42A5-B23E-D4FCD92ECD4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03D8A3DC-9F12-4C03-B1B6-1CFBC55AA62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57165416-0BB3-4581-8256-DA0970C6DA2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C0E0CA14-75DC-409F-BEA4-2FBCCED8465E}"/>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47720C78-5202-48CE-922D-DB512312C21F}"/>
              </a:ext>
            </a:extLst>
          </p:cNvPr>
          <p:cNvPicPr>
            <a:picLocks noChangeAspect="1"/>
          </p:cNvPicPr>
          <p:nvPr/>
        </p:nvPicPr>
        <p:blipFill>
          <a:blip ns3:embed="Rda4f633dba22459a"/>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94DC0FFD-CEB3-47D2-B020-3A4037B39BF4}"/>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1C2A0507-9817-4C4C-8C22-04A9A44E2743}"/>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06C105DC-8340-4169-9F62-C3FC6A1AE194}"/>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DE30C250-5AC9-48FA-8ADC-16BF106A86BA}"/>
              </a:ext>
            </a:extLst>
          </p:cNvPr>
          <p:cNvPicPr>
            <a:picLocks noChangeAspect="1"/>
          </p:cNvPicPr>
          <p:nvPr/>
        </p:nvPicPr>
        <p:blipFill>
          <a:blip ns3:embed="R85be17b83c6c4024"/>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837F1E1B-B3A6-47F4-AF55-F1441F2892FA}"/>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62E6649E-2D5F-425E-A517-FCA6731BA63E}"/>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421002867"/>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B467BEFE-AD96-4581-BF18-1879DE00E762}"/>
              </a:ext>
            </a:extLst>
          </p:cNvPr>
          <p:cNvPicPr>
            <a:picLocks noChangeAspect="1"/>
          </p:cNvPicPr>
          <p:nvPr/>
        </p:nvPicPr>
        <p:blipFill>
          <a:blip ns3:embed="Rd3c20badf69c4c37"/>
          <a:stretch/>
        </p:blipFill>
        <p:spPr>
          <a:xfrm>
            <a:off x="16941800" y="382588"/>
            <a:ext cx="1028700" cy="733425"/>
          </a:xfrm>
          <a:prstGeom prst="rect">
            <a:avLst/>
          </a:prstGeom>
        </p:spPr>
      </p:pic>
      <p:sp>
        <p:nvSpPr>
          <p:cNvPr id="2" name="part_heading">
            <a:extLst>
              <a:ext uri="{FF2B5EF4-FFF2-40B4-BE49-F238E27FC236}">
                <ns2:creationId id="{DE61CB65-642F-46DC-B0E0-C4374CCEA2D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482E8BA4-23DB-4BE2-A950-983DA53F7F8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C0EE102-86A4-4503-A3A2-090166E641D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0F22CA4A-FFF1-4A13-A790-5A75A4FBD0C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621EAECB-B6E4-4AA9-9CC7-EEE0001678E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72E060D9-38C9-40D6-89D7-662030EDD12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4093B45-C4FB-4D08-B40B-9184289618FF}"/>
              </a:ext>
            </a:extLst>
          </p:cNvPr>
          <p:cNvPicPr>
            <a:picLocks noChangeAspect="1"/>
          </p:cNvPicPr>
          <p:nvPr/>
        </p:nvPicPr>
        <p:blipFill>
          <a:blip ns3:embed="Rdfa2804133ba4f52"/>
          <a:stretch/>
        </p:blipFill>
        <p:spPr>
          <a:xfrm>
            <a:off x="1961408" y="4667250"/>
            <a:ext cx="14365184" cy="723900"/>
          </a:xfrm>
          <a:prstGeom prst="rect">
            <a:avLst/>
          </a:prstGeom>
        </p:spPr>
      </p:pic>
      <p:pic>
        <p:nvPicPr>
          <p:cNvPr id="9" name="">
            <a:extLst>
              <a:ext uri="{FF2B5EF4-FFF2-40B4-BE49-F238E27FC236}">
                <ns2:creationId id="{E9AB07F0-FC92-47BF-8C47-14D2803067CB}"/>
              </a:ext>
            </a:extLst>
          </p:cNvPr>
          <p:cNvPicPr>
            <a:picLocks noChangeAspect="1"/>
          </p:cNvPicPr>
          <p:nvPr/>
        </p:nvPicPr>
        <p:blipFill>
          <a:blip ns3:embed="Rb3aaaaa434e449e7"/>
          <a:stretch/>
        </p:blipFill>
        <p:spPr>
          <a:xfrm>
            <a:off x="1869688" y="5619750"/>
            <a:ext cx="14548624" cy="723900"/>
          </a:xfrm>
          <a:prstGeom prst="rect">
            <a:avLst/>
          </a:prstGeom>
        </p:spPr>
      </p:pic>
      <p:sp>
        <p:nvSpPr>
          <p:cNvPr id="10" name="strip-1">
            <a:extLst>
              <a:ext uri="{FF2B5EF4-FFF2-40B4-BE49-F238E27FC236}">
                <ns2:creationId id="{4D41947A-38D9-4DAA-9AC5-DF9AFF0EE7AB}"/>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AAF84541-0D21-465F-97DB-5241AD255A9B}"/>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6C732BAA-E944-487E-82E7-327B1A929379}"/>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51265AF3-D4C3-4A69-9D5F-E7DB941C5A1E}"/>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E057EB85-BF13-474B-9215-CC4A4E3D3032}"/>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0D348843-C3ED-4C2F-8411-0BC15EF00AE2}"/>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18C77813-3C5B-4C52-A21D-D5B0AA18225C}"/>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645BC6DD-544B-47FC-9C6E-B0D3A6229D7E}"/>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A70CDACB-21B3-45A5-8C47-75E2C5906155}"/>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69432351-2EED-49A1-98C2-B999D8649E9A}"/>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1209648424"/>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2766A2AA-5DD5-4FAE-B649-C01FBA23C795}"/>
              </a:ext>
            </a:extLst>
          </p:cNvPr>
          <p:cNvPicPr>
            <a:picLocks noChangeAspect="1"/>
          </p:cNvPicPr>
          <p:nvPr/>
        </p:nvPicPr>
        <p:blipFill>
          <a:blip ns3:embed="R955ee413308a456a"/>
          <a:stretch/>
        </p:blipFill>
        <p:spPr>
          <a:xfrm>
            <a:off x="16941800" y="382588"/>
            <a:ext cx="1028700" cy="733425"/>
          </a:xfrm>
          <a:prstGeom prst="rect">
            <a:avLst/>
          </a:prstGeom>
        </p:spPr>
      </p:pic>
      <p:sp>
        <p:nvSpPr>
          <p:cNvPr id="2" name="part_heading">
            <a:extLst>
              <a:ext uri="{FF2B5EF4-FFF2-40B4-BE49-F238E27FC236}">
                <ns2:creationId id="{CF1ED795-B3ED-4393-B707-7DE59D4F128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401A5675-DAE2-4F64-823C-3BC9BFFCE34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93CB6C2-6989-4A7D-988D-4E679C567FA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EBAB469-8868-4DBF-A57B-4DFD9E8D6FF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56CFBA3F-0BC9-470F-9882-60225BB2F1B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421D44EE-D833-4B2D-A3F9-29FA441FC7E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E138679F-4686-450E-981D-B44DECCE1377}"/>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177A05A6-0678-4432-BE19-C58B66609DD5}"/>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4E197137-84CD-40BC-AF83-26BBEA59D566}"/>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5E9791F3-2D4C-4B99-B229-309F0E32C5FE}"/>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5A321637-460E-4776-BF18-C7BB02E3990A}"/>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CA49F7A3-00A3-429E-9345-53E17EDE3851}"/>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8863A260-A560-4036-8E2B-381EACAF5A71}"/>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301F6B82-2171-4465-858D-E0F395A0B745}"/>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59A8DF7D-A556-4E74-B892-6D109F28B763}"/>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59817FA2-2E0D-4263-BF84-A04E3088B75C}"/>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4AFEFDB0-6F2D-4164-BB18-095D15DC70F3}"/>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0179BC62-06DF-4681-9621-EE0CB69BAEDF}"/>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03267663"/>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6E68ED8A-9559-4F72-8921-B4F0B996CA99}"/>
              </a:ext>
            </a:extLst>
          </p:cNvPr>
          <p:cNvPicPr>
            <a:picLocks noChangeAspect="1"/>
          </p:cNvPicPr>
          <p:nvPr/>
        </p:nvPicPr>
        <p:blipFill>
          <a:blip ns3:embed="R4a7529aa7e0446ad"/>
          <a:stretch/>
        </p:blipFill>
        <p:spPr>
          <a:xfrm>
            <a:off x="16941800" y="382588"/>
            <a:ext cx="1028700" cy="733425"/>
          </a:xfrm>
          <a:prstGeom prst="rect">
            <a:avLst/>
          </a:prstGeom>
        </p:spPr>
      </p:pic>
      <p:sp>
        <p:nvSpPr>
          <p:cNvPr id="2" name="part_heading">
            <a:extLst>
              <a:ext uri="{FF2B5EF4-FFF2-40B4-BE49-F238E27FC236}">
                <ns2:creationId id="{94A4AD37-CAF6-47E5-87F8-7F083B775DF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6FB8C156-44F2-4704-B67C-363F17AD0DA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828EA8C-0929-4EA9-A350-85FBBBFC8D4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BE61B9B5-EAEC-4D5F-8CCD-D923125D684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1B6CB220-4D2F-49F4-B8CE-1C6951F6BF7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5F9645B4-433E-47B6-8967-08DDA41B7B2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42999B7D-36FC-47E6-8D9F-99D5876240F1}"/>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5ACE50CB-C4A1-43D7-BF8D-41C9E927865C}"/>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629AF9B8-8DB3-4CB5-81B5-2BBDB35F5E9D}"/>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C4FD7BEE-E257-4DCC-BB18-2FC5F062D8EF}"/>
              </a:ext>
            </a:extLst>
          </p:cNvPr>
          <p:cNvPicPr>
            <a:picLocks noChangeAspect="1"/>
          </p:cNvPicPr>
          <p:nvPr/>
        </p:nvPicPr>
        <p:blipFill>
          <a:blip ns3:embed="R22c31f9d4def468a"/>
          <a:stretch/>
        </p:blipFill>
        <p:spPr>
          <a:xfrm>
            <a:off x="4476750" y="5018554"/>
            <a:ext cx="12001500" cy="554691"/>
          </a:xfrm>
          <a:prstGeom prst="rect">
            <a:avLst/>
          </a:prstGeom>
        </p:spPr>
      </p:pic>
      <p:sp>
        <p:nvSpPr>
          <p:cNvPr id="12" name="eq-ethanol-calculation">
            <a:extLst>
              <a:ext uri="{FF2B5EF4-FFF2-40B4-BE49-F238E27FC236}">
                <ns2:creationId id="{3B57AF37-1ABB-4A07-A43B-1918BC2F1DF6}"/>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79AA23A8-64F2-4C1D-ABE4-A51499E2B9A6}"/>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0DFCEF7E-BF8D-4E50-8747-E609297FBE72}"/>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5401EE23-8ED5-45D4-A538-6EA1C7E963F2}"/>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03B9D0B7-B548-4577-A02E-3699EE1B5902}"/>
              </a:ext>
            </a:extLst>
          </p:cNvPr>
          <p:cNvPicPr>
            <a:picLocks noChangeAspect="1"/>
          </p:cNvPicPr>
          <p:nvPr/>
        </p:nvPicPr>
        <p:blipFill>
          <a:blip ns3:embed="R4105e3daf70844bc"/>
          <a:stretch/>
        </p:blipFill>
        <p:spPr>
          <a:xfrm>
            <a:off x="4476750" y="7472773"/>
            <a:ext cx="12001500" cy="599254"/>
          </a:xfrm>
          <a:prstGeom prst="rect">
            <a:avLst/>
          </a:prstGeom>
        </p:spPr>
      </p:pic>
      <p:sp>
        <p:nvSpPr>
          <p:cNvPr id="17" name="eq-water-liquid-calculation">
            <a:extLst>
              <a:ext uri="{FF2B5EF4-FFF2-40B4-BE49-F238E27FC236}">
                <ns2:creationId id="{7646DA37-02CE-4E1B-9105-2718F66A94F2}"/>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940724715"/>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DA505FF9-2E12-4CCD-85A2-43D4F3CCACA8}"/>
              </a:ext>
            </a:extLst>
          </p:cNvPr>
          <p:cNvPicPr>
            <a:picLocks noChangeAspect="1"/>
          </p:cNvPicPr>
          <p:nvPr/>
        </p:nvPicPr>
        <p:blipFill>
          <a:blip ns3:embed="R9dbdc4624be2438e"/>
          <a:stretch/>
        </p:blipFill>
        <p:spPr>
          <a:xfrm>
            <a:off x="16941800" y="382588"/>
            <a:ext cx="1028700" cy="733425"/>
          </a:xfrm>
          <a:prstGeom prst="rect">
            <a:avLst/>
          </a:prstGeom>
        </p:spPr>
      </p:pic>
      <p:sp>
        <p:nvSpPr>
          <p:cNvPr id="2" name="part_heading">
            <a:extLst>
              <a:ext uri="{FF2B5EF4-FFF2-40B4-BE49-F238E27FC236}">
                <ns2:creationId id="{6F4E0D8D-1EEB-421D-A6A3-52A6A0D3C6A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CB362035-4242-49AF-9F15-8039CB79DBF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4F7C456-8DFD-4A79-B2C7-DB9AE7711F3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269F5C06-C16D-4889-A2C6-80BA59004FE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D57361CE-69C8-4986-9CFC-D03F2BBCDCB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13DF238F-5F84-4C49-B589-A5F7D54D471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AE183AB-E65D-4A60-BAC1-E52807AC6212}"/>
              </a:ext>
            </a:extLst>
          </p:cNvPr>
          <p:cNvPicPr>
            <a:picLocks noChangeAspect="1"/>
          </p:cNvPicPr>
          <p:nvPr/>
        </p:nvPicPr>
        <p:blipFill>
          <a:blip ns3:embed="R125d0f9ce73a485e"/>
          <a:stretch/>
        </p:blipFill>
        <p:spPr>
          <a:xfrm>
            <a:off x="2190750" y="4766442"/>
            <a:ext cx="13906500" cy="3706865"/>
          </a:xfrm>
          <a:prstGeom prst="rect">
            <a:avLst/>
          </a:prstGeom>
        </p:spPr>
      </p:pic>
      <p:sp>
        <p:nvSpPr>
          <p:cNvPr id="9" name="takeaway-box">
            <a:extLst>
              <a:ext uri="{FF2B5EF4-FFF2-40B4-BE49-F238E27FC236}">
                <ns2:creationId id="{D659F95D-7E61-45E4-B27A-2993F582986D}"/>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C5D8820F-3302-43CB-986C-9D209E4ACA03}"/>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193811819"/>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CA5FADEB-7D7A-429A-BDBB-A076704C4594}"/>
              </a:ext>
            </a:extLst>
          </p:cNvPr>
          <p:cNvPicPr>
            <a:picLocks noChangeAspect="1"/>
          </p:cNvPicPr>
          <p:nvPr/>
        </p:nvPicPr>
        <p:blipFill>
          <a:blip ns3:embed="R1a1122a2ef824929"/>
          <a:stretch/>
        </p:blipFill>
        <p:spPr>
          <a:xfrm>
            <a:off x="16941800" y="382588"/>
            <a:ext cx="1028700" cy="733425"/>
          </a:xfrm>
          <a:prstGeom prst="rect">
            <a:avLst/>
          </a:prstGeom>
        </p:spPr>
      </p:pic>
      <p:sp>
        <p:nvSpPr>
          <p:cNvPr id="2" name="part_heading">
            <a:extLst>
              <a:ext uri="{FF2B5EF4-FFF2-40B4-BE49-F238E27FC236}">
                <ns2:creationId id="{7870A7DB-2B77-4A80-ABC5-1F72FA0DE49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98B31255-439D-41C1-8821-502B3699C4A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BC1C948-0797-4B74-92FE-C0D4420C37C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3EAB946D-26CE-457D-92C2-D8008AB192A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991AB80C-2191-472D-AD77-B3E3DB80D29F}"/>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E0B5EB01-C31E-468D-BD14-921DA18ADE18}"/>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5E34844A-BD36-45A0-9541-A1B8700A9D5A}"/>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2376A313-A86D-40F0-B8F1-909538EBBD3A}"/>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CEFA6E28-28BE-4867-B172-ED39CC2B4078}"/>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9F9A52A9-E560-42F9-8D15-E1CD8675B067}"/>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33A5ED6C-4A17-4369-AF10-8593AC5B2B36}"/>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A056DFD8-8678-45F1-81E6-93C6D1B723FB}"/>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A2CA2DF7-DDE2-4D56-9EC1-4DAF3A0A944C}"/>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FD8C163D-C6BA-4ED0-91ED-42F150D33300}"/>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2BEBD64B-FFCC-453F-A635-5F892D246024}"/>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D4694005-95B9-4D1B-A32D-A392278EA8F7}"/>
              </a:ext>
            </a:extLst>
          </p:cNvPr>
          <p:cNvPicPr>
            <a:picLocks noChangeAspect="1"/>
          </p:cNvPicPr>
          <p:nvPr/>
        </p:nvPicPr>
        <p:blipFill>
          <a:blip ns3:embed="Rff53ff349b88470d"/>
          <a:stretch/>
        </p:blipFill>
        <p:spPr>
          <a:xfrm>
            <a:off x="12858750" y="6200795"/>
            <a:ext cx="3905250" cy="2933661"/>
          </a:xfrm>
          <a:prstGeom prst="rect">
            <a:avLst/>
          </a:prstGeom>
        </p:spPr>
      </p:pic>
    </p:spTree>
    <p:extLst>
      <p:ext uri="{BB962C8B-B14F-4D97-AF65-F5344CB8AC3E}">
        <ns4:creationId val="745549119"/>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C4C049A-4E51-4F71-8C24-59BA57B44782}"/>
              </a:ext>
            </a:extLst>
          </p:cNvPr>
          <p:cNvPicPr>
            <a:picLocks noChangeAspect="1"/>
          </p:cNvPicPr>
          <p:nvPr/>
        </p:nvPicPr>
        <p:blipFill>
          <a:blip ns3:embed="R4ac5360b60634248"/>
          <a:stretch/>
        </p:blipFill>
        <p:spPr>
          <a:xfrm>
            <a:off x="16941800" y="382588"/>
            <a:ext cx="1028700" cy="733425"/>
          </a:xfrm>
          <a:prstGeom prst="rect">
            <a:avLst/>
          </a:prstGeom>
        </p:spPr>
      </p:pic>
      <p:sp>
        <p:nvSpPr>
          <p:cNvPr id="2" name="part_heading">
            <a:extLst>
              <a:ext uri="{FF2B5EF4-FFF2-40B4-BE49-F238E27FC236}">
                <ns2:creationId id="{A86EC410-4D80-4E1E-956B-87975CE6D2D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83971D9E-4641-4C8C-A169-42F04827AC1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46D33EE-5950-47A6-B715-4C39A50C7D0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DF0322A-1871-41FD-A3F2-0EDB9E75221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30ECB4F2-EC96-4EBB-9AAD-59E7C1324CB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80D28CCA-B82C-4299-A729-74D0764920F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558F21C5-28C9-4095-989D-03EB4A7701BC}"/>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D4491F59-2C32-4DB0-AC16-57E6A0D21A66}"/>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l"/>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l"/>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400" b="0">
                          <a:solidFill>
                            <a:srgbClr val="FFFFFF"/>
                          </a:solidFill>
                          <a:latin typeface="Pretendard"/>
                          <a:ea typeface="Pretendard"/>
                          <a:cs typeface="Pretendard"/>
                        </a:rPr>
                        <a:t>연소 엔탈피(kJ/mol)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400" b="0">
                          <a:solidFill>
                            <a:srgbClr val="FFFFFF"/>
                          </a:solidFill>
                          <a:latin typeface="Pretendard"/>
                          <a:ea typeface="Pretendard"/>
                          <a:cs typeface="Pretendard"/>
                        </a:rPr>
                        <a:t>1 g당 연소열(kJ/g)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4B186068-C7B0-4442-9ADC-AFEB7FCD68E7}"/>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4C3EA470-7702-40F3-BDCC-6E3173546FCF}"/>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6A9CF6CC-7C97-42EE-B89A-39D4A4BC142C}"/>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0791AA1B-3787-4392-87A2-7CC7D9CF8718}"/>
              </a:ext>
            </a:extLst>
          </p:cNvPr>
          <p:cNvSpPr>
            <a:spLocks noGrp="1"/>
          </p:cNvSpPr>
          <p:nvPr/>
        </p:nvSpPr>
        <p:spPr>
          <a:xfrm>
            <a:off x="1524000" y="7572375"/>
            <a:ext cx="15240000" cy="14288"/>
          </a:xfrm>
          <a:prstGeom prst="rect">
            <a:avLst/>
          </a:prstGeom>
          <a:solidFill>
            <a:srgbClr val="777777"/>
          </a:solidFill>
          <a:ln w="0">
            <a:noFill/>
          </a:ln>
        </p:spPr>
      </p:sp>
      <p:sp>
        <p:nvSpPr>
          <p:cNvPr id="14" name="question-arrow">
            <a:extLst>
              <a:ext uri="{FF2B5EF4-FFF2-40B4-BE49-F238E27FC236}">
                <ns2:creationId id="{91AF9F88-570A-42AD-B773-C73560E4F23C}"/>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5" name="question">
            <a:extLst>
              <a:ext uri="{FF2B5EF4-FFF2-40B4-BE49-F238E27FC236}">
                <ns2:creationId id="{CF246A17-84CA-4E58-8F5E-6752AABF120B}"/>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16" name="answer-1">
            <a:extLst>
              <a:ext uri="{FF2B5EF4-FFF2-40B4-BE49-F238E27FC236}">
                <ns2:creationId id="{F859C339-8DEC-48B5-AB6B-B1365998A3FE}"/>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17" name="answer-2">
            <a:extLst>
              <a:ext uri="{FF2B5EF4-FFF2-40B4-BE49-F238E27FC236}">
                <ns2:creationId id="{153183E9-45FD-4421-A391-F81C7EC82306}"/>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135109451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09C53216-C00F-4CDE-A47F-BC5D726F37BE}"/>
              </a:ext>
            </a:extLst>
          </p:cNvPr>
          <p:cNvPicPr>
            <a:picLocks noChangeAspect="1"/>
          </p:cNvPicPr>
          <p:nvPr/>
        </p:nvPicPr>
        <p:blipFill>
          <a:blip ns3:embed="R20dacb70e8064542"/>
          <a:stretch/>
        </p:blipFill>
        <p:spPr>
          <a:xfrm>
            <a:off x="4859" y="0"/>
            <a:ext cx="18278283" cy="10287000"/>
          </a:xfrm>
          <a:prstGeom prst="rect">
            <a:avLst/>
          </a:prstGeom>
        </p:spPr>
      </p:pic>
      <p:sp>
        <p:nvSpPr>
          <p:cNvPr id="2" name="reference_green_fade">
            <a:extLst>
              <a:ext uri="{FF2B5EF4-FFF2-40B4-BE49-F238E27FC236}">
                <ns2:creationId id="{484DD906-8947-4FD6-8F9D-E39DB5792EE3}"/>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C6B2B4FC-2A0B-4690-9C79-455CE160E84A}"/>
              </a:ext>
            </a:extLst>
          </p:cNvPr>
          <p:cNvPicPr>
            <a:picLocks noChangeAspect="1"/>
          </p:cNvPicPr>
          <p:nvPr/>
        </p:nvPicPr>
        <p:blipFill>
          <a:blip ns3:embed="R8f8e681994324e99"/>
          <a:stretch/>
        </p:blipFill>
        <p:spPr>
          <a:xfrm>
            <a:off x="16916400" y="332392"/>
            <a:ext cx="1079500" cy="668717"/>
          </a:xfrm>
          <a:prstGeom prst="rect">
            <a:avLst/>
          </a:prstGeom>
        </p:spPr>
      </p:pic>
      <p:sp>
        <p:nvSpPr>
          <p:cNvPr id="4" name="copyright">
            <a:extLst>
              <a:ext uri="{FF2B5EF4-FFF2-40B4-BE49-F238E27FC236}">
                <ns2:creationId id="{D0BF0DE1-234C-4DB6-B682-5A14B257F835}"/>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25CDB4F0-68E3-43F7-A425-0A7658C15659}"/>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026BAFB6-1EC1-4BDA-A732-9F4BDCAC8F77}"/>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4FA4E460-B86A-4F81-923C-92B97B4749A4}"/>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290432219"/>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46B615DB-5BAC-42EE-BDF7-7A18C3C30D5C}"/>
              </a:ext>
            </a:extLst>
          </p:cNvPr>
          <p:cNvPicPr>
            <a:picLocks noChangeAspect="1"/>
          </p:cNvPicPr>
          <p:nvPr/>
        </p:nvPicPr>
        <p:blipFill>
          <a:blip ns3:embed="R51b5877971344e89"/>
          <a:stretch/>
        </p:blipFill>
        <p:spPr>
          <a:xfrm>
            <a:off x="16941800" y="382588"/>
            <a:ext cx="1028700" cy="733425"/>
          </a:xfrm>
          <a:prstGeom prst="rect">
            <a:avLst/>
          </a:prstGeom>
        </p:spPr>
      </p:pic>
      <p:sp>
        <p:nvSpPr>
          <p:cNvPr id="2" name="part_heading">
            <a:extLst>
              <a:ext uri="{FF2B5EF4-FFF2-40B4-BE49-F238E27FC236}">
                <ns2:creationId id="{129935D7-0BA7-4A7A-B0DB-FE722C25015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0AF66811-0EBD-41F8-A8EA-91A11BAF2B7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51DA1B6-F817-46BC-A79C-B780E709CBA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0AC3E0C7-FD8B-4B1D-8FD3-7C49BC6B408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1273143B-47A4-40DE-B310-BB32B2A8D0F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01E676F3-583C-47F9-A6D6-91479CA062B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E79AD47-D8A4-47F8-AF50-CAAC0AFCDBD6}"/>
              </a:ext>
            </a:extLst>
          </p:cNvPr>
          <p:cNvPicPr>
            <a:picLocks noChangeAspect="1"/>
          </p:cNvPicPr>
          <p:nvPr/>
        </p:nvPicPr>
        <p:blipFill>
          <a:blip ns3:embed="R20870b1c73fd4f5b"/>
          <a:stretch/>
        </p:blipFill>
        <p:spPr>
          <a:xfrm>
            <a:off x="2807847" y="4667250"/>
            <a:ext cx="5147556" cy="3857625"/>
          </a:xfrm>
          <a:prstGeom prst="rect">
            <a:avLst/>
          </a:prstGeom>
        </p:spPr>
      </p:pic>
      <p:sp>
        <p:nvSpPr>
          <p:cNvPr id="9" name="bond-explanation-panel">
            <a:extLst>
              <a:ext uri="{FF2B5EF4-FFF2-40B4-BE49-F238E27FC236}">
                <ns2:creationId id="{1F9A317C-205C-471B-B542-F72FF889761A}"/>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90BD47EE-8BFE-40EC-A2CD-3480A861573C}"/>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7DF4EF2E-8A81-49EF-A343-BC1FCD7C0816}"/>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98B799EC-B502-40A6-9C55-3A5291008862}"/>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6616A77D-67CA-4E5F-A402-4CE71F336D2B}"/>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B477418D-D102-4F37-8C44-7CFC6603F028}"/>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1889F846-2E14-4C6B-A9D7-D447B1E950E1}"/>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6BA368CC-AC06-449E-8330-EAB5C340263E}"/>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2EB653B8-2007-482E-98D2-C6B419DA503E}"/>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808610019"/>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2F6E1BDA-6609-4998-B256-89CBAE84598A}"/>
              </a:ext>
            </a:extLst>
          </p:cNvPr>
          <p:cNvPicPr>
            <a:picLocks noChangeAspect="1"/>
          </p:cNvPicPr>
          <p:nvPr/>
        </p:nvPicPr>
        <p:blipFill>
          <a:blip ns3:embed="R19ac7fa9cb544f42"/>
          <a:stretch/>
        </p:blipFill>
        <p:spPr>
          <a:xfrm>
            <a:off x="16941800" y="382588"/>
            <a:ext cx="1028700" cy="733425"/>
          </a:xfrm>
          <a:prstGeom prst="rect">
            <a:avLst/>
          </a:prstGeom>
        </p:spPr>
      </p:pic>
      <p:sp>
        <p:nvSpPr>
          <p:cNvPr id="2" name="part_heading">
            <a:extLst>
              <a:ext uri="{FF2B5EF4-FFF2-40B4-BE49-F238E27FC236}">
                <ns2:creationId id="{9942B2AF-922B-42F0-A2BE-846C010D9A1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38616D58-E1CB-4278-9DB1-63978A06393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99D8097-D58E-43E0-8F68-CADD6038E6A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79BF6A22-B0C2-4A2A-8C22-A21652C1F9E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76BAE2A1-1EFC-406A-B576-212DE27430D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3FF8C215-C053-48BF-ACDE-020075816BF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84C4AD7-FFB6-4D55-992F-0A60761D7902}"/>
              </a:ext>
            </a:extLst>
          </p:cNvPr>
          <p:cNvPicPr>
            <a:picLocks noChangeAspect="1"/>
          </p:cNvPicPr>
          <p:nvPr/>
        </p:nvPicPr>
        <p:blipFill>
          <a:blip ns3:embed="Re75b89de88ef48b5"/>
          <a:stretch/>
        </p:blipFill>
        <p:spPr>
          <a:xfrm>
            <a:off x="2804805" y="4667250"/>
            <a:ext cx="5153641" cy="3857625"/>
          </a:xfrm>
          <a:prstGeom prst="rect">
            <a:avLst/>
          </a:prstGeom>
        </p:spPr>
      </p:pic>
      <p:sp>
        <p:nvSpPr>
          <p:cNvPr id="9" name="bond-explanation-panel">
            <a:extLst>
              <a:ext uri="{FF2B5EF4-FFF2-40B4-BE49-F238E27FC236}">
                <ns2:creationId id="{115FA4DA-B250-452E-A133-5CFD998A38D8}"/>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6CC92935-4F58-4480-94A7-A7C5F8BA9D2F}"/>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067550B0-0E61-4C5E-8EA1-D5F8AD2200B1}"/>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CB277789-FBC5-4484-B0BD-7F3FC1615DF1}"/>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259738D6-DA9E-4322-9788-6D09813F21E8}"/>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5286FBED-B08E-448F-B64E-5C005DA05BAE}"/>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BF3B50C6-B0A5-4A23-A661-785D2FF5C00E}"/>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4E269F39-E4BE-4432-AA78-60D78DE54126}"/>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D4854D54-54E3-460A-A5CB-EC03980E2FEF}"/>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259688539"/>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1B4D8C9A-F892-4EE6-9655-2470F0A4E734}"/>
              </a:ext>
            </a:extLst>
          </p:cNvPr>
          <p:cNvPicPr>
            <a:picLocks noChangeAspect="1"/>
          </p:cNvPicPr>
          <p:nvPr/>
        </p:nvPicPr>
        <p:blipFill>
          <a:blip ns3:embed="R44caf6c6ad664fb5"/>
          <a:stretch/>
        </p:blipFill>
        <p:spPr>
          <a:xfrm>
            <a:off x="16941800" y="382588"/>
            <a:ext cx="1028700" cy="733425"/>
          </a:xfrm>
          <a:prstGeom prst="rect">
            <a:avLst/>
          </a:prstGeom>
        </p:spPr>
      </p:pic>
      <p:sp>
        <p:nvSpPr>
          <p:cNvPr id="2" name="part_heading">
            <a:extLst>
              <a:ext uri="{FF2B5EF4-FFF2-40B4-BE49-F238E27FC236}">
                <ns2:creationId id="{3175F749-4F8D-49D8-AC08-9082A5D9980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E3C1B752-7F7B-4A1D-997C-E316D80504D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B3C11840-52D5-4A06-9968-342C84C1BFC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28D2A9B0-5A74-449E-92E4-D982C63E3D9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EA147275-D81C-4DE9-A6F7-B6CAF55C7C6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85F2FCBA-EC94-4F4B-A9F6-8174AA628F8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F5897AB-9E4E-4BA1-81C3-03C8096BB37D}"/>
              </a:ext>
            </a:extLst>
          </p:cNvPr>
          <p:cNvPicPr>
            <a:picLocks noChangeAspect="1"/>
          </p:cNvPicPr>
          <p:nvPr/>
        </p:nvPicPr>
        <p:blipFill>
          <a:blip ns3:embed="R81dde6d09413479d"/>
          <a:stretch/>
        </p:blipFill>
        <p:spPr>
          <a:xfrm>
            <a:off x="1578835" y="4476750"/>
            <a:ext cx="9986830" cy="5334000"/>
          </a:xfrm>
          <a:prstGeom prst="rect">
            <a:avLst/>
          </a:prstGeom>
        </p:spPr>
      </p:pic>
      <p:sp>
        <p:nvSpPr>
          <p:cNvPr id="9" name="reading-card-1">
            <a:extLst>
              <a:ext uri="{FF2B5EF4-FFF2-40B4-BE49-F238E27FC236}">
                <ns2:creationId id="{C28C276D-7E53-4869-A898-4A9F5D1ED336}"/>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64FBD1F5-0C2B-4EE7-BBB4-E880EFDEA073}"/>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6C625DB0-6563-4A7B-B699-8E457C5EC7C8}"/>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6CC7BB84-D273-4ABD-97A7-EC58C2C08D72}"/>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BB315E0D-04A2-4F82-97D2-0B7C026BC33F}"/>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6AB55EE9-8C9D-48EC-A668-5E577E22BFB2}"/>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ABC45202-722E-48A1-9736-87164166723B}"/>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A1038F68-9B61-4BF3-92D8-167347EA48F2}"/>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D7B90325-58D8-4A9B-A032-781FBCE51B6F}"/>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BCD183B8-24CB-44F0-A415-6838AC69AE17}"/>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8DD85212-CB7F-45CA-9D48-9B57D98E4C7F}"/>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E547D803-04CC-4E47-ADEA-B288127BC3B2}"/>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1053DCF0-FB9D-4904-BD83-2B6F46B78623}"/>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C143C0A4-FBC8-465F-8206-5CA250A7A60B}"/>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93879E09-ED44-4F0A-8082-F87BA4CB4C48}"/>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1307197668"/>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E973A2B5-B882-44BA-8791-CA1A14FC8FB0}"/>
              </a:ext>
            </a:extLst>
          </p:cNvPr>
          <p:cNvPicPr>
            <a:picLocks noChangeAspect="1"/>
          </p:cNvPicPr>
          <p:nvPr/>
        </p:nvPicPr>
        <p:blipFill>
          <a:blip ns3:embed="Rc4b40fa0fca048fb"/>
          <a:stretch/>
        </p:blipFill>
        <p:spPr>
          <a:xfrm>
            <a:off x="16941800" y="382588"/>
            <a:ext cx="1028700" cy="733425"/>
          </a:xfrm>
          <a:prstGeom prst="rect">
            <a:avLst/>
          </a:prstGeom>
        </p:spPr>
      </p:pic>
      <p:sp>
        <p:nvSpPr>
          <p:cNvPr id="2" name="part_heading">
            <a:extLst>
              <a:ext uri="{FF2B5EF4-FFF2-40B4-BE49-F238E27FC236}">
                <ns2:creationId id="{1F0CE5EB-1B6D-44B4-990B-7B2E828C55E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E2C404F6-2D02-4077-86AE-385843F7014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F437B02-05C2-4AFC-92A7-71A237538C2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08815CB5-2B38-443D-8357-A1C25578EB5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C22C1767-225B-40FF-86C9-2A1E3979982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179C3455-9FF2-4742-B0AF-2E8DAA866B4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E9300F5-8AC3-4925-97EE-127EE3A187B7}"/>
              </a:ext>
            </a:extLst>
          </p:cNvPr>
          <p:cNvPicPr>
            <a:picLocks noChangeAspect="1"/>
          </p:cNvPicPr>
          <p:nvPr/>
        </p:nvPicPr>
        <p:blipFill>
          <a:blip ns3:embed="R9aaccb25c9e24363"/>
          <a:stretch/>
        </p:blipFill>
        <p:spPr>
          <a:xfrm>
            <a:off x="5869781" y="4191000"/>
            <a:ext cx="6548438" cy="714375"/>
          </a:xfrm>
          <a:prstGeom prst="rect">
            <a:avLst/>
          </a:prstGeom>
        </p:spPr>
      </p:pic>
      <p:pic>
        <p:nvPicPr>
          <p:cNvPr id="9" name="">
            <a:extLst>
              <a:ext uri="{FF2B5EF4-FFF2-40B4-BE49-F238E27FC236}">
                <ns2:creationId id="{3F445AE2-C2EB-4C00-842A-9924E439EF44}"/>
              </a:ext>
            </a:extLst>
          </p:cNvPr>
          <p:cNvPicPr>
            <a:picLocks noChangeAspect="1"/>
          </p:cNvPicPr>
          <p:nvPr/>
        </p:nvPicPr>
        <p:blipFill>
          <a:blip ns3:embed="R817e806621824d48"/>
          <a:stretch/>
        </p:blipFill>
        <p:spPr>
          <a:xfrm>
            <a:off x="3437359" y="5143500"/>
            <a:ext cx="11413282" cy="3190875"/>
          </a:xfrm>
          <a:prstGeom prst="rect">
            <a:avLst/>
          </a:prstGeom>
        </p:spPr>
      </p:pic>
      <p:sp>
        <p:nvSpPr>
          <p:cNvPr id="10" name="conclusion-box">
            <a:extLst>
              <a:ext uri="{FF2B5EF4-FFF2-40B4-BE49-F238E27FC236}">
                <ns2:creationId id="{7C7B69F8-3E76-47C5-91B1-75B8D229B178}"/>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D3EC57B4-40CF-495E-98D4-B8DDACCC4534}"/>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428257143"/>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18EEFCFF-9301-448A-8D5A-C1891E49819A}"/>
              </a:ext>
            </a:extLst>
          </p:cNvPr>
          <p:cNvPicPr>
            <a:picLocks noChangeAspect="1"/>
          </p:cNvPicPr>
          <p:nvPr/>
        </p:nvPicPr>
        <p:blipFill>
          <a:blip ns3:embed="R2aae4ed0560a4bbe"/>
          <a:stretch/>
        </p:blipFill>
        <p:spPr>
          <a:xfrm>
            <a:off x="16941800" y="382588"/>
            <a:ext cx="1028700" cy="733425"/>
          </a:xfrm>
          <a:prstGeom prst="rect">
            <a:avLst/>
          </a:prstGeom>
        </p:spPr>
      </p:pic>
      <p:sp>
        <p:nvSpPr>
          <p:cNvPr id="2" name="part_heading">
            <a:extLst>
              <a:ext uri="{FF2B5EF4-FFF2-40B4-BE49-F238E27FC236}">
                <ns2:creationId id="{FF1C3EA8-C6F7-430A-A20B-3068BF144D0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30BB2BB-F336-42C8-B3DF-5EDBAD2A4D7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5DF11CA-952C-40D5-AEF7-6D2AA5CA06A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85809C13-A395-4F8B-9BEA-1B63EAFB886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E5C05CD9-45F6-4DE3-BD33-39B02F0591F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F1857990-9747-4CA0-8C9A-B2DC67FCEF7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8C8BC3A7-D285-48BA-A629-1859AA93182D}"/>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4BB45F75-7300-4CBA-88E6-B527F5DC8117}"/>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B826B8FF-0B37-493D-AB44-B416C3BA191D}"/>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5A295477-FEC3-4468-9C84-BBB13FFCA03E}"/>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1C777E2D-83D5-4833-8684-9D3EEECAB7AD}"/>
              </a:ext>
            </a:extLst>
          </p:cNvPr>
          <p:cNvSpPr>
            <a:spLocks noGrp="1"/>
          </p:cNvSpPr>
          <p:nvPr/>
        </p:nvSpPr>
        <p:spPr>
          <a:xfrm>
            <a:off x="2286000" y="7358063"/>
            <a:ext cx="13716000" cy="14288"/>
          </a:xfrm>
          <a:prstGeom prst="rect">
            <a:avLst/>
          </a:prstGeom>
          <a:solidFill>
            <a:srgbClr val="777777"/>
          </a:solidFill>
          <a:ln w="0">
            <a:noFill/>
          </a:ln>
        </p:spPr>
      </p:sp>
      <p:sp>
        <p:nvSpPr>
          <p:cNvPr id="13" name="takeaway-box">
            <a:extLst>
              <a:ext uri="{FF2B5EF4-FFF2-40B4-BE49-F238E27FC236}">
                <ns2:creationId id="{22B11444-8F9D-4371-AE85-0FC6D474B4DF}"/>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8D5234A3-84A6-40D4-A5AA-5CB7C7C8B412}"/>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1625584196"/>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1F1303C9-3F81-4418-8503-6A15436591CD}"/>
              </a:ext>
            </a:extLst>
          </p:cNvPr>
          <p:cNvPicPr>
            <a:picLocks noChangeAspect="1"/>
          </p:cNvPicPr>
          <p:nvPr/>
        </p:nvPicPr>
        <p:blipFill>
          <a:blip ns3:embed="Ra7baf17609b24f3d"/>
          <a:stretch/>
        </p:blipFill>
        <p:spPr>
          <a:xfrm>
            <a:off x="16941800" y="382588"/>
            <a:ext cx="1028700" cy="733425"/>
          </a:xfrm>
          <a:prstGeom prst="rect">
            <a:avLst/>
          </a:prstGeom>
        </p:spPr>
      </p:pic>
      <p:sp>
        <p:nvSpPr>
          <p:cNvPr id="2" name="part_heading">
            <a:extLst>
              <a:ext uri="{FF2B5EF4-FFF2-40B4-BE49-F238E27FC236}">
                <ns2:creationId id="{691B05BD-98B2-4C86-8961-0F718E1D21D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B44AA9D5-BB9C-448B-9F43-1FC088CF586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7CD8181-5CF2-4A7A-B6E9-05D090342C0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5CC8B76E-BFE3-4ECD-B232-7A6C90D97BA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B4683348-F6ED-4371-AA65-953DDA81C40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DE086E81-6EC8-44E9-8293-28276773A06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B2C2247-986A-4EC1-9E6E-5BFE341423C8}"/>
              </a:ext>
            </a:extLst>
          </p:cNvPr>
          <p:cNvPicPr>
            <a:picLocks noChangeAspect="1"/>
          </p:cNvPicPr>
          <p:nvPr/>
        </p:nvPicPr>
        <p:blipFill>
          <a:blip ns3:embed="R139f4edd64624421"/>
          <a:stretch/>
        </p:blipFill>
        <p:spPr>
          <a:xfrm>
            <a:off x="2136321" y="4676775"/>
            <a:ext cx="14015357" cy="714375"/>
          </a:xfrm>
          <a:prstGeom prst="rect">
            <a:avLst/>
          </a:prstGeom>
        </p:spPr>
      </p:pic>
      <p:sp>
        <p:nvSpPr>
          <p:cNvPr id="9" name="step-strip-0">
            <a:extLst>
              <a:ext uri="{FF2B5EF4-FFF2-40B4-BE49-F238E27FC236}">
                <ns2:creationId id="{C961654C-7200-47AF-82AA-6CEA949500FE}"/>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F5F6CDA6-4ADB-4FE1-9F54-5AFF46E33D67}"/>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33EB7F6A-A68A-40B2-8CC0-52166DBEF7C0}"/>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5F1E30D6-2877-460C-A5D1-6AC42E36E197}"/>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B70A9718-9F60-4F9B-B113-BD2B7021656B}"/>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875ABCE4-10EB-4584-9717-FA851B8743D0}"/>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84DF28D9-7D02-4B60-9317-BA9F5A2BF2F4}"/>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EEF000AC-3ADE-418C-B701-4138DD50D189}"/>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0D664352-66B8-4BF7-87A9-AE59854E2F96}"/>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46278D52-5DF5-478C-A899-916E1C6D663B}"/>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0A3D4B85-EFB5-4E9B-BC06-C717C84371F1}"/>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2DC16CF3-5CDB-4670-AD4F-BCC6F46DA50E}"/>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B3B1EBAE-DBD3-4A7D-BC31-412BAB5C27D6}"/>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AACADF39-5194-4F40-B240-3893CF51CF13}"/>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3F3B8070-84E9-44E5-A6B8-24F316FF0F3D}"/>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2030297842"/>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C4908CAE-C04A-43F3-8DB5-8A1FE834E077}"/>
              </a:ext>
            </a:extLst>
          </p:cNvPr>
          <p:cNvPicPr>
            <a:picLocks noChangeAspect="1"/>
          </p:cNvPicPr>
          <p:nvPr/>
        </p:nvPicPr>
        <p:blipFill>
          <a:blip ns3:embed="R7eef2b2285db4bc8"/>
          <a:stretch/>
        </p:blipFill>
        <p:spPr>
          <a:xfrm>
            <a:off x="16941800" y="382588"/>
            <a:ext cx="1028700" cy="733425"/>
          </a:xfrm>
          <a:prstGeom prst="rect">
            <a:avLst/>
          </a:prstGeom>
        </p:spPr>
      </p:pic>
      <p:sp>
        <p:nvSpPr>
          <p:cNvPr id="2" name="part_heading">
            <a:extLst>
              <a:ext uri="{FF2B5EF4-FFF2-40B4-BE49-F238E27FC236}">
                <ns2:creationId id="{5D1C4562-53C1-41D6-86FA-42A8B399DA3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78949F91-CAC6-421A-8D03-B3D85B759B4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57471DA-DD97-4F20-B52B-F92BFF97AA9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BAA132BC-CC57-4046-8FEB-2D879D17886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A27EADCF-44CB-4D31-9E6E-80D85C11A16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27511EF1-3797-4D01-9482-347874DF8E9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EBAA4E35-54DD-49B8-9327-ACC767D5C60A}"/>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0F18D17E-98A9-44E7-B9A3-203BD0193C5D}"/>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062B0E3C-3229-4968-8BCA-3005214A6C58}"/>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8C1CC16B-C2A3-4C60-BB22-F8DCFC5D81BF}"/>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F82232C9-2046-48EC-9D6E-386FEA89E5AC}"/>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A0083C4E-18B4-45B3-9416-5049A4D4DD58}"/>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94153A84-A3F5-4983-BF1D-44211BB2F1B7}"/>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782D780D-7F83-4DAC-9BFC-738827835D39}"/>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C947E37A-DB3D-4C5D-867C-C00769B74600}"/>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303CDC76-888A-4C91-9A39-52E3EEA2E350}"/>
              </a:ext>
            </a:extLst>
          </p:cNvPr>
          <p:cNvPicPr>
            <a:picLocks noChangeAspect="1"/>
          </p:cNvPicPr>
          <p:nvPr/>
        </p:nvPicPr>
        <p:blipFill>
          <a:blip ns3:embed="R952a93ada8774677"/>
          <a:stretch/>
        </p:blipFill>
        <p:spPr>
          <a:xfrm>
            <a:off x="1895084" y="8096250"/>
            <a:ext cx="14497833" cy="723900"/>
          </a:xfrm>
          <a:prstGeom prst="rect">
            <a:avLst/>
          </a:prstGeom>
        </p:spPr>
      </p:pic>
    </p:spTree>
    <p:extLst>
      <p:ext uri="{BB962C8B-B14F-4D97-AF65-F5344CB8AC3E}">
        <ns4:creationId val="1799135627"/>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1BF6CA5D-13F1-434F-BE1E-6D482DF6DBED}"/>
              </a:ext>
            </a:extLst>
          </p:cNvPr>
          <p:cNvPicPr>
            <a:picLocks noChangeAspect="1"/>
          </p:cNvPicPr>
          <p:nvPr/>
        </p:nvPicPr>
        <p:blipFill>
          <a:blip ns3:embed="R0370128cf86c4377"/>
          <a:stretch/>
        </p:blipFill>
        <p:spPr>
          <a:xfrm>
            <a:off x="16941800" y="382588"/>
            <a:ext cx="1028700" cy="733425"/>
          </a:xfrm>
          <a:prstGeom prst="rect">
            <a:avLst/>
          </a:prstGeom>
        </p:spPr>
      </p:pic>
      <p:sp>
        <p:nvSpPr>
          <p:cNvPr id="2" name="part_heading">
            <a:extLst>
              <a:ext uri="{FF2B5EF4-FFF2-40B4-BE49-F238E27FC236}">
                <ns2:creationId id="{43F2EE33-FB04-4792-ABB9-E08C3B9CACF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ADC11CEF-11EC-4200-837B-B6E2A2A3306C}"/>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5F3E4A6D-DE22-46E3-B204-1AFDDCAB880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5" name="explanation">
            <a:extLst>
              <a:ext uri="{FF2B5EF4-FFF2-40B4-BE49-F238E27FC236}">
                <ns2:creationId id="{972F0CCC-152F-4E22-90B8-E792FCBBACB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6" name="copyright">
            <a:extLst>
              <a:ext uri="{FF2B5EF4-FFF2-40B4-BE49-F238E27FC236}">
                <ns2:creationId id="{DDF634AA-0175-4450-9972-5C1F876894C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91D3CB96-5EAE-43B0-80B4-BF76320365FD}"/>
              </a:ext>
            </a:extLst>
          </p:cNvPr>
          <p:cNvSpPr>
            <a:spLocks noGrp="1"/>
          </p:cNvSpPr>
          <p:nvPr/>
        </p:nvSpPr>
        <p:spPr>
          <a:xfrm>
            <a:off x="1905000" y="4762500"/>
            <a:ext cx="14478000" cy="4286250"/>
          </a:xfrm>
          <a:prstGeom prst="rect">
            <a:avLst/>
          </a:prstGeom>
          <a:solidFill>
            <a:srgbClr val="252525"/>
          </a:solidFill>
          <a:ln w="0">
            <a:noFill/>
          </a:ln>
        </p:spPr>
      </p:sp>
      <p:graphicFrame>
        <p:nvGraphicFramePr>
          <p:cNvPr id="8" name="">
            <a:extLst>
              <a:ext uri="{FF2B5EF4-FFF2-40B4-BE49-F238E27FC236}">
                <ns2:creationId id="{65AF7F1E-918D-4D8C-A2A0-909C82F33CD6}"/>
              </a:ext>
            </a:extLst>
          </p:cNvPr>
          <p:cNvGraphicFramePr/>
          <p:nvPr/>
        </p:nvGraphicFramePr>
        <p:xfrm>
          <a:off x="1905000" y="4762500"/>
          <a:ext cx="14478000" cy="4286250"/>
        </p:xfrm>
        <a:graphic>
          <a:graphicData uri="http://schemas.openxmlformats.org/drawingml/2006/table">
            <a:tbl>
              <a:tblPr/>
              <a:tblGrid>
                <a:gridCol w="4286250"/>
                <a:gridCol w="10191750"/>
              </a:tblGrid>
              <a:tr h="857250">
                <a:tc>
                  <a:txBody>
                    <a:bodyPr lIns="114300" tIns="114300" rIns="114300" bIns="114300"/>
                    <a:lstStyle/>
                    <a:p>
                      <a:pPr algn="l"/>
                      <a:r>
                        <a:rPr sz="2700" b="1">
                          <a:solidFill>
                            <a:srgbClr val="FFFFFF"/>
                          </a:solidFill>
                          <a:latin typeface="Pretendard"/>
                          <a:ea typeface="Pretendard"/>
                          <a:cs typeface="Pretendard"/>
                        </a:rPr>
                        <a:t>연결할 개념</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57250">
                <a:tc>
                  <a:txBody>
                    <a:bodyPr lIns="114300" tIns="114300" rIns="114300" bIns="114300"/>
                    <a:lstStyle/>
                    <a:p>
                      <a:pPr algn="l"/>
                      <a:r>
                        <a:rPr sz="2700" b="0">
                          <a:solidFill>
                            <a:srgbClr val="FFFFFF"/>
                          </a:solidFill>
                          <a:latin typeface="Pretendard"/>
                          <a:ea typeface="Pretendard"/>
                          <a:cs typeface="Pretendard"/>
                        </a:rPr>
                        <a:t>열 출입과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  /  흡열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57250">
                <a:tc>
                  <a:txBody>
                    <a:bodyPr lIns="114300" tIns="114300" rIns="114300" bIns="114300"/>
                    <a:lstStyle/>
                    <a:p>
                      <a:pPr algn="l"/>
                      <a:r>
                        <a:rPr sz="2700" b="0">
                          <a:solidFill>
                            <a:srgbClr val="FFFFFF"/>
                          </a:solidFill>
                          <a:latin typeface="Pretendard"/>
                          <a:ea typeface="Pretendard"/>
                          <a:cs typeface="Pretendard"/>
                        </a:rPr>
                        <a:t>계수와 반응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계수 × n  →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57250">
                <a:tc>
                  <a:txBody>
                    <a:bodyPr lIns="114300" tIns="114300" rIns="114300" bIns="114300"/>
                    <a:lstStyle/>
                    <a:p>
                      <a:pPr algn="l"/>
                      <a:r>
                        <a:rPr sz="2700" b="0">
                          <a:solidFill>
                            <a:srgbClr val="FFFFFF"/>
                          </a:solidFill>
                          <a:latin typeface="Pretendard"/>
                          <a:ea typeface="Pretendard"/>
                          <a:cs typeface="Pretendard"/>
                        </a:rPr>
                        <a:t>물질의 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상태가 다르면 반응 엔탈피도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57250">
                <a:tc>
                  <a:txBody>
                    <a:bodyPr lIns="114300" tIns="114300" rIns="114300" bIns="114300"/>
                    <a:lstStyle/>
                    <a:p>
                      <a:pPr algn="l"/>
                      <a:r>
                        <a:rPr sz="2700" b="0">
                          <a:solidFill>
                            <a:srgbClr val="FFFFFF"/>
                          </a:solidFill>
                          <a:latin typeface="Pretendard"/>
                          <a:ea typeface="Pretendard"/>
                          <a:cs typeface="Pretendard"/>
                        </a:rPr>
                        <a:t>결합 에너지</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끊는 데 흡수한 에너지 − 형성 시 방출한 에너지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54CE99AE-ED03-43B1-933E-354394082D53}"/>
              </a:ext>
            </a:extLst>
          </p:cNvPr>
          <p:cNvSpPr>
            <a:spLocks noGrp="1"/>
          </p:cNvSpPr>
          <p:nvPr/>
        </p:nvSpPr>
        <p:spPr>
          <a:xfrm>
            <a:off x="1905000" y="5619750"/>
            <a:ext cx="14478000" cy="14288"/>
          </a:xfrm>
          <a:prstGeom prst="rect">
            <a:avLst/>
          </a:prstGeom>
          <a:solidFill>
            <a:srgbClr val="777777"/>
          </a:solidFill>
          <a:ln w="0">
            <a:noFill/>
          </a:ln>
        </p:spPr>
      </p:sp>
      <p:sp>
        <p:nvSpPr>
          <p:cNvPr id="10" name="table-row-rule-2">
            <a:extLst>
              <a:ext uri="{FF2B5EF4-FFF2-40B4-BE49-F238E27FC236}">
                <ns2:creationId id="{8DBC9D71-039A-43BA-A853-1A523432D8B5}"/>
              </a:ext>
            </a:extLst>
          </p:cNvPr>
          <p:cNvSpPr>
            <a:spLocks noGrp="1"/>
          </p:cNvSpPr>
          <p:nvPr/>
        </p:nvSpPr>
        <p:spPr>
          <a:xfrm>
            <a:off x="1905000" y="6477000"/>
            <a:ext cx="14478000" cy="14288"/>
          </a:xfrm>
          <a:prstGeom prst="rect">
            <a:avLst/>
          </a:prstGeom>
          <a:solidFill>
            <a:srgbClr val="777777"/>
          </a:solidFill>
          <a:ln w="0">
            <a:noFill/>
          </a:ln>
        </p:spPr>
      </p:sp>
      <p:sp>
        <p:nvSpPr>
          <p:cNvPr id="11" name="table-row-rule-3">
            <a:extLst>
              <a:ext uri="{FF2B5EF4-FFF2-40B4-BE49-F238E27FC236}">
                <ns2:creationId id="{A0B3AF64-ADD2-4490-B972-F9CA09693D47}"/>
              </a:ext>
            </a:extLst>
          </p:cNvPr>
          <p:cNvSpPr>
            <a:spLocks noGrp="1"/>
          </p:cNvSpPr>
          <p:nvPr/>
        </p:nvSpPr>
        <p:spPr>
          <a:xfrm>
            <a:off x="1905000" y="7334250"/>
            <a:ext cx="14478000" cy="14288"/>
          </a:xfrm>
          <a:prstGeom prst="rect">
            <a:avLst/>
          </a:prstGeom>
          <a:solidFill>
            <a:srgbClr val="777777"/>
          </a:solidFill>
          <a:ln w="0">
            <a:noFill/>
          </a:ln>
        </p:spPr>
      </p:sp>
      <p:sp>
        <p:nvSpPr>
          <p:cNvPr id="12" name="table-row-rule-4">
            <a:extLst>
              <a:ext uri="{FF2B5EF4-FFF2-40B4-BE49-F238E27FC236}">
                <ns2:creationId id="{FCB0140D-2BD1-4835-93FC-B42479278899}"/>
              </a:ext>
            </a:extLst>
          </p:cNvPr>
          <p:cNvSpPr>
            <a:spLocks noGrp="1"/>
          </p:cNvSpPr>
          <p:nvPr/>
        </p:nvSpPr>
        <p:spPr>
          <a:xfrm>
            <a:off x="1905000" y="8191500"/>
            <a:ext cx="14478000" cy="14288"/>
          </a:xfrm>
          <a:prstGeom prst="rect">
            <a:avLst/>
          </a:prstGeom>
          <a:solidFill>
            <a:srgbClr val="777777"/>
          </a:solidFill>
          <a:ln w="0">
            <a:noFill/>
          </a:ln>
        </p:spPr>
      </p:sp>
    </p:spTree>
    <p:extLst>
      <p:ext uri="{BB962C8B-B14F-4D97-AF65-F5344CB8AC3E}">
        <ns4:creationId val="1126994833"/>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D404D298-A61C-445C-92A1-DE9E3A8E8488}"/>
              </a:ext>
            </a:extLst>
          </p:cNvPr>
          <p:cNvPicPr>
            <a:picLocks noChangeAspect="1"/>
          </p:cNvPicPr>
          <p:nvPr/>
        </p:nvPicPr>
        <p:blipFill>
          <a:blip ns3:embed="Ra06bd6f0c2ee4ced"/>
          <a:stretch/>
        </p:blipFill>
        <p:spPr>
          <a:xfrm>
            <a:off x="16941800" y="382588"/>
            <a:ext cx="1028700" cy="733425"/>
          </a:xfrm>
          <a:prstGeom prst="rect">
            <a:avLst/>
          </a:prstGeom>
        </p:spPr>
      </p:pic>
      <p:sp>
        <p:nvSpPr>
          <p:cNvPr id="2" name="part_heading">
            <a:extLst>
              <a:ext uri="{FF2B5EF4-FFF2-40B4-BE49-F238E27FC236}">
                <ns2:creationId id="{61BD742C-7D34-4993-9472-0F92A7EF4EF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2D4DD93E-8622-4619-979A-38BFADEF2958}"/>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21821A34-8E61-40EA-812A-FAD57F68A58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3F15D1A0-D879-45CB-A336-90ECE798289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1D57732D-F949-4D76-93BC-FC7969B9C47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623F054B-052B-42B9-8EC8-086F10C83A11}"/>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41D6D278-BF66-4611-9510-DC78524ADB1E}"/>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1099F954-C3F0-45F4-89E5-1AF09617D2F6}"/>
              </a:ext>
            </a:extLst>
          </p:cNvPr>
          <p:cNvPicPr>
            <a:picLocks noChangeAspect="1"/>
          </p:cNvPicPr>
          <p:nvPr/>
        </p:nvPicPr>
        <p:blipFill>
          <a:blip ns3:embed="R70bb95c576c44a91"/>
          <a:stretch/>
        </p:blipFill>
        <p:spPr>
          <a:xfrm>
            <a:off x="1809750" y="6081617"/>
            <a:ext cx="4095750" cy="3076766"/>
          </a:xfrm>
          <a:prstGeom prst="rect">
            <a:avLst/>
          </a:prstGeom>
        </p:spPr>
      </p:pic>
      <p:sp>
        <p:nvSpPr>
          <p:cNvPr id="10" name="recap-card-1">
            <a:extLst>
              <a:ext uri="{FF2B5EF4-FFF2-40B4-BE49-F238E27FC236}">
                <ns2:creationId id="{42F6971D-7CD5-4737-A613-2402FC8DE9A8}"/>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885501DA-E02C-4B3D-A320-BF4DE8D0DFB2}"/>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48DA3A17-B4C1-4965-B8E9-B61234AEF03B}"/>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29644AF9-56CF-4980-B625-D8CD7F306912}"/>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29938904-D8BC-4F8D-B338-2B59B4ADACD0}"/>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266FA73B-0503-4286-9C6C-AD96BA7CCA16}"/>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0605ED29-4EAF-445D-AFF4-FC74B1D9A786}"/>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D18AA47A-D327-4C6E-A43B-250A4AAAA097}"/>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2EB038C3-30F2-44F6-B602-B896B6932F82}"/>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219E35C7-33A5-4CF3-BFB5-944413D286C0}"/>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DD09CDDF-CEF4-4651-BB2F-4028DEF73D4E}"/>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DB0212AE-3244-443A-B575-0424BBE452C2}"/>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00A525CC-C991-42C1-86C8-785B4033B1BE}"/>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F59E03A4-189F-4368-9920-5A4260BE4794}"/>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93125561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2026-10-19T23:45:16.1420000Z</dcterms:created>
  <dcterms:modified xsi:type="dcterms:W3CDTF">2026-10-19T23:45:16.1420000Z</dcterms:modified>
</coreProperties>
</file>