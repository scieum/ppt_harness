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1f6007be1542e1" /><Relationship Type="http://schemas.openxmlformats.org/officeDocument/2006/relationships/extended-properties" Target="/docProps/app.xml" Id="R2746b5451bf24d75" /><Relationship Type="http://schemas.openxmlformats.org/officeDocument/2006/relationships/officeDocument" Target="/ppt/presentation.xml" Id="Rda5c06b61f6546c3" /></Relationships>
</file>

<file path=ppt/presentation.xml><?xml version="1.0" encoding="utf-8"?>
<p:presentation xmlns:p="http://schemas.openxmlformats.org/presentationml/2006/main">
  <p:sldMasterIdLst>
    <p:sldMasterId xmlns:r="http://schemas.openxmlformats.org/officeDocument/2006/relationships" id="2147483648" r:id="R3761be91924741c9"/>
  </p:sldMasterIdLst>
  <p:notesMasterIdLst>
    <p:notesMasterId xmlns:r="http://schemas.openxmlformats.org/officeDocument/2006/relationships" r:id="R32e0c526944b4258"/>
  </p:notesMasterIdLst>
  <p:sldIdLst>
    <p:sldId xmlns:r="http://schemas.openxmlformats.org/officeDocument/2006/relationships" id="256" r:id="Rc7c478dae5184e0c"/>
    <p:sldId xmlns:r="http://schemas.openxmlformats.org/officeDocument/2006/relationships" id="257" r:id="Rbfacc2c49cdc43c9"/>
    <p:sldId xmlns:r="http://schemas.openxmlformats.org/officeDocument/2006/relationships" id="258" r:id="R8c719ff2cbe84629"/>
    <p:sldId xmlns:r="http://schemas.openxmlformats.org/officeDocument/2006/relationships" id="259" r:id="R97cc2d18eed8477c"/>
    <p:sldId xmlns:r="http://schemas.openxmlformats.org/officeDocument/2006/relationships" id="260" r:id="R34b9628719834e30"/>
    <p:sldId xmlns:r="http://schemas.openxmlformats.org/officeDocument/2006/relationships" id="261" r:id="R2d800c4d74ae4b3a"/>
    <p:sldId xmlns:r="http://schemas.openxmlformats.org/officeDocument/2006/relationships" id="262" r:id="Rb5f3eb3367594882"/>
    <p:sldId xmlns:r="http://schemas.openxmlformats.org/officeDocument/2006/relationships" id="263" r:id="Rcba285a5560447ec"/>
    <p:sldId xmlns:r="http://schemas.openxmlformats.org/officeDocument/2006/relationships" id="264" r:id="Rb686218f9fc24325"/>
    <p:sldId xmlns:r="http://schemas.openxmlformats.org/officeDocument/2006/relationships" id="265" r:id="R1048ff52b2934676"/>
    <p:sldId xmlns:r="http://schemas.openxmlformats.org/officeDocument/2006/relationships" id="266" r:id="R076f17e852c24532"/>
    <p:sldId xmlns:r="http://schemas.openxmlformats.org/officeDocument/2006/relationships" id="267" r:id="Ra68425af93134a25"/>
    <p:sldId xmlns:r="http://schemas.openxmlformats.org/officeDocument/2006/relationships" id="268" r:id="R510f161a7b634df7"/>
    <p:sldId xmlns:r="http://schemas.openxmlformats.org/officeDocument/2006/relationships" id="269" r:id="R38a4bf95520a47de"/>
    <p:sldId xmlns:r="http://schemas.openxmlformats.org/officeDocument/2006/relationships" id="270" r:id="R57337fcfb5f84383"/>
    <p:sldId xmlns:r="http://schemas.openxmlformats.org/officeDocument/2006/relationships" id="271" r:id="Rab218b8f153a4cb6"/>
    <p:sldId xmlns:r="http://schemas.openxmlformats.org/officeDocument/2006/relationships" id="272" r:id="Rd8109ad4309642e4"/>
    <p:sldId xmlns:r="http://schemas.openxmlformats.org/officeDocument/2006/relationships" id="273" r:id="Rdb3e7c95793a4b17"/>
    <p:sldId xmlns:r="http://schemas.openxmlformats.org/officeDocument/2006/relationships" id="274" r:id="Rfcd24415a0ef4872"/>
    <p:sldId xmlns:r="http://schemas.openxmlformats.org/officeDocument/2006/relationships" id="275" r:id="Ra7d6f5a4d1144ae8"/>
    <p:sldId xmlns:r="http://schemas.openxmlformats.org/officeDocument/2006/relationships" id="276" r:id="Rff431202af7649a5"/>
    <p:sldId xmlns:r="http://schemas.openxmlformats.org/officeDocument/2006/relationships" id="277" r:id="R38cc75c421494799"/>
    <p:sldId xmlns:r="http://schemas.openxmlformats.org/officeDocument/2006/relationships" id="278" r:id="Rfa5f52b0a15740f2"/>
    <p:sldId xmlns:r="http://schemas.openxmlformats.org/officeDocument/2006/relationships" id="279" r:id="R95e79eff0bd24174"/>
    <p:sldId xmlns:r="http://schemas.openxmlformats.org/officeDocument/2006/relationships" id="280" r:id="Rd1cfd561f8144650"/>
    <p:sldId xmlns:r="http://schemas.openxmlformats.org/officeDocument/2006/relationships" id="281" r:id="R5f28af5f868a40bd"/>
    <p:sldId xmlns:r="http://schemas.openxmlformats.org/officeDocument/2006/relationships" id="282" r:id="R3d15641585d54c69"/>
    <p:sldId xmlns:r="http://schemas.openxmlformats.org/officeDocument/2006/relationships" id="283" r:id="R5c886764a4a4474c"/>
    <p:sldId xmlns:r="http://schemas.openxmlformats.org/officeDocument/2006/relationships" id="284" r:id="Rd739b6034eab4dd9"/>
    <p:sldId xmlns:r="http://schemas.openxmlformats.org/officeDocument/2006/relationships" id="285" r:id="R421b9a92dc4d4616"/>
    <p:sldId xmlns:r="http://schemas.openxmlformats.org/officeDocument/2006/relationships" id="286" r:id="R68d0c6128ca44b09"/>
    <p:sldId xmlns:r="http://schemas.openxmlformats.org/officeDocument/2006/relationships" id="287" r:id="Rdde8c7e485c348da"/>
    <p:sldId xmlns:r="http://schemas.openxmlformats.org/officeDocument/2006/relationships" id="288" r:id="Ra5e9b41b46fe410f"/>
    <p:sldId xmlns:r="http://schemas.openxmlformats.org/officeDocument/2006/relationships" id="289" r:id="R60837fa31fb0412c"/>
    <p:sldId xmlns:r="http://schemas.openxmlformats.org/officeDocument/2006/relationships" id="290" r:id="R6df143fc232a4811"/>
    <p:sldId xmlns:r="http://schemas.openxmlformats.org/officeDocument/2006/relationships" id="291" r:id="Rf3bfe9294541438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a1a9d138a443d0" /><Relationship Type="http://schemas.openxmlformats.org/officeDocument/2006/relationships/slideMaster" Target="/ppt/slideMasters/slideMaster1.xml" Id="R3761be91924741c9" /><Relationship Type="http://schemas.openxmlformats.org/officeDocument/2006/relationships/notesMaster" Target="/ppt/notesMasters/notesMaster1.xml" Id="R32e0c526944b4258" /><Relationship Type="http://schemas.openxmlformats.org/officeDocument/2006/relationships/presProps" Target="/ppt/presProps.xml" Id="R489c4937d9714e66" /><Relationship Type="http://schemas.openxmlformats.org/officeDocument/2006/relationships/tableStyles" Target="/ppt/tableStyles.xml" Id="R1f3158af102749e7" /><Relationship Type="http://schemas.openxmlformats.org/officeDocument/2006/relationships/slide" Target="/ppt/slides/slide1.xml" Id="Rc7c478dae5184e0c" /><Relationship Type="http://schemas.openxmlformats.org/officeDocument/2006/relationships/slide" Target="/ppt/slides/slide2.xml" Id="Rbfacc2c49cdc43c9" /><Relationship Type="http://schemas.openxmlformats.org/officeDocument/2006/relationships/slide" Target="/ppt/slides/slide3.xml" Id="R8c719ff2cbe84629" /><Relationship Type="http://schemas.openxmlformats.org/officeDocument/2006/relationships/slide" Target="/ppt/slides/slide4.xml" Id="R97cc2d18eed8477c" /><Relationship Type="http://schemas.openxmlformats.org/officeDocument/2006/relationships/slide" Target="/ppt/slides/slide5.xml" Id="R34b9628719834e30" /><Relationship Type="http://schemas.openxmlformats.org/officeDocument/2006/relationships/slide" Target="/ppt/slides/slide6.xml" Id="R2d800c4d74ae4b3a" /><Relationship Type="http://schemas.openxmlformats.org/officeDocument/2006/relationships/slide" Target="/ppt/slides/slide7.xml" Id="Rb5f3eb3367594882" /><Relationship Type="http://schemas.openxmlformats.org/officeDocument/2006/relationships/slide" Target="/ppt/slides/slide8.xml" Id="Rcba285a5560447ec" /><Relationship Type="http://schemas.openxmlformats.org/officeDocument/2006/relationships/slide" Target="/ppt/slides/slide9.xml" Id="Rb686218f9fc24325" /><Relationship Type="http://schemas.openxmlformats.org/officeDocument/2006/relationships/slide" Target="/ppt/slides/slide10.xml" Id="R1048ff52b2934676" /><Relationship Type="http://schemas.openxmlformats.org/officeDocument/2006/relationships/slide" Target="/ppt/slides/slide11.xml" Id="R076f17e852c24532" /><Relationship Type="http://schemas.openxmlformats.org/officeDocument/2006/relationships/slide" Target="/ppt/slides/slide12.xml" Id="Ra68425af93134a25" /><Relationship Type="http://schemas.openxmlformats.org/officeDocument/2006/relationships/slide" Target="/ppt/slides/slide13.xml" Id="R510f161a7b634df7" /><Relationship Type="http://schemas.openxmlformats.org/officeDocument/2006/relationships/slide" Target="/ppt/slides/slide14.xml" Id="R38a4bf95520a47de" /><Relationship Type="http://schemas.openxmlformats.org/officeDocument/2006/relationships/slide" Target="/ppt/slides/slide15.xml" Id="R57337fcfb5f84383" /><Relationship Type="http://schemas.openxmlformats.org/officeDocument/2006/relationships/slide" Target="/ppt/slides/slide16.xml" Id="Rab218b8f153a4cb6" /><Relationship Type="http://schemas.openxmlformats.org/officeDocument/2006/relationships/slide" Target="/ppt/slides/slide17.xml" Id="Rd8109ad4309642e4" /><Relationship Type="http://schemas.openxmlformats.org/officeDocument/2006/relationships/slide" Target="/ppt/slides/slide18.xml" Id="Rdb3e7c95793a4b17" /><Relationship Type="http://schemas.openxmlformats.org/officeDocument/2006/relationships/slide" Target="/ppt/slides/slide19.xml" Id="Rfcd24415a0ef4872" /><Relationship Type="http://schemas.openxmlformats.org/officeDocument/2006/relationships/slide" Target="/ppt/slides/slide20.xml" Id="Ra7d6f5a4d1144ae8" /><Relationship Type="http://schemas.openxmlformats.org/officeDocument/2006/relationships/slide" Target="/ppt/slides/slide21.xml" Id="Rff431202af7649a5" /><Relationship Type="http://schemas.openxmlformats.org/officeDocument/2006/relationships/slide" Target="/ppt/slides/slide22.xml" Id="R38cc75c421494799" /><Relationship Type="http://schemas.openxmlformats.org/officeDocument/2006/relationships/slide" Target="/ppt/slides/slide23.xml" Id="Rfa5f52b0a15740f2" /><Relationship Type="http://schemas.openxmlformats.org/officeDocument/2006/relationships/slide" Target="/ppt/slides/slide24.xml" Id="R95e79eff0bd24174" /><Relationship Type="http://schemas.openxmlformats.org/officeDocument/2006/relationships/slide" Target="/ppt/slides/slide25.xml" Id="Rd1cfd561f8144650" /><Relationship Type="http://schemas.openxmlformats.org/officeDocument/2006/relationships/slide" Target="/ppt/slides/slide26.xml" Id="R5f28af5f868a40bd" /><Relationship Type="http://schemas.openxmlformats.org/officeDocument/2006/relationships/slide" Target="/ppt/slides/slide27.xml" Id="R3d15641585d54c69" /><Relationship Type="http://schemas.openxmlformats.org/officeDocument/2006/relationships/slide" Target="/ppt/slides/slide28.xml" Id="R5c886764a4a4474c" /><Relationship Type="http://schemas.openxmlformats.org/officeDocument/2006/relationships/slide" Target="/ppt/slides/slide29.xml" Id="Rd739b6034eab4dd9" /><Relationship Type="http://schemas.openxmlformats.org/officeDocument/2006/relationships/slide" Target="/ppt/slides/slide30.xml" Id="R421b9a92dc4d4616" /><Relationship Type="http://schemas.openxmlformats.org/officeDocument/2006/relationships/slide" Target="/ppt/slides/slide31.xml" Id="R68d0c6128ca44b09" /><Relationship Type="http://schemas.openxmlformats.org/officeDocument/2006/relationships/slide" Target="/ppt/slides/slide32.xml" Id="Rdde8c7e485c348da" /><Relationship Type="http://schemas.openxmlformats.org/officeDocument/2006/relationships/slide" Target="/ppt/slides/slide33.xml" Id="Ra5e9b41b46fe410f" /><Relationship Type="http://schemas.openxmlformats.org/officeDocument/2006/relationships/slide" Target="/ppt/slides/slide34.xml" Id="R60837fa31fb0412c" /><Relationship Type="http://schemas.openxmlformats.org/officeDocument/2006/relationships/slide" Target="/ppt/slides/slide35.xml" Id="R6df143fc232a4811" /><Relationship Type="http://schemas.openxmlformats.org/officeDocument/2006/relationships/slide" Target="/ppt/slides/slide36.xml" Id="Rf3bfe929454143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a6cf2a1e0b4b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90686c24694493" /><Relationship Type="http://schemas.openxmlformats.org/officeDocument/2006/relationships/notesMaster" Target="/ppt/notesMasters/notesMaster1.xml" Id="R575421975c5946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eb85953a364f41" /><Relationship Type="http://schemas.openxmlformats.org/officeDocument/2006/relationships/notesMaster" Target="/ppt/notesMasters/notesMaster1.xml" Id="Rb548c846ebfe47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02b3b027ab41b2" /><Relationship Type="http://schemas.openxmlformats.org/officeDocument/2006/relationships/notesMaster" Target="/ppt/notesMasters/notesMaster1.xml" Id="R790ac61ce7284d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090b6683c74d48" /><Relationship Type="http://schemas.openxmlformats.org/officeDocument/2006/relationships/notesMaster" Target="/ppt/notesMasters/notesMaster1.xml" Id="Rd6ee3c9b9f7648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fdaaba512c416c" /><Relationship Type="http://schemas.openxmlformats.org/officeDocument/2006/relationships/notesMaster" Target="/ppt/notesMasters/notesMaster1.xml" Id="Rd1c80a012af44f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6b5adff60f4c79" /><Relationship Type="http://schemas.openxmlformats.org/officeDocument/2006/relationships/notesMaster" Target="/ppt/notesMasters/notesMaster1.xml" Id="Rc0a3ca9bd9e043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332dd1cb2e407e" /><Relationship Type="http://schemas.openxmlformats.org/officeDocument/2006/relationships/notesMaster" Target="/ppt/notesMasters/notesMaster1.xml" Id="R6549f6df6b334d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ba959ed9b740c7" /><Relationship Type="http://schemas.openxmlformats.org/officeDocument/2006/relationships/notesMaster" Target="/ppt/notesMasters/notesMaster1.xml" Id="R1906e27bb65b43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c0e3c4108d4553" /><Relationship Type="http://schemas.openxmlformats.org/officeDocument/2006/relationships/notesMaster" Target="/ppt/notesMasters/notesMaster1.xml" Id="R9affbe061a9849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a27ace39794b1e" /><Relationship Type="http://schemas.openxmlformats.org/officeDocument/2006/relationships/notesMaster" Target="/ppt/notesMasters/notesMaster1.xml" Id="Rba376d8d8cab4f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531e928eae4ba1" /><Relationship Type="http://schemas.openxmlformats.org/officeDocument/2006/relationships/notesMaster" Target="/ppt/notesMasters/notesMaster1.xml" Id="Rfb913073bf6641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9305b711da47eb" /><Relationship Type="http://schemas.openxmlformats.org/officeDocument/2006/relationships/notesMaster" Target="/ppt/notesMasters/notesMaster1.xml" Id="R62a127f7a5cf4b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2e44688ff84029" /><Relationship Type="http://schemas.openxmlformats.org/officeDocument/2006/relationships/notesMaster" Target="/ppt/notesMasters/notesMaster1.xml" Id="R147e913871cb45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7570fbe37e45c5" /><Relationship Type="http://schemas.openxmlformats.org/officeDocument/2006/relationships/notesMaster" Target="/ppt/notesMasters/notesMaster1.xml" Id="Re2ca97317c7f4a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19999fa8634640" /><Relationship Type="http://schemas.openxmlformats.org/officeDocument/2006/relationships/notesMaster" Target="/ppt/notesMasters/notesMaster1.xml" Id="R3689d289628848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8e79cfdfbf4261" /><Relationship Type="http://schemas.openxmlformats.org/officeDocument/2006/relationships/notesMaster" Target="/ppt/notesMasters/notesMaster1.xml" Id="Rdf0bd18ef49543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682796247747fe" /><Relationship Type="http://schemas.openxmlformats.org/officeDocument/2006/relationships/notesMaster" Target="/ppt/notesMasters/notesMaster1.xml" Id="Rd1ab246ebcc748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1e3e4f8f7246cf" /><Relationship Type="http://schemas.openxmlformats.org/officeDocument/2006/relationships/notesMaster" Target="/ppt/notesMasters/notesMaster1.xml" Id="Ra5e65147e1934a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1bcb595e7cb4557" /><Relationship Type="http://schemas.openxmlformats.org/officeDocument/2006/relationships/notesMaster" Target="/ppt/notesMasters/notesMaster1.xml" Id="Re9c6b3aa0e564b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913ae7807b94954" /><Relationship Type="http://schemas.openxmlformats.org/officeDocument/2006/relationships/notesMaster" Target="/ppt/notesMasters/notesMaster1.xml" Id="R1dad1761750d467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22c61d56c3b4dc5" /><Relationship Type="http://schemas.openxmlformats.org/officeDocument/2006/relationships/notesMaster" Target="/ppt/notesMasters/notesMaster1.xml" Id="R3452c2beb47d4d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7cc13c59a534701" /><Relationship Type="http://schemas.openxmlformats.org/officeDocument/2006/relationships/notesMaster" Target="/ppt/notesMasters/notesMaster1.xml" Id="R71eaec5c5ad54d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419b07f6419465c" /><Relationship Type="http://schemas.openxmlformats.org/officeDocument/2006/relationships/notesMaster" Target="/ppt/notesMasters/notesMaster1.xml" Id="R665bc956d8b24e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238e262c38404a" /><Relationship Type="http://schemas.openxmlformats.org/officeDocument/2006/relationships/notesMaster" Target="/ppt/notesMasters/notesMaster1.xml" Id="Re81288c9cb244cf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48a9776d5834a17" /><Relationship Type="http://schemas.openxmlformats.org/officeDocument/2006/relationships/notesMaster" Target="/ppt/notesMasters/notesMaster1.xml" Id="R8463d66a3f2d4b8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86b0e396dd545e2" /><Relationship Type="http://schemas.openxmlformats.org/officeDocument/2006/relationships/notesMaster" Target="/ppt/notesMasters/notesMaster1.xml" Id="R7702c414f9ad486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2c2df4571004435" /><Relationship Type="http://schemas.openxmlformats.org/officeDocument/2006/relationships/notesMaster" Target="/ppt/notesMasters/notesMaster1.xml" Id="Rde8eb9b79633496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664839036c45e6" /><Relationship Type="http://schemas.openxmlformats.org/officeDocument/2006/relationships/notesMaster" Target="/ppt/notesMasters/notesMaster1.xml" Id="Rc2a28fc5cbf84e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04a55d182254e60" /><Relationship Type="http://schemas.openxmlformats.org/officeDocument/2006/relationships/notesMaster" Target="/ppt/notesMasters/notesMaster1.xml" Id="Rb99abb39cd9544b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b33f83749a64677" /><Relationship Type="http://schemas.openxmlformats.org/officeDocument/2006/relationships/notesMaster" Target="/ppt/notesMasters/notesMaster1.xml" Id="R17ff987ffa324bb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6364908ba57454d" /><Relationship Type="http://schemas.openxmlformats.org/officeDocument/2006/relationships/notesMaster" Target="/ppt/notesMasters/notesMaster1.xml" Id="Rcdd7619207744aa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6e6f8b643724db1" /><Relationship Type="http://schemas.openxmlformats.org/officeDocument/2006/relationships/notesMaster" Target="/ppt/notesMasters/notesMaster1.xml" Id="R0663411e07fe4cb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17ab7f4acd84df0" /><Relationship Type="http://schemas.openxmlformats.org/officeDocument/2006/relationships/notesMaster" Target="/ppt/notesMasters/notesMaster1.xml" Id="R9bd30e8e522a42f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823e5f3e81a4350" /><Relationship Type="http://schemas.openxmlformats.org/officeDocument/2006/relationships/notesMaster" Target="/ppt/notesMasters/notesMaster1.xml" Id="R73cf4c16e83f4cf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b65bc2fc5f24b1b" /><Relationship Type="http://schemas.openxmlformats.org/officeDocument/2006/relationships/notesMaster" Target="/ppt/notesMasters/notesMaster1.xml" Id="R77a5caaa16eb43c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b89d0866c314afb" /><Relationship Type="http://schemas.openxmlformats.org/officeDocument/2006/relationships/notesMaster" Target="/ppt/notesMasters/notesMaster1.xml" Id="Re85bd33036724b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1 엔탈피, Part 2 열화학 반응식, Part 3 연료의 효율성, Part 4 결합 에너지와 반응 엔탈피 순서로 배웁니다.</a:t>
            </a:r>
          </a:p>
          <a:p xmlns:a="http://schemas.openxmlformats.org/drawingml/2006/main">
            <a:r>
              <a:t>화면에서 가리킬 순서: 왼쪽에서 오른쪽으로 네 파트</a:t>
            </a:r>
          </a:p>
          <a:p xmlns:a="http://schemas.openxmlformats.org/drawingml/2006/main">
            <a:r>
              <a:t>오개념 점검: 세 파트를 독립적인 암기 목록처럼 설명하지 않는다.</a:t>
            </a:r>
          </a:p>
          <a:p xmlns:a="http://schemas.openxmlformats.org/drawingml/2006/main">
            <a:r>
              <a:t>다음 연결: 학습 목표를 확인합시다.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발열·흡열 반응의 예시를 먼저 살펴본 뒤 엔탈피와 반응 엔탈피를 정의합니다.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 그 밖을 주위라고 합니다. 발열 반응은 반응계에서 주위로 열을 방출하는 반응입니다. 도시가스의 주성분인 메테인이 연소할 때 주위로 열이 나옵니다. 철이 산소와 반응하는 산화도 발열 반응이며, 손난로는 철 가루가 빠르게 산화될 때 나오는 열을 이용합니다. 발열이라는 말은 반응계를 기준으로 열이 밖으로 나간다는 뜻입니다. 반응계가 방출한 열을 받은 주위는 일반적으로 따뜻해집니다.</a:t>
            </a:r>
          </a:p>
          <a:p xmlns:a="http://schemas.openxmlformats.org/drawingml/2006/main">
            <a:r>
              <a:t>화면에서 가리킬 순서: 발열 정의 → 메테인 연소 → 철의 산화 → 반응계에서 주위로 열 이동</a:t>
            </a:r>
          </a:p>
          <a:p xmlns:a="http://schemas.openxmlformats.org/drawingml/2006/main">
            <a:r>
              <a:t>오개념 점검: 발열 반응에서 반응계와 주위를 구분한다. 손난로는 흔드는 동작 자체가 에너지원이 아니다.</a:t>
            </a:r>
          </a:p>
          <a:p xmlns:a="http://schemas.openxmlformats.org/drawingml/2006/main">
            <a:r>
              <a:t>다음 연결: 반대로 주위에서 열을 흡수하는 경우를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흡열 반응은 반응계가 주위에서 열을 흡수하는 반응입니다. 냉각 팩에서 질산 암모늄이 물에 용해될 때 주변에서 열을 흡수하므로 팩 주변이 차가워집니다. 제빵 소다의 성분인 탄산수소 나트륨이 분해되는 반응도 흡열 반응으로, 열을 공급해야 진행됩니다. 모든 흡열 반응이 저절로 진행하면서 차가워지는 것은 아닙니다. 가열하는 동안에는 공급받는 열과 반응에 흡수되는 열을 구분합니다. 이제 물질이 가진 에너지와 반응 전후의 변화량을 나타내는 개념으로 연결하겠습니다.</a:t>
            </a:r>
          </a:p>
          <a:p xmlns:a="http://schemas.openxmlformats.org/drawingml/2006/main">
            <a:r>
              <a:t>화면에서 가리킬 순서: 흡열 정의 → 냉각 팩의 용해 → 탄산수소 나트륨 분해 → 주위에서 반응계로 열 이동</a:t>
            </a:r>
          </a:p>
          <a:p xmlns:a="http://schemas.openxmlformats.org/drawingml/2006/main">
            <a:r>
              <a:t>오개념 점검: 냉각 팩은 용해 과정의 사례다. 가열 중 온도만으로 발열·흡열을 판단하지 않는다.</a:t>
            </a:r>
          </a:p>
          <a:p xmlns:a="http://schemas.openxmlformats.org/drawingml/2006/main">
            <a:r>
              <a:t>다음 연결: 물질이 갖는 에너지의 양을 엔탈피로 나타냅니다.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물질은 분자의 운동 에너지뿐 아니라 여러 종류의 에너지를 갖습니다. 교과서에서는 일정한 압력에서 어떤 물질이 갖는 에너지의 양을 엔탈피라고 정의하고 H로 나타냅니다. 엔탈피는 온도 자체나 이동하는 열의 이름이 아닙니다. 물질의 종류와 양, 상태 등 조건을 함께 생각해야 합니다. 엔탈피의 절대값을 직접 정하기보다는 반응 전후의 변화량을 출입하는 열로 구한다는 점이 중요합니다. 다음 장에서는 엔탈피 H와 변화량 ΔH를 구분하겠습니다.</a:t>
            </a:r>
          </a:p>
          <a:p xmlns:a="http://schemas.openxmlformats.org/drawingml/2006/main">
            <a:r>
              <a:t>화면에서 가리킬 순서: 엔탈피 H → 일정한 압력 조건 → 에너지의 양 → H와 변화량의 구분</a:t>
            </a:r>
          </a:p>
          <a:p xmlns:a="http://schemas.openxmlformats.org/drawingml/2006/main">
            <a:r>
              <a:t>오개념 점검: 엔탈피를 물질에 저장된 열 또는 온도라고 정의하지 않는다.</a:t>
            </a:r>
          </a:p>
          <a:p xmlns:a="http://schemas.openxmlformats.org/drawingml/2006/main">
            <a:r>
              <a:t>다음 연결: 화학 반응 전후에 엔탈피가 얼마나 달라지는지 나타내 보겠습니다.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 엔탈피는 일정한 압력에서 화학 반응이 일어날 때의 엔탈피 변화이며 ΔH로 나타냅니다. 델타는 변화량이라는 뜻입니다. 생성물의 엔탈피 합에서 반응물의 엔탈피 합을 뺍니다. 즉 반응 후에서 반응 전을 빼는 순서입니다. H는 엔탈피를, ΔH는 그 변화량을 가리키므로 서로 구분합니다. 일정한 압력에서 팽창과 수축 이외의 일이 없을 때 반응계가 주고받는 열은 이 변화량과 같습니다. 생성물 쪽이 낮으면 ΔH가 음수이고 열을 방출합니다. 생성물 쪽이 높으면 ΔH가 양수이고 열을 흡수합니다. 다음 장의 교과서 그래프로 확인하겠습니다.</a:t>
            </a:r>
          </a:p>
          <a:p xmlns:a="http://schemas.openxmlformats.org/drawingml/2006/main">
            <a:r>
              <a:t>화면에서 가리킬 순서: 반응 엔탈피 ΔH 정의 → 생성물의 엔탈피 합 − 반응물의 엔탈피 합 → 반응 후 − 반응 전</a:t>
            </a:r>
          </a:p>
          <a:p xmlns:a="http://schemas.openxmlformats.org/drawingml/2006/main">
            <a:r>
              <a:t>오개념 점검: 반응물에서 생성물을 빼지 않는다. H와 ΔH, 방출열의 양수 크기와 ΔH의 부호를 구분한다.</a:t>
            </a:r>
          </a:p>
          <a:p xmlns:a="http://schemas.openxmlformats.org/drawingml/2006/main">
            <a:r>
              <a:t>다음 연결: 생성물과 반응물의 엔탈피 높이를 그래프에서 비교해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반응식에 물질의 상태와 반응 엔탈피를 함께 표시하겠습니다. 같은 반응도 양이나 상태가 달라지면 출입하는 열이 달라지는지 살펴봅니다.</a:t>
            </a:r>
          </a:p>
          <a:p xmlns:a="http://schemas.openxmlformats.org/drawingml/2006/main">
            <a:r>
              <a:t>화면에서 가리킬 순서: Part 2 제목과 질문</a:t>
            </a:r>
          </a:p>
          <a:p xmlns:a="http://schemas.openxmlformats.org/drawingml/2006/main">
            <a:r>
              <a:t>오개념 점검: 정의와 예시를 확인한 뒤 열화학 반응식으로 확장한다.</a:t>
            </a:r>
          </a:p>
          <a:p xmlns:a="http://schemas.openxmlformats.org/drawingml/2006/main">
            <a:r>
              <a:t>다음 연결: 상태·계수·반응 엔탈피를 함께 읽어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반응과 흡열 반응을 나란히 비교합니다. 발열 반응에서는 반응계에서 주위로 열이 이동하고 반응계의 엔탈피가 감소합니다. 따라서 생성물의 엔탈피가 반응물보다 작고 ΔH는 음수입니다. 흡열 반응에서는 주위에서 반응계로 열이 이동하고 반응계의 엔탈피가 증가합니다. 생성물의 엔탈피가 반응물보다 크므로 ΔH는 양수입니다. 반응 엔탈피는 생성물의 엔탈피에서 반응물의 엔탈피를 뺀 값이라는 점과 연결합니다. 아래에서는 나머지 관계를 확인합니다. 반응식 전체의 계수를 n배 하면 ΔH도 n배가 됩니다. 물질의 상태가 달라지면 반응 엔탈피도 달라집니다. 기체 반응의 평균 결합 에너지 계산은 결합을 끊는 데 흡수한 에너지에서 형성할 때 방출한 에너지의 크기를 뺍니다.</a:t>
            </a:r>
          </a:p>
          <a:p xmlns:a="http://schemas.openxmlformats.org/drawingml/2006/main">
            <a:r>
              <a:t>화면에서 가리킬 순서: 열 이동 방향 → 반응계 엔탈피 변화 → 생성물과 반응물 비교 → ΔH 부호 → 아래 계수·상태·결합 관계</a:t>
            </a:r>
          </a:p>
          <a:p xmlns:a="http://schemas.openxmlformats.org/drawingml/2006/main">
            <a:r>
              <a:t>오개념 점검: 열을 주고받는 반응계와 주위를 구분한다. 발열 반응에서 감소하는 것은 반응계의 엔탈피다.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d1acc6de7849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0ab0190bb44f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466eeb69fc47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16aebfe1fd4c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8bfb8fc49141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f659d25f4b43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2946F3-F218-44CE-B740-7EF96198458E}"/>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E08CAF-83F4-4F2A-8EC4-80DA7BFB467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143AC2-ED4C-40D1-BE33-43D039551073}"/>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67F485-9CCC-4FC1-8434-9822A340346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83F3FA-0873-4EF5-AEE9-3CAF81A5958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E3DB237-F3AC-488D-B695-68D9704FAEA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C24CC9-F112-490C-B00A-570E7308552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C5BBED-0CD5-46CC-9262-4A1874E76E9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D8F739-6649-40B4-85BF-EAE20C5B41F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97A0E6-9F9C-4857-B1E0-6D2ADC2F851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ef01e411974233" /><Relationship Type="http://schemas.openxmlformats.org/officeDocument/2006/relationships/slideLayout" Target="/ppt/slideLayouts/slideLayout1.xml" Id="R72093217c4e94277" /><Relationship Type="http://schemas.openxmlformats.org/officeDocument/2006/relationships/slideLayout" Target="/ppt/slideLayouts/slideLayout2.xml" Id="Rf57b7551f94e4a73" /><Relationship Type="http://schemas.openxmlformats.org/officeDocument/2006/relationships/slideLayout" Target="/ppt/slideLayouts/slideLayout3.xml" Id="Rdd9f19762d054c90" /><Relationship Type="http://schemas.openxmlformats.org/officeDocument/2006/relationships/slideLayout" Target="/ppt/slideLayouts/slideLayout4.xml" Id="R578b416f47e5498f" /><Relationship Type="http://schemas.openxmlformats.org/officeDocument/2006/relationships/slideLayout" Target="/ppt/slideLayouts/slideLayout5.xml" Id="Rf7d5c8f96abb4c53" /><Relationship Type="http://schemas.openxmlformats.org/officeDocument/2006/relationships/slideLayout" Target="/ppt/slideLayouts/slideLayout6.xml" Id="Rab551eac0bfc43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093217c4e94277"/>
    <p:sldLayoutId xmlns:r="http://schemas.openxmlformats.org/officeDocument/2006/relationships" id="2147483650" r:id="Rf57b7551f94e4a73"/>
    <p:sldLayoutId xmlns:r="http://schemas.openxmlformats.org/officeDocument/2006/relationships" id="2147483651" r:id="Rdd9f19762d054c90"/>
    <p:sldLayoutId xmlns:r="http://schemas.openxmlformats.org/officeDocument/2006/relationships" id="2147483652" r:id="R578b416f47e5498f"/>
    <p:sldLayoutId xmlns:r="http://schemas.openxmlformats.org/officeDocument/2006/relationships" id="2147483653" r:id="Rf7d5c8f96abb4c53"/>
    <p:sldLayoutId xmlns:r="http://schemas.openxmlformats.org/officeDocument/2006/relationships" id="2147483654" r:id="Rab551eac0bfc43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ac41bd67a14f8b" /><Relationship Type="http://schemas.openxmlformats.org/officeDocument/2006/relationships/image" Target="/ppt/media/image.png" Id="R2d7c82065ccb4703" /><Relationship Type="http://schemas.openxmlformats.org/officeDocument/2006/relationships/image" Target="/ppt/media/image2.png" Id="Rc1abd69667954275" /><Relationship Type="http://schemas.openxmlformats.org/officeDocument/2006/relationships/image" Target="/ppt/media/image3.png" Id="R4b311b26c027498a" /><Relationship Type="http://schemas.openxmlformats.org/officeDocument/2006/relationships/image" Target="/ppt/media/image4.png" Id="R1c4616838a624ddc" /><Relationship Type="http://schemas.openxmlformats.org/officeDocument/2006/relationships/notesSlide" Target="/ppt/notesSlides/notesSlide1.xml" Id="R112f47ad4c3549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9c5a295b714cb1" /><Relationship Type="http://schemas.openxmlformats.org/officeDocument/2006/relationships/image" Target="/ppt/media/image5.png" Id="R4261b1ba31624a62" /><Relationship Type="http://schemas.openxmlformats.org/officeDocument/2006/relationships/notesSlide" Target="/ppt/notesSlides/notesSlide2.xml" Id="R304a4649376540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de2bcc99ea4683" /><Relationship Type="http://schemas.openxmlformats.org/officeDocument/2006/relationships/image" Target="/ppt/media/image6.png" Id="R3a02dc49dd9845aa" /><Relationship Type="http://schemas.openxmlformats.org/officeDocument/2006/relationships/image" Target="/ppt/media/image7.png" Id="R6d2ba0d2ae444bbb" /><Relationship Type="http://schemas.openxmlformats.org/officeDocument/2006/relationships/image" Target="/ppt/media/image8.png" Id="Rd8bbca8987ae4d9a" /><Relationship Type="http://schemas.openxmlformats.org/officeDocument/2006/relationships/notesSlide" Target="/ppt/notesSlides/notesSlide3.xml" Id="R6513920368d942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420ba5be5f4a16" /><Relationship Type="http://schemas.openxmlformats.org/officeDocument/2006/relationships/image" Target="/ppt/media/image9.png" Id="R12c3512627264525" /><Relationship Type="http://schemas.openxmlformats.org/officeDocument/2006/relationships/image" Target="/ppt/media/image10.png" Id="R7eb49edc59054b31" /><Relationship Type="http://schemas.openxmlformats.org/officeDocument/2006/relationships/notesSlide" Target="/ppt/notesSlides/notesSlide4.xml" Id="Rd18e9d75a5c647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96b4af3e9b4723" /><Relationship Type="http://schemas.openxmlformats.org/officeDocument/2006/relationships/image" Target="/ppt/media/image11.png" Id="R6585bb194a0d4c09" /><Relationship Type="http://schemas.openxmlformats.org/officeDocument/2006/relationships/image" Target="/ppt/media/image12.png" Id="R5caa5d3d9b2b49f5" /><Relationship Type="http://schemas.openxmlformats.org/officeDocument/2006/relationships/notesSlide" Target="/ppt/notesSlides/notesSlide5.xml" Id="R557919262f6948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3fb847e9614e19" /><Relationship Type="http://schemas.openxmlformats.org/officeDocument/2006/relationships/image" Target="/ppt/media/image13.png" Id="R207cd7f669e244d7" /><Relationship Type="http://schemas.openxmlformats.org/officeDocument/2006/relationships/image" Target="/ppt/media/image14.png" Id="R2d4dca21d6174e41" /><Relationship Type="http://schemas.openxmlformats.org/officeDocument/2006/relationships/image" Target="/ppt/media/image15.png" Id="R368b5de82e944d83" /><Relationship Type="http://schemas.openxmlformats.org/officeDocument/2006/relationships/notesSlide" Target="/ppt/notesSlides/notesSlide6.xml" Id="Ree8ebdea7a1346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1ae224b5ee474b" /><Relationship Type="http://schemas.openxmlformats.org/officeDocument/2006/relationships/image" Target="/ppt/media/image16.png" Id="R82eaf3335764416e" /><Relationship Type="http://schemas.openxmlformats.org/officeDocument/2006/relationships/image" Target="/ppt/media/image17.png" Id="Rd4824f16d1ec42cb" /><Relationship Type="http://schemas.openxmlformats.org/officeDocument/2006/relationships/image" Target="/ppt/media/image18.png" Id="Re6da5edecb904558" /><Relationship Type="http://schemas.openxmlformats.org/officeDocument/2006/relationships/notesSlide" Target="/ppt/notesSlides/notesSlide7.xml" Id="R6d517b52605e4f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0c1c6b8c08404b" /><Relationship Type="http://schemas.openxmlformats.org/officeDocument/2006/relationships/image" Target="/ppt/media/image19.png" Id="R9c90590e41c746dd" /><Relationship Type="http://schemas.openxmlformats.org/officeDocument/2006/relationships/notesSlide" Target="/ppt/notesSlides/notesSlide8.xml" Id="R89e505c9360643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9df2fa3ca064195" /><Relationship Type="http://schemas.openxmlformats.org/officeDocument/2006/relationships/image" Target="/ppt/media/image20.png" Id="R8586e5281c0349ad" /><Relationship Type="http://schemas.openxmlformats.org/officeDocument/2006/relationships/image" Target="/ppt/media/image21.png" Id="Rd476671c7b1a49f1" /><Relationship Type="http://schemas.openxmlformats.org/officeDocument/2006/relationships/notesSlide" Target="/ppt/notesSlides/notesSlide9.xml" Id="Rdd2b1eaac4f146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3e2b79deda49e7" /><Relationship Type="http://schemas.openxmlformats.org/officeDocument/2006/relationships/image" Target="/ppt/media/image22.png" Id="Raea1d432e9b94e40" /><Relationship Type="http://schemas.openxmlformats.org/officeDocument/2006/relationships/image" Target="/ppt/media/image23.png" Id="R18755124d37a4bd1" /><Relationship Type="http://schemas.openxmlformats.org/officeDocument/2006/relationships/image" Target="/ppt/media/image24.png" Id="R477d3b36cc3c4b11" /><Relationship Type="http://schemas.openxmlformats.org/officeDocument/2006/relationships/notesSlide" Target="/ppt/notesSlides/notesSlide10.xml" Id="Rd792bbd526f64f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e555ed996e34471" /><Relationship Type="http://schemas.openxmlformats.org/officeDocument/2006/relationships/image" Target="/ppt/media/image25.png" Id="R3f0562068b0b4421" /><Relationship Type="http://schemas.openxmlformats.org/officeDocument/2006/relationships/image" Target="/ppt/media/image26.png" Id="R990d088c036a4856" /><Relationship Type="http://schemas.openxmlformats.org/officeDocument/2006/relationships/notesSlide" Target="/ppt/notesSlides/notesSlide11.xml" Id="R1c7923c9f86e4f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4469925942a4213" /><Relationship Type="http://schemas.openxmlformats.org/officeDocument/2006/relationships/image" Target="/ppt/media/image27.png" Id="Rc2c631959c8e4d01" /><Relationship Type="http://schemas.openxmlformats.org/officeDocument/2006/relationships/image" Target="/ppt/media/image28.png" Id="R7ba413cdff63443c" /><Relationship Type="http://schemas.openxmlformats.org/officeDocument/2006/relationships/image" Target="/ppt/media/image29.png" Id="Rdfa353361b814cf3" /><Relationship Type="http://schemas.openxmlformats.org/officeDocument/2006/relationships/notesSlide" Target="/ppt/notesSlides/notesSlide12.xml" Id="R4a7adc14a04741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908e90657f048fc" /><Relationship Type="http://schemas.openxmlformats.org/officeDocument/2006/relationships/image" Target="/ppt/media/image30.png" Id="Rcba9c3ab707248d9" /><Relationship Type="http://schemas.openxmlformats.org/officeDocument/2006/relationships/image" Target="/ppt/media/image31.png" Id="Re8e97c06602e4929" /><Relationship Type="http://schemas.openxmlformats.org/officeDocument/2006/relationships/notesSlide" Target="/ppt/notesSlides/notesSlide13.xml" Id="Rccd2467fff034f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beddaab5c254332" /><Relationship Type="http://schemas.openxmlformats.org/officeDocument/2006/relationships/image" Target="/ppt/media/image32.png" Id="R017dcd05665343d3" /><Relationship Type="http://schemas.openxmlformats.org/officeDocument/2006/relationships/image" Target="/ppt/media/image33.png" Id="R9da549636cbe4db7" /><Relationship Type="http://schemas.openxmlformats.org/officeDocument/2006/relationships/notesSlide" Target="/ppt/notesSlides/notesSlide14.xml" Id="R8e681335cee549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4915f08353346e4" /><Relationship Type="http://schemas.openxmlformats.org/officeDocument/2006/relationships/image" Target="/ppt/media/image34.png" Id="R3e1d43ecbd1a4749" /><Relationship Type="http://schemas.openxmlformats.org/officeDocument/2006/relationships/image" Target="/ppt/media/image35.png" Id="Rc2cce369772849ad" /><Relationship Type="http://schemas.openxmlformats.org/officeDocument/2006/relationships/image" Target="/ppt/media/image36.png" Id="R20a268de520c47c3" /><Relationship Type="http://schemas.openxmlformats.org/officeDocument/2006/relationships/notesSlide" Target="/ppt/notesSlides/notesSlide15.xml" Id="Rf828406d7d0344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d1f870a4c19467b" /><Relationship Type="http://schemas.openxmlformats.org/officeDocument/2006/relationships/image" Target="/ppt/media/image37.png" Id="R3dbc5510736f4353" /><Relationship Type="http://schemas.openxmlformats.org/officeDocument/2006/relationships/image" Target="/ppt/media/image38.png" Id="Rdcd43ee6dec341f0" /><Relationship Type="http://schemas.openxmlformats.org/officeDocument/2006/relationships/notesSlide" Target="/ppt/notesSlides/notesSlide16.xml" Id="Rc5901de06c7943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e7bea75b1c546e1" /><Relationship Type="http://schemas.openxmlformats.org/officeDocument/2006/relationships/image" Target="/ppt/media/image39.png" Id="R9b2d809a571a455c" /><Relationship Type="http://schemas.openxmlformats.org/officeDocument/2006/relationships/image" Target="/ppt/media/image40.png" Id="R40839d2663ab4353" /><Relationship Type="http://schemas.openxmlformats.org/officeDocument/2006/relationships/image" Target="/ppt/media/image41.png" Id="Ra63fc4d3a6cf44d9" /><Relationship Type="http://schemas.openxmlformats.org/officeDocument/2006/relationships/notesSlide" Target="/ppt/notesSlides/notesSlide17.xml" Id="Recb287cd6070475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996ffc2c5be4351" /><Relationship Type="http://schemas.openxmlformats.org/officeDocument/2006/relationships/image" Target="/ppt/media/image42.png" Id="R68cd0198cbc74750" /><Relationship Type="http://schemas.openxmlformats.org/officeDocument/2006/relationships/image" Target="/ppt/media/image43.png" Id="R56415c37899b4817" /><Relationship Type="http://schemas.openxmlformats.org/officeDocument/2006/relationships/notesSlide" Target="/ppt/notesSlides/notesSlide18.xml" Id="Rf70a10b035e64cb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f1c23fe4544447c" /><Relationship Type="http://schemas.openxmlformats.org/officeDocument/2006/relationships/image" Target="/ppt/media/image44.png" Id="R29867d4229e446be" /><Relationship Type="http://schemas.openxmlformats.org/officeDocument/2006/relationships/image" Target="/ppt/media/image45.png" Id="R82478da6795b4e54" /><Relationship Type="http://schemas.openxmlformats.org/officeDocument/2006/relationships/notesSlide" Target="/ppt/notesSlides/notesSlide19.xml" Id="Rf5a146c575b74fd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0c0b17635ce49d2" /><Relationship Type="http://schemas.openxmlformats.org/officeDocument/2006/relationships/image" Target="/ppt/media/image46.png" Id="R3be7ff877af746a9" /><Relationship Type="http://schemas.openxmlformats.org/officeDocument/2006/relationships/image" Target="/ppt/media/image47.png" Id="R225d71ec00c74979" /><Relationship Type="http://schemas.openxmlformats.org/officeDocument/2006/relationships/image" Target="/ppt/media/image48.png" Id="Radc3db2e58304541" /><Relationship Type="http://schemas.openxmlformats.org/officeDocument/2006/relationships/notesSlide" Target="/ppt/notesSlides/notesSlide20.xml" Id="R9e12b576353c4cb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dbf0f00e69c4f4f" /><Relationship Type="http://schemas.openxmlformats.org/officeDocument/2006/relationships/image" Target="/ppt/media/image49.png" Id="R063d1fa73ef34a47" /><Relationship Type="http://schemas.openxmlformats.org/officeDocument/2006/relationships/image" Target="/ppt/media/image50.png" Id="Rbf4ddf9b7a9b403c" /><Relationship Type="http://schemas.openxmlformats.org/officeDocument/2006/relationships/image" Target="/ppt/media/image51.png" Id="R161593c824a74373" /><Relationship Type="http://schemas.openxmlformats.org/officeDocument/2006/relationships/notesSlide" Target="/ppt/notesSlides/notesSlide21.xml" Id="R9741d8d062754cf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c8313062b4540d0" /><Relationship Type="http://schemas.openxmlformats.org/officeDocument/2006/relationships/image" Target="/ppt/media/image52.png" Id="R970533cbedf24368" /><Relationship Type="http://schemas.openxmlformats.org/officeDocument/2006/relationships/notesSlide" Target="/ppt/notesSlides/notesSlide22.xml" Id="Rad1e4e94b7cb42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4513b33097149f8" /><Relationship Type="http://schemas.openxmlformats.org/officeDocument/2006/relationships/image" Target="/ppt/media/image53.png" Id="R93a23bca5c7743cf" /><Relationship Type="http://schemas.openxmlformats.org/officeDocument/2006/relationships/image" Target="/ppt/media/image54.png" Id="R6c95c9d6b9e64a33" /><Relationship Type="http://schemas.openxmlformats.org/officeDocument/2006/relationships/image" Target="/ppt/media/image55.png" Id="R1357ee6f9df24e6a" /><Relationship Type="http://schemas.openxmlformats.org/officeDocument/2006/relationships/notesSlide" Target="/ppt/notesSlides/notesSlide23.xml" Id="Re32faacf289d49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4a2aa98b11c4f85" /><Relationship Type="http://schemas.openxmlformats.org/officeDocument/2006/relationships/image" Target="/ppt/media/image56.png" Id="Rbbdb199852c84bdc" /><Relationship Type="http://schemas.openxmlformats.org/officeDocument/2006/relationships/image" Target="/ppt/media/image57.png" Id="R6401e08f61284de8" /><Relationship Type="http://schemas.openxmlformats.org/officeDocument/2006/relationships/notesSlide" Target="/ppt/notesSlides/notesSlide24.xml" Id="Re998efdfd22f4e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dffe7e0c6864925" /><Relationship Type="http://schemas.openxmlformats.org/officeDocument/2006/relationships/image" Target="/ppt/media/image58.png" Id="Rb73023a71cc144b4" /><Relationship Type="http://schemas.openxmlformats.org/officeDocument/2006/relationships/image" Target="/ppt/media/image59.png" Id="R3d48f6457c024583" /><Relationship Type="http://schemas.openxmlformats.org/officeDocument/2006/relationships/notesSlide" Target="/ppt/notesSlides/notesSlide25.xml" Id="R88e9601819d14d5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b8e337437fa4afd" /><Relationship Type="http://schemas.openxmlformats.org/officeDocument/2006/relationships/image" Target="/ppt/media/image60.png" Id="R6e10ec687cda4161" /><Relationship Type="http://schemas.openxmlformats.org/officeDocument/2006/relationships/notesSlide" Target="/ppt/notesSlides/notesSlide26.xml" Id="Racd4d4b8b0c94b3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6fc52e39c11454b" /><Relationship Type="http://schemas.openxmlformats.org/officeDocument/2006/relationships/image" Target="/ppt/media/image61.png" Id="Re72d4562ce644025" /><Relationship Type="http://schemas.openxmlformats.org/officeDocument/2006/relationships/image" Target="/ppt/media/image62.png" Id="R9235576bfca64ea0" /><Relationship Type="http://schemas.openxmlformats.org/officeDocument/2006/relationships/notesSlide" Target="/ppt/notesSlides/notesSlide27.xml" Id="R1953a5186aff4f4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4701473d09048f2" /><Relationship Type="http://schemas.openxmlformats.org/officeDocument/2006/relationships/image" Target="/ppt/media/image63.png" Id="R0e07634801764f31" /><Relationship Type="http://schemas.openxmlformats.org/officeDocument/2006/relationships/image" Target="/ppt/media/image64.png" Id="Ra4d1e706af554896" /><Relationship Type="http://schemas.openxmlformats.org/officeDocument/2006/relationships/notesSlide" Target="/ppt/notesSlides/notesSlide28.xml" Id="R99fc36c229ce4ff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c300414c9604da5" /><Relationship Type="http://schemas.openxmlformats.org/officeDocument/2006/relationships/image" Target="/ppt/media/image65.png" Id="R05419b06d23d42a3" /><Relationship Type="http://schemas.openxmlformats.org/officeDocument/2006/relationships/image" Target="/ppt/media/image66.png" Id="Ra2f467324d684aa8" /><Relationship Type="http://schemas.openxmlformats.org/officeDocument/2006/relationships/notesSlide" Target="/ppt/notesSlides/notesSlide29.xml" Id="R2e54a24bc2084ab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6800e8e49994a3a" /><Relationship Type="http://schemas.openxmlformats.org/officeDocument/2006/relationships/image" Target="/ppt/media/image67.png" Id="R3a1521386cbd4d5d" /><Relationship Type="http://schemas.openxmlformats.org/officeDocument/2006/relationships/image" Target="/ppt/media/image68.png" Id="Rbbb45d6582ff4146" /><Relationship Type="http://schemas.openxmlformats.org/officeDocument/2006/relationships/notesSlide" Target="/ppt/notesSlides/notesSlide30.xml" Id="R68ded5e33e62454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f0e008cb62248eb" /><Relationship Type="http://schemas.openxmlformats.org/officeDocument/2006/relationships/image" Target="/ppt/media/image69.png" Id="Rda1cb3b26d3e4f60" /><Relationship Type="http://schemas.openxmlformats.org/officeDocument/2006/relationships/image" Target="/ppt/media/image70.png" Id="R5a2f07c7d6a5468e" /><Relationship Type="http://schemas.openxmlformats.org/officeDocument/2006/relationships/image" Target="/ppt/media/image71.png" Id="R1dddbc61bc0e4e8f" /><Relationship Type="http://schemas.openxmlformats.org/officeDocument/2006/relationships/notesSlide" Target="/ppt/notesSlides/notesSlide31.xml" Id="Ra8d4d43a3ff6486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600ccded8fb47e0" /><Relationship Type="http://schemas.openxmlformats.org/officeDocument/2006/relationships/image" Target="/ppt/media/image72.png" Id="R610869771e89488c" /><Relationship Type="http://schemas.openxmlformats.org/officeDocument/2006/relationships/notesSlide" Target="/ppt/notesSlides/notesSlide32.xml" Id="Rd9dc6e8635bb4c9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49fe5d683b3412e" /><Relationship Type="http://schemas.openxmlformats.org/officeDocument/2006/relationships/image" Target="/ppt/media/image73.png" Id="R8a9ef3d459cc40ea" /><Relationship Type="http://schemas.openxmlformats.org/officeDocument/2006/relationships/image" Target="/ppt/media/image74.png" Id="Rc4de3925e0814774" /><Relationship Type="http://schemas.openxmlformats.org/officeDocument/2006/relationships/notesSlide" Target="/ppt/notesSlides/notesSlide33.xml" Id="Rf6f62b2dd7ba465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bca65f9bbee4edc" /><Relationship Type="http://schemas.openxmlformats.org/officeDocument/2006/relationships/image" Target="/ppt/media/image75.png" Id="R9e8b268458084a73" /><Relationship Type="http://schemas.openxmlformats.org/officeDocument/2006/relationships/image" Target="/ppt/media/image76.png" Id="R729ab398a7644be6" /><Relationship Type="http://schemas.openxmlformats.org/officeDocument/2006/relationships/notesSlide" Target="/ppt/notesSlides/notesSlide34.xml" Id="R183487b2794d448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36287f968e24d78" /><Relationship Type="http://schemas.openxmlformats.org/officeDocument/2006/relationships/image" Target="/ppt/media/image77.png" Id="R537693008c284926" /><Relationship Type="http://schemas.openxmlformats.org/officeDocument/2006/relationships/notesSlide" Target="/ppt/notesSlides/notesSlide35.xml" Id="R9a79e9e8b3e54b1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846f385cb184172" /><Relationship Type="http://schemas.openxmlformats.org/officeDocument/2006/relationships/image" Target="/ppt/media/image78.png" Id="R034e6ad886f44f4f" /><Relationship Type="http://schemas.openxmlformats.org/officeDocument/2006/relationships/image" Target="/ppt/media/image79.png" Id="R61c99f215080421b" /><Relationship Type="http://schemas.openxmlformats.org/officeDocument/2006/relationships/notesSlide" Target="/ppt/notesSlides/notesSlide36.xml" Id="Rda4882c09aaf4546"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2B6AC02E-A291-48E6-A51A-B53F9A266566}"/>
              </a:ext>
            </a:extLst>
          </p:cNvPr>
          <p:cNvPicPr>
            <a:picLocks noChangeAspect="1"/>
          </p:cNvPicPr>
          <p:nvPr/>
        </p:nvPicPr>
        <p:blipFill>
          <a:blip ns3:embed="R2d7c82065ccb4703"/>
          <a:stretch/>
        </p:blipFill>
        <p:spPr>
          <a:xfrm>
            <a:off x="4859" y="0"/>
            <a:ext cx="18278283" cy="10287000"/>
          </a:xfrm>
          <a:prstGeom prst="rect">
            <a:avLst/>
          </a:prstGeom>
        </p:spPr>
      </p:pic>
      <p:sp>
        <p:nvSpPr>
          <p:cNvPr id="2" name="reference_green_fade">
            <a:extLst>
              <a:ext uri="{FF2B5EF4-FFF2-40B4-BE49-F238E27FC236}">
                <ns2:creationId id="{AA8F3693-3C20-49AE-8869-7EE6F3DEC18B}"/>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4E043866-32C3-48A3-BE80-24C72EF11A40}"/>
              </a:ext>
            </a:extLst>
          </p:cNvPr>
          <p:cNvPicPr>
            <a:picLocks noChangeAspect="1"/>
          </p:cNvPicPr>
          <p:nvPr/>
        </p:nvPicPr>
        <p:blipFill>
          <a:blip ns3:embed="Rc1abd69667954275"/>
          <a:stretch/>
        </p:blipFill>
        <p:spPr>
          <a:xfrm>
            <a:off x="16941800" y="382588"/>
            <a:ext cx="1028700" cy="733425"/>
          </a:xfrm>
          <a:prstGeom prst="rect">
            <a:avLst/>
          </a:prstGeom>
        </p:spPr>
      </p:pic>
      <p:sp>
        <p:nvSpPr>
          <p:cNvPr id="4" name="copyright">
            <a:extLst>
              <a:ext uri="{FF2B5EF4-FFF2-40B4-BE49-F238E27FC236}">
                <ns2:creationId id="{4C42B44E-9FD5-4CFA-B6FB-AC347ED3AB50}"/>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8C8FAFCA-95DB-496E-BDFC-F1F9132DA76D}"/>
              </a:ext>
            </a:extLst>
          </p:cNvPr>
          <p:cNvPicPr>
            <a:picLocks noChangeAspect="1"/>
          </p:cNvPicPr>
          <p:nvPr/>
        </p:nvPicPr>
        <p:blipFill>
          <a:blip ns3:embed="R4b311b26c027498a"/>
          <a:stretch/>
        </p:blipFill>
        <p:spPr>
          <a:xfrm>
            <a:off x="1320800" y="5207000"/>
            <a:ext cx="1447800" cy="609600"/>
          </a:xfrm>
          <a:prstGeom prst="rect">
            <a:avLst/>
          </a:prstGeom>
        </p:spPr>
      </p:pic>
      <p:pic>
        <p:nvPicPr>
          <p:cNvPr id="6" name="">
            <a:extLst>
              <a:ext uri="{FF2B5EF4-FFF2-40B4-BE49-F238E27FC236}">
                <ns2:creationId id="{7ED5AFF4-377F-4B05-8AFD-FF40F1E24B87}"/>
              </a:ext>
            </a:extLst>
          </p:cNvPr>
          <p:cNvPicPr>
            <a:picLocks noChangeAspect="1"/>
          </p:cNvPicPr>
          <p:nvPr/>
        </p:nvPicPr>
        <p:blipFill>
          <a:blip ns3:embed="R1c4616838a624ddc"/>
          <a:stretch/>
        </p:blipFill>
        <p:spPr>
          <a:xfrm>
            <a:off x="15252700" y="410251"/>
            <a:ext cx="1473200" cy="627298"/>
          </a:xfrm>
          <a:prstGeom prst="rect">
            <a:avLst/>
          </a:prstGeom>
        </p:spPr>
      </p:pic>
      <p:sp>
        <p:nvSpPr>
          <p:cNvPr id="7" name="title-line0">
            <a:extLst>
              <a:ext uri="{FF2B5EF4-FFF2-40B4-BE49-F238E27FC236}">
                <ns2:creationId id="{554284A0-5D47-4B38-A60C-792F138B7B05}"/>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6F260291-A332-433A-86FC-A77B5FDA062D}"/>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65F89581-6A7C-4AF2-886C-70CF221BB34A}"/>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2061083079"/>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7" name="">
            <a:extLst>
              <a:ext uri="{FF2B5EF4-FFF2-40B4-BE49-F238E27FC236}">
                <ns2:creationId id="{E2F74F43-C1C4-4D6A-B220-9643F519D240}"/>
              </a:ext>
            </a:extLst>
          </p:cNvPr>
          <p:cNvPicPr>
            <a:picLocks noChangeAspect="1"/>
          </p:cNvPicPr>
          <p:nvPr/>
        </p:nvPicPr>
        <p:blipFill>
          <a:blip ns3:embed="R4261b1ba31624a62"/>
          <a:stretch/>
        </p:blipFill>
        <p:spPr>
          <a:xfrm>
            <a:off x="16941800" y="382588"/>
            <a:ext cx="1028700" cy="733425"/>
          </a:xfrm>
          <a:prstGeom prst="rect">
            <a:avLst/>
          </a:prstGeom>
        </p:spPr>
      </p:pic>
      <p:sp>
        <p:nvSpPr>
          <p:cNvPr id="2" name="copyright">
            <a:extLst>
              <a:ext uri="{FF2B5EF4-FFF2-40B4-BE49-F238E27FC236}">
                <ns2:creationId id="{91A21FF4-7237-44AC-B0C6-90616E27A632}"/>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title">
            <a:extLst>
              <a:ext uri="{FF2B5EF4-FFF2-40B4-BE49-F238E27FC236}">
                <ns2:creationId id="{DF775325-776F-4675-8EAF-E41524031F39}"/>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4" name="part-chevron-0">
            <a:extLst>
              <a:ext uri="{FF2B5EF4-FFF2-40B4-BE49-F238E27FC236}">
                <ns2:creationId id="{CDEBD6A4-F165-4033-96B4-6831B5E1CB72}"/>
              </a:ext>
            </a:extLst>
          </p:cNvPr>
          <p:cNvSpPr>
            <a:spLocks noGrp="1"/>
          </p:cNvSpPr>
          <p:nvPr/>
        </p:nvSpPr>
        <p:spPr>
          <a:xfrm>
            <a:off x="1619250" y="4572000"/>
            <a:ext cx="3714750" cy="3238500"/>
          </a:xfrm>
          <a:prstGeom prst="chevron">
            <a:avLst>
              <a:gd name="adj" fmla="val 10000"/>
            </a:avLst>
          </a:prstGeom>
          <a:solidFill>
            <a:srgbClr val="202020"/>
          </a:solidFill>
          <a:ln w="0">
            <a:noFill/>
          </a:ln>
        </p:spPr>
      </p:sp>
      <p:sp>
        <p:nvSpPr>
          <p:cNvPr id="5" name="part-label-0">
            <a:extLst>
              <a:ext uri="{FF2B5EF4-FFF2-40B4-BE49-F238E27FC236}">
                <ns2:creationId id="{860A5E58-7E9F-47BC-9243-A98DA7F1126F}"/>
              </a:ext>
            </a:extLst>
          </p:cNvPr>
          <p:cNvSpPr>
            <a:spLocks noGrp="1"/>
          </p:cNvSpPr>
          <p:nvPr/>
        </p:nvSpPr>
        <p:spPr>
          <a:xfrm>
            <a:off x="223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6" name="part-title-0-0">
            <a:extLst>
              <a:ext uri="{FF2B5EF4-FFF2-40B4-BE49-F238E27FC236}">
                <ns2:creationId id="{7BBA4421-E413-4479-B4BA-9E3D87CD0A8A}"/>
              </a:ext>
            </a:extLst>
          </p:cNvPr>
          <p:cNvSpPr>
            <a:spLocks noGrp="1"/>
          </p:cNvSpPr>
          <p:nvPr/>
        </p:nvSpPr>
        <p:spPr>
          <a:xfrm>
            <a:off x="223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7" name="part-chevron-1">
            <a:extLst>
              <a:ext uri="{FF2B5EF4-FFF2-40B4-BE49-F238E27FC236}">
                <ns2:creationId id="{B02A0C76-B6E3-418E-9506-AE691A1F09A6}"/>
              </a:ext>
            </a:extLst>
          </p:cNvPr>
          <p:cNvSpPr>
            <a:spLocks noGrp="1"/>
          </p:cNvSpPr>
          <p:nvPr/>
        </p:nvSpPr>
        <p:spPr>
          <a:xfrm>
            <a:off x="5429250" y="4572000"/>
            <a:ext cx="3714750" cy="3238500"/>
          </a:xfrm>
          <a:prstGeom prst="chevron">
            <a:avLst>
              <a:gd name="adj" fmla="val 10000"/>
            </a:avLst>
          </a:prstGeom>
          <a:solidFill>
            <a:srgbClr val="202020"/>
          </a:solidFill>
          <a:ln w="0">
            <a:noFill/>
          </a:ln>
        </p:spPr>
      </p:sp>
      <p:sp>
        <p:nvSpPr>
          <p:cNvPr id="8" name="part-label-1">
            <a:extLst>
              <a:ext uri="{FF2B5EF4-FFF2-40B4-BE49-F238E27FC236}">
                <ns2:creationId id="{BD8A1086-EE95-4E07-BB2E-8F601F239BCA}"/>
              </a:ext>
            </a:extLst>
          </p:cNvPr>
          <p:cNvSpPr>
            <a:spLocks noGrp="1"/>
          </p:cNvSpPr>
          <p:nvPr/>
        </p:nvSpPr>
        <p:spPr>
          <a:xfrm>
            <a:off x="604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9" name="part-title-1-0">
            <a:extLst>
              <a:ext uri="{FF2B5EF4-FFF2-40B4-BE49-F238E27FC236}">
                <ns2:creationId id="{FE9B98F8-D102-45A9-9EB2-45F37B9A82C9}"/>
              </a:ext>
            </a:extLst>
          </p:cNvPr>
          <p:cNvSpPr>
            <a:spLocks noGrp="1"/>
          </p:cNvSpPr>
          <p:nvPr/>
        </p:nvSpPr>
        <p:spPr>
          <a:xfrm>
            <a:off x="604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열화학 반응식</a:t>
            </a:r>
          </a:p>
        </p:txBody>
      </p:sp>
      <p:sp>
        <p:nvSpPr>
          <p:cNvPr id="10" name="part-chevron-2">
            <a:extLst>
              <a:ext uri="{FF2B5EF4-FFF2-40B4-BE49-F238E27FC236}">
                <ns2:creationId id="{2FABAA66-522C-46E7-B2E0-0537F551558F}"/>
              </a:ext>
            </a:extLst>
          </p:cNvPr>
          <p:cNvSpPr>
            <a:spLocks noGrp="1"/>
          </p:cNvSpPr>
          <p:nvPr/>
        </p:nvSpPr>
        <p:spPr>
          <a:xfrm>
            <a:off x="9239250" y="4572000"/>
            <a:ext cx="3714750" cy="3238500"/>
          </a:xfrm>
          <a:prstGeom prst="chevron">
            <a:avLst>
              <a:gd name="adj" fmla="val 10000"/>
            </a:avLst>
          </a:prstGeom>
          <a:solidFill>
            <a:srgbClr val="202020"/>
          </a:solidFill>
          <a:ln w="0">
            <a:noFill/>
          </a:ln>
        </p:spPr>
      </p:sp>
      <p:sp>
        <p:nvSpPr>
          <p:cNvPr id="11" name="part-label-2">
            <a:extLst>
              <a:ext uri="{FF2B5EF4-FFF2-40B4-BE49-F238E27FC236}">
                <ns2:creationId id="{9F39AC97-B225-457B-AE58-CCD403BCC63E}"/>
              </a:ext>
            </a:extLst>
          </p:cNvPr>
          <p:cNvSpPr>
            <a:spLocks noGrp="1"/>
          </p:cNvSpPr>
          <p:nvPr/>
        </p:nvSpPr>
        <p:spPr>
          <a:xfrm>
            <a:off x="985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2" name="part-title-2-0">
            <a:extLst>
              <a:ext uri="{FF2B5EF4-FFF2-40B4-BE49-F238E27FC236}">
                <ns2:creationId id="{DC3DA272-C50D-4FD2-BD2A-79D52843FAAD}"/>
              </a:ext>
            </a:extLst>
          </p:cNvPr>
          <p:cNvSpPr>
            <a:spLocks noGrp="1"/>
          </p:cNvSpPr>
          <p:nvPr/>
        </p:nvSpPr>
        <p:spPr>
          <a:xfrm>
            <a:off x="985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효율성</a:t>
            </a:r>
          </a:p>
        </p:txBody>
      </p:sp>
      <p:sp>
        <p:nvSpPr>
          <p:cNvPr id="13" name="part-chevron-3">
            <a:extLst>
              <a:ext uri="{FF2B5EF4-FFF2-40B4-BE49-F238E27FC236}">
                <ns2:creationId id="{6EA8FCC5-858C-45A3-A500-D8CF88772181}"/>
              </a:ext>
            </a:extLst>
          </p:cNvPr>
          <p:cNvSpPr>
            <a:spLocks noGrp="1"/>
          </p:cNvSpPr>
          <p:nvPr/>
        </p:nvSpPr>
        <p:spPr>
          <a:xfrm>
            <a:off x="13049250" y="4572000"/>
            <a:ext cx="3714750" cy="3238500"/>
          </a:xfrm>
          <a:prstGeom prst="chevron">
            <a:avLst>
              <a:gd name="adj" fmla="val 10000"/>
            </a:avLst>
          </a:prstGeom>
          <a:solidFill>
            <a:srgbClr val="202020"/>
          </a:solidFill>
          <a:ln w="0">
            <a:noFill/>
          </a:ln>
        </p:spPr>
      </p:sp>
      <p:sp>
        <p:nvSpPr>
          <p:cNvPr id="14" name="part-label-3">
            <a:extLst>
              <a:ext uri="{FF2B5EF4-FFF2-40B4-BE49-F238E27FC236}">
                <ns2:creationId id="{AAFE4D00-457E-4805-BDB8-95B85417DAF9}"/>
              </a:ext>
            </a:extLst>
          </p:cNvPr>
          <p:cNvSpPr>
            <a:spLocks noGrp="1"/>
          </p:cNvSpPr>
          <p:nvPr/>
        </p:nvSpPr>
        <p:spPr>
          <a:xfrm>
            <a:off x="1366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4</a:t>
            </a:r>
          </a:p>
        </p:txBody>
      </p:sp>
      <p:sp>
        <p:nvSpPr>
          <p:cNvPr id="15" name="part-title-3-0">
            <a:extLst>
              <a:ext uri="{FF2B5EF4-FFF2-40B4-BE49-F238E27FC236}">
                <ns2:creationId id="{5C8AFCD2-F88B-458A-93BC-CD57A2BC519F}"/>
              </a:ext>
            </a:extLst>
          </p:cNvPr>
          <p:cNvSpPr>
            <a:spLocks noGrp="1"/>
          </p:cNvSpPr>
          <p:nvPr/>
        </p:nvSpPr>
        <p:spPr>
          <a:xfrm>
            <a:off x="1366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결합 에너지와</a:t>
            </a:r>
          </a:p>
        </p:txBody>
      </p:sp>
      <p:sp>
        <p:nvSpPr>
          <p:cNvPr id="16" name="part-title-3-1">
            <a:extLst>
              <a:ext uri="{FF2B5EF4-FFF2-40B4-BE49-F238E27FC236}">
                <ns2:creationId id="{49940977-1E6D-453B-9496-B762A13F5A10}"/>
              </a:ext>
            </a:extLst>
          </p:cNvPr>
          <p:cNvSpPr>
            <a:spLocks noGrp="1"/>
          </p:cNvSpPr>
          <p:nvPr/>
        </p:nvSpPr>
        <p:spPr>
          <a:xfrm>
            <a:off x="13668375" y="64960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p:txBody>
      </p:sp>
    </p:spTree>
    <p:extLst>
      <p:ext uri="{BB962C8B-B14F-4D97-AF65-F5344CB8AC3E}">
        <ns4:creationId val="91754715"/>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57180DAB-0ADC-418E-86FE-4F1382BC70CA}"/>
              </a:ext>
            </a:extLst>
          </p:cNvPr>
          <p:cNvPicPr>
            <a:picLocks noChangeAspect="1"/>
          </p:cNvPicPr>
          <p:nvPr/>
        </p:nvPicPr>
        <p:blipFill>
          <a:blip ns3:embed="R3a02dc49dd9845aa"/>
          <a:stretch/>
        </p:blipFill>
        <p:spPr>
          <a:xfrm>
            <a:off x="1482979" y="4038600"/>
            <a:ext cx="15322041" cy="3683000"/>
          </a:xfrm>
          <a:prstGeom prst="rect">
            <a:avLst/>
          </a:prstGeom>
        </p:spPr>
      </p:pic>
      <p:pic>
        <p:nvPicPr>
          <p:cNvPr id="2" name="">
            <a:extLst>
              <a:ext uri="{FF2B5EF4-FFF2-40B4-BE49-F238E27FC236}">
                <ns2:creationId id="{BC50BF64-F426-4355-A649-4B7DFD177A9B}"/>
              </a:ext>
            </a:extLst>
          </p:cNvPr>
          <p:cNvPicPr>
            <a:picLocks noChangeAspect="1"/>
          </p:cNvPicPr>
          <p:nvPr/>
        </p:nvPicPr>
        <p:blipFill>
          <a:blip ns3:embed="R6d2ba0d2ae444bbb"/>
          <a:stretch/>
        </p:blipFill>
        <p:spPr>
          <a:xfrm>
            <a:off x="15914688" y="5372100"/>
            <a:ext cx="2066925" cy="4381500"/>
          </a:xfrm>
          <a:prstGeom prst="rect">
            <a:avLst/>
          </a:prstGeom>
        </p:spPr>
      </p:pic>
      <p:pic>
        <p:nvPicPr>
          <p:cNvPr id="3" name="">
            <a:extLst>
              <a:ext uri="{FF2B5EF4-FFF2-40B4-BE49-F238E27FC236}">
                <ns2:creationId id="{BB3F333F-8D48-4C05-96F5-BE1C70E7C568}"/>
              </a:ext>
            </a:extLst>
          </p:cNvPr>
          <p:cNvPicPr>
            <a:picLocks noChangeAspect="1"/>
          </p:cNvPicPr>
          <p:nvPr/>
        </p:nvPicPr>
        <p:blipFill>
          <a:blip ns3:embed="Rd8bbca8987ae4d9a"/>
          <a:stretch/>
        </p:blipFill>
        <p:spPr>
          <a:xfrm>
            <a:off x="16941800" y="382588"/>
            <a:ext cx="1028700" cy="733425"/>
          </a:xfrm>
          <a:prstGeom prst="rect">
            <a:avLst/>
          </a:prstGeom>
        </p:spPr>
      </p:pic>
      <p:sp>
        <p:nvSpPr>
          <p:cNvPr id="4" name="copyright">
            <a:extLst>
              <a:ext uri="{FF2B5EF4-FFF2-40B4-BE49-F238E27FC236}">
                <ns2:creationId id="{1A43193F-11C9-476B-8CC0-5092EB6E1365}"/>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F5961D56-13AE-4C9B-849D-1ECE00FE77E4}"/>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5EB2D98C-701F-49A4-A7A6-E8D0E3B19B2F}"/>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5CD03993-00E1-465E-B9CC-49021158CB9C}"/>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8E8C7EA0-C5C6-4634-811C-9C750F0FC5D5}"/>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BEC2C26E-AB56-4A2C-B3CA-16B6C7DD3FDC}"/>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4F7CD9D0-2C31-4BD2-AA3B-C681C369750A}"/>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EE4BE5A4-12A2-425D-8F43-E9D5CDAE85EC}"/>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AC4406E9-0B8E-41B4-9D0B-7C70CF8C04CC}"/>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E4576BD7-E50B-4771-9A3D-BE2EE478DE95}"/>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FB9A096A-A62B-452B-BB92-51C29F0C20D8}"/>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1424303445"/>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4D6ABD3D-7972-418F-A2DC-F8C922896442}"/>
              </a:ext>
            </a:extLst>
          </p:cNvPr>
          <p:cNvPicPr>
            <a:picLocks noChangeAspect="1"/>
          </p:cNvPicPr>
          <p:nvPr/>
        </p:nvPicPr>
        <p:blipFill>
          <a:blip ns3:embed="R12c3512627264525"/>
          <a:stretch/>
        </p:blipFill>
        <p:spPr>
          <a:xfrm>
            <a:off x="16941800" y="382588"/>
            <a:ext cx="1028700" cy="733425"/>
          </a:xfrm>
          <a:prstGeom prst="rect">
            <a:avLst/>
          </a:prstGeom>
        </p:spPr>
      </p:pic>
      <p:sp>
        <p:nvSpPr>
          <p:cNvPr id="2" name="copyright">
            <a:extLst>
              <a:ext uri="{FF2B5EF4-FFF2-40B4-BE49-F238E27FC236}">
                <ns2:creationId id="{698AC239-8A2B-4153-BC05-75274A03E09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AB102F3D-458C-40A5-B13E-D365D36349EA}"/>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0F109720-2799-4853-A1B5-FBCFF4222E16}"/>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01E1BDA4-FE60-44A9-8CEA-B29EE8963554}"/>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7F418916-2B39-43D2-BA35-9C06370B849A}"/>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3BEEC0B3-07FF-4243-AC1A-5281EE011603}"/>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17AD05A2-7A6A-4336-8D5D-C2F7EACC174C}"/>
              </a:ext>
            </a:extLst>
          </p:cNvPr>
          <p:cNvPicPr>
            <a:picLocks noChangeAspect="1"/>
          </p:cNvPicPr>
          <p:nvPr/>
        </p:nvPicPr>
        <p:blipFill>
          <a:blip ns3:embed="R7eb49edc59054b31"/>
          <a:stretch/>
        </p:blipFill>
        <p:spPr>
          <a:xfrm>
            <a:off x="5715000" y="4722634"/>
            <a:ext cx="6858000" cy="5151794"/>
          </a:xfrm>
          <a:prstGeom prst="rect">
            <a:avLst/>
          </a:prstGeom>
        </p:spPr>
      </p:pic>
    </p:spTree>
    <p:extLst>
      <p:ext uri="{BB962C8B-B14F-4D97-AF65-F5344CB8AC3E}">
        <ns4:creationId val="907835598"/>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F5B94BC0-FB4F-4745-BACE-30D430B03B79}"/>
              </a:ext>
            </a:extLst>
          </p:cNvPr>
          <p:cNvPicPr>
            <a:picLocks noChangeAspect="1"/>
          </p:cNvPicPr>
          <p:nvPr/>
        </p:nvPicPr>
        <p:blipFill>
          <a:blip ns3:embed="R6585bb194a0d4c09"/>
          <a:stretch/>
        </p:blipFill>
        <p:spPr>
          <a:xfrm>
            <a:off x="4859" y="0"/>
            <a:ext cx="18278283" cy="10287000"/>
          </a:xfrm>
          <a:prstGeom prst="rect">
            <a:avLst/>
          </a:prstGeom>
        </p:spPr>
      </p:pic>
      <p:sp>
        <p:nvSpPr>
          <p:cNvPr id="2" name="reference_green_fade">
            <a:extLst>
              <a:ext uri="{FF2B5EF4-FFF2-40B4-BE49-F238E27FC236}">
                <ns2:creationId id="{7EF98216-5481-4357-A299-A85CEF8EE1A3}"/>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DD4AA0AD-C136-47C6-878A-C3CD8F680F25}"/>
              </a:ext>
            </a:extLst>
          </p:cNvPr>
          <p:cNvPicPr>
            <a:picLocks noChangeAspect="1"/>
          </p:cNvPicPr>
          <p:nvPr/>
        </p:nvPicPr>
        <p:blipFill>
          <a:blip ns3:embed="R5caa5d3d9b2b49f5"/>
          <a:stretch/>
        </p:blipFill>
        <p:spPr>
          <a:xfrm>
            <a:off x="16916400" y="332392"/>
            <a:ext cx="1079500" cy="668717"/>
          </a:xfrm>
          <a:prstGeom prst="rect">
            <a:avLst/>
          </a:prstGeom>
        </p:spPr>
      </p:pic>
      <p:sp>
        <p:nvSpPr>
          <p:cNvPr id="4" name="copyright">
            <a:extLst>
              <a:ext uri="{FF2B5EF4-FFF2-40B4-BE49-F238E27FC236}">
                <ns2:creationId id="{B90C4031-E932-4DD9-BFB3-805C17FE5FA2}"/>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D403696E-3C32-4CD2-9F7F-2D73E44B5E34}"/>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8433E543-187F-4114-A3F6-D4631EACBE36}"/>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a:t>
            </a:r>
          </a:p>
        </p:txBody>
      </p:sp>
      <p:sp>
        <p:nvSpPr>
          <p:cNvPr id="7" name="theory_curiosity">
            <a:extLst>
              <a:ext uri="{FF2B5EF4-FFF2-40B4-BE49-F238E27FC236}">
                <ns2:creationId id="{155B94C0-1823-4572-8775-65B36C7B356F}"/>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반응할 때 열은 어디로 이동할까?</a:t>
            </a:r>
          </a:p>
        </p:txBody>
      </p:sp>
    </p:spTree>
    <p:extLst>
      <p:ext uri="{BB962C8B-B14F-4D97-AF65-F5344CB8AC3E}">
        <ns4:creationId val="197908434"/>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7B72517A-51E9-45D7-A742-8DD1A63AB042}"/>
              </a:ext>
            </a:extLst>
          </p:cNvPr>
          <p:cNvPicPr>
            <a:picLocks noChangeAspect="1"/>
          </p:cNvPicPr>
          <p:nvPr/>
        </p:nvPicPr>
        <p:blipFill>
          <a:blip ns3:embed="R207cd7f669e244d7"/>
          <a:stretch/>
        </p:blipFill>
        <p:spPr>
          <a:xfrm>
            <a:off x="16941800" y="382588"/>
            <a:ext cx="1028700" cy="733425"/>
          </a:xfrm>
          <a:prstGeom prst="rect">
            <a:avLst/>
          </a:prstGeom>
        </p:spPr>
      </p:pic>
      <p:sp>
        <p:nvSpPr>
          <p:cNvPr id="2" name="part_heading">
            <a:extLst>
              <a:ext uri="{FF2B5EF4-FFF2-40B4-BE49-F238E27FC236}">
                <ns2:creationId id="{5B9A85DA-BB57-40A1-9680-2CCE6649C52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0C42D873-0B82-49C6-B240-BB6A06FE27A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F275E8A8-4E41-4536-9FC1-3B6EEB72BE2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47D97555-4D1E-4BDD-8362-E5B6725CDCA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반응은 주위로 열을 방출한다</a:t>
            </a:r>
          </a:p>
        </p:txBody>
      </p:sp>
      <p:sp>
        <p:nvSpPr>
          <p:cNvPr id="6" name="explanation">
            <a:extLst>
              <a:ext uri="{FF2B5EF4-FFF2-40B4-BE49-F238E27FC236}">
                <ns2:creationId id="{F603FB0A-5AB9-4A57-A8CE-233F8F3E2A8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반응이 일어나는 물질은 반응계, 그 밖은 주위</a:t>
            </a:r>
          </a:p>
        </p:txBody>
      </p:sp>
      <p:sp>
        <p:nvSpPr>
          <p:cNvPr id="7" name="copyright">
            <a:extLst>
              <a:ext uri="{FF2B5EF4-FFF2-40B4-BE49-F238E27FC236}">
                <ns2:creationId id="{F244D374-13F9-43D8-95EF-F0F32D2220D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B351EB19-698A-47FF-9FC5-C792439DDD31}"/>
              </a:ext>
            </a:extLst>
          </p:cNvPr>
          <p:cNvSpPr>
            <a:spLocks noGrp="1"/>
          </p:cNvSpPr>
          <p:nvPr/>
        </p:nvSpPr>
        <p:spPr>
          <a:xfrm>
            <a:off x="2381250" y="4667250"/>
            <a:ext cx="6191250" cy="3333750"/>
          </a:xfrm>
          <a:prstGeom prst="roundRect">
            <a:avLst>
              <a:gd name="adj" fmla="val 7429"/>
            </a:avLst>
          </a:prstGeom>
          <a:solidFill>
            <a:srgbClr val="1F2429"/>
          </a:solidFill>
          <a:ln w="0">
            <a:noFill/>
          </a:ln>
        </p:spPr>
      </p:sp>
      <p:pic>
        <p:nvPicPr>
          <p:cNvPr id="9" name="">
            <a:extLst>
              <a:ext uri="{FF2B5EF4-FFF2-40B4-BE49-F238E27FC236}">
                <ns2:creationId id="{20785C32-C416-4ED6-A0C6-08B331E24544}"/>
              </a:ext>
            </a:extLst>
          </p:cNvPr>
          <p:cNvPicPr>
            <a:picLocks noChangeAspect="1"/>
          </p:cNvPicPr>
          <p:nvPr/>
        </p:nvPicPr>
        <p:blipFill>
          <a:blip ns3:embed="R2d4dca21d6174e41"/>
          <a:stretch/>
        </p:blipFill>
        <p:spPr>
          <a:xfrm>
            <a:off x="3890367" y="4857750"/>
            <a:ext cx="3173016" cy="1952625"/>
          </a:xfrm>
          <a:prstGeom prst="rect">
            <a:avLst/>
          </a:prstGeom>
        </p:spPr>
      </p:pic>
      <p:sp>
        <p:nvSpPr>
          <p:cNvPr id="10" name="example-title-0">
            <a:extLst>
              <a:ext uri="{FF2B5EF4-FFF2-40B4-BE49-F238E27FC236}">
                <ns2:creationId id="{9E417B1A-61BB-4C77-B81B-B380D74FBE49}"/>
              </a:ext>
            </a:extLst>
          </p:cNvPr>
          <p:cNvSpPr>
            <a:spLocks noGrp="1"/>
          </p:cNvSpPr>
          <p:nvPr/>
        </p:nvSpPr>
        <p:spPr>
          <a:xfrm>
            <a:off x="2571750" y="690562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메테인의 연소</a:t>
            </a:r>
          </a:p>
        </p:txBody>
      </p:sp>
      <p:sp>
        <p:nvSpPr>
          <p:cNvPr id="11" name="example-caption-0">
            <a:extLst>
              <a:ext uri="{FF2B5EF4-FFF2-40B4-BE49-F238E27FC236}">
                <ns2:creationId id="{745518D1-FE70-4490-9F05-482F4EFF0D30}"/>
              </a:ext>
            </a:extLst>
          </p:cNvPr>
          <p:cNvSpPr>
            <a:spLocks noGrp="1"/>
          </p:cNvSpPr>
          <p:nvPr/>
        </p:nvSpPr>
        <p:spPr>
          <a:xfrm>
            <a:off x="2571750" y="7477125"/>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도시가스가 연소하며 열을 방출한다</a:t>
            </a:r>
          </a:p>
        </p:txBody>
      </p:sp>
      <p:sp>
        <p:nvSpPr>
          <p:cNvPr id="12" name="example-card-1">
            <a:extLst>
              <a:ext uri="{FF2B5EF4-FFF2-40B4-BE49-F238E27FC236}">
                <ns2:creationId id="{1DEACAB5-628B-4A17-8741-6F5379AFB0B8}"/>
              </a:ext>
            </a:extLst>
          </p:cNvPr>
          <p:cNvSpPr>
            <a:spLocks noGrp="1"/>
          </p:cNvSpPr>
          <p:nvPr/>
        </p:nvSpPr>
        <p:spPr>
          <a:xfrm>
            <a:off x="9715500" y="4667250"/>
            <a:ext cx="6191250" cy="3333750"/>
          </a:xfrm>
          <a:prstGeom prst="roundRect">
            <a:avLst>
              <a:gd name="adj" fmla="val 7429"/>
            </a:avLst>
          </a:prstGeom>
          <a:solidFill>
            <a:srgbClr val="1F2429"/>
          </a:solidFill>
          <a:ln w="0">
            <a:noFill/>
          </a:ln>
        </p:spPr>
      </p:sp>
      <p:pic>
        <p:nvPicPr>
          <p:cNvPr id="13" name="">
            <a:extLst>
              <a:ext uri="{FF2B5EF4-FFF2-40B4-BE49-F238E27FC236}">
                <ns2:creationId id="{2B53C03C-BA30-4523-B411-B57FB688B9A2}"/>
              </a:ext>
            </a:extLst>
          </p:cNvPr>
          <p:cNvPicPr>
            <a:picLocks noChangeAspect="1"/>
          </p:cNvPicPr>
          <p:nvPr/>
        </p:nvPicPr>
        <p:blipFill>
          <a:blip ns3:embed="R368b5de82e944d83"/>
          <a:stretch/>
        </p:blipFill>
        <p:spPr>
          <a:xfrm>
            <a:off x="11209973" y="4857750"/>
            <a:ext cx="3202305" cy="1952625"/>
          </a:xfrm>
          <a:prstGeom prst="rect">
            <a:avLst/>
          </a:prstGeom>
        </p:spPr>
      </p:pic>
      <p:sp>
        <p:nvSpPr>
          <p:cNvPr id="14" name="example-title-1">
            <a:extLst>
              <a:ext uri="{FF2B5EF4-FFF2-40B4-BE49-F238E27FC236}">
                <ns2:creationId id="{70E1E68E-688A-4A5D-926C-5E6A1EEF4CFC}"/>
              </a:ext>
            </a:extLst>
          </p:cNvPr>
          <p:cNvSpPr>
            <a:spLocks noGrp="1"/>
          </p:cNvSpPr>
          <p:nvPr/>
        </p:nvSpPr>
        <p:spPr>
          <a:xfrm>
            <a:off x="9906000" y="690562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철의 산화</a:t>
            </a:r>
          </a:p>
        </p:txBody>
      </p:sp>
      <p:sp>
        <p:nvSpPr>
          <p:cNvPr id="15" name="example-caption-1">
            <a:extLst>
              <a:ext uri="{FF2B5EF4-FFF2-40B4-BE49-F238E27FC236}">
                <ns2:creationId id="{4320CEFD-77C3-4BEC-9465-2ECE146FB151}"/>
              </a:ext>
            </a:extLst>
          </p:cNvPr>
          <p:cNvSpPr>
            <a:spLocks noGrp="1"/>
          </p:cNvSpPr>
          <p:nvPr/>
        </p:nvSpPr>
        <p:spPr>
          <a:xfrm>
            <a:off x="9906000" y="7477125"/>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손난로는 철 가루의 산화열을 이용한다</a:t>
            </a:r>
          </a:p>
        </p:txBody>
      </p:sp>
      <p:sp>
        <p:nvSpPr>
          <p:cNvPr id="16" name="takeaway-box">
            <a:extLst>
              <a:ext uri="{FF2B5EF4-FFF2-40B4-BE49-F238E27FC236}">
                <ns2:creationId id="{27423D7A-368C-4160-8EC2-F845C471E770}"/>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7" name="takeaway">
            <a:extLst>
              <a:ext uri="{FF2B5EF4-FFF2-40B4-BE49-F238E27FC236}">
                <ns2:creationId id="{25281D7C-3126-4AED-AB76-F458BC4335D6}"/>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열의 이동: 반응계 → 주위</a:t>
            </a:r>
          </a:p>
        </p:txBody>
      </p:sp>
    </p:spTree>
    <p:extLst>
      <p:ext uri="{BB962C8B-B14F-4D97-AF65-F5344CB8AC3E}">
        <ns4:creationId val="1665290166"/>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9E287CF-75A1-46BF-B196-79C4AB1E0C51}"/>
              </a:ext>
            </a:extLst>
          </p:cNvPr>
          <p:cNvPicPr>
            <a:picLocks noChangeAspect="1"/>
          </p:cNvPicPr>
          <p:nvPr/>
        </p:nvPicPr>
        <p:blipFill>
          <a:blip ns3:embed="R82eaf3335764416e"/>
          <a:stretch/>
        </p:blipFill>
        <p:spPr>
          <a:xfrm>
            <a:off x="16941800" y="382588"/>
            <a:ext cx="1028700" cy="733425"/>
          </a:xfrm>
          <a:prstGeom prst="rect">
            <a:avLst/>
          </a:prstGeom>
        </p:spPr>
      </p:pic>
      <p:sp>
        <p:nvSpPr>
          <p:cNvPr id="2" name="part_heading">
            <a:extLst>
              <a:ext uri="{FF2B5EF4-FFF2-40B4-BE49-F238E27FC236}">
                <ns2:creationId id="{7BE7767B-AC8D-465B-8A11-DA4453F0BCD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11B9E981-5B27-48F4-860B-D03AC07873A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F60DF81C-E80F-4172-B318-F70DEE6572D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8A154FA5-B89B-44E2-A413-F7D85238882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흡열 반응은 주위에서 열을 흡수한다</a:t>
            </a:r>
          </a:p>
        </p:txBody>
      </p:sp>
      <p:sp>
        <p:nvSpPr>
          <p:cNvPr id="6" name="explanation">
            <a:extLst>
              <a:ext uri="{FF2B5EF4-FFF2-40B4-BE49-F238E27FC236}">
                <ns2:creationId id="{30153DF1-4A51-41B8-A2B7-0BF365D040B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열을 흡수하는 반응계를 기준으로 설명한다</a:t>
            </a:r>
          </a:p>
        </p:txBody>
      </p:sp>
      <p:sp>
        <p:nvSpPr>
          <p:cNvPr id="7" name="copyright">
            <a:extLst>
              <a:ext uri="{FF2B5EF4-FFF2-40B4-BE49-F238E27FC236}">
                <ns2:creationId id="{3D9FA432-8A17-4A60-8EE6-5591A3C8E95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6BD8AD3B-6096-4198-8B63-3F4C38C4026C}"/>
              </a:ext>
            </a:extLst>
          </p:cNvPr>
          <p:cNvSpPr>
            <a:spLocks noGrp="1"/>
          </p:cNvSpPr>
          <p:nvPr/>
        </p:nvSpPr>
        <p:spPr>
          <a:xfrm>
            <a:off x="2381250" y="4667250"/>
            <a:ext cx="6191250" cy="3333750"/>
          </a:xfrm>
          <a:prstGeom prst="roundRect">
            <a:avLst>
              <a:gd name="adj" fmla="val 7429"/>
            </a:avLst>
          </a:prstGeom>
          <a:solidFill>
            <a:srgbClr val="1F2429"/>
          </a:solidFill>
          <a:ln w="0">
            <a:noFill/>
          </a:ln>
        </p:spPr>
      </p:sp>
      <p:pic>
        <p:nvPicPr>
          <p:cNvPr id="9" name="">
            <a:extLst>
              <a:ext uri="{FF2B5EF4-FFF2-40B4-BE49-F238E27FC236}">
                <ns2:creationId id="{8F2FDD54-1105-4CC6-90F4-D2BB90AC031B}"/>
              </a:ext>
            </a:extLst>
          </p:cNvPr>
          <p:cNvPicPr>
            <a:picLocks noChangeAspect="1"/>
          </p:cNvPicPr>
          <p:nvPr/>
        </p:nvPicPr>
        <p:blipFill>
          <a:blip ns3:embed="Rd4824f16d1ec42cb"/>
          <a:stretch/>
        </p:blipFill>
        <p:spPr>
          <a:xfrm>
            <a:off x="3894575" y="4857750"/>
            <a:ext cx="3164599" cy="1952625"/>
          </a:xfrm>
          <a:prstGeom prst="rect">
            <a:avLst/>
          </a:prstGeom>
        </p:spPr>
      </p:pic>
      <p:sp>
        <p:nvSpPr>
          <p:cNvPr id="10" name="example-title-0">
            <a:extLst>
              <a:ext uri="{FF2B5EF4-FFF2-40B4-BE49-F238E27FC236}">
                <ns2:creationId id="{17A1447E-DB33-493C-B7B6-9BA554F236E0}"/>
              </a:ext>
            </a:extLst>
          </p:cNvPr>
          <p:cNvSpPr>
            <a:spLocks noGrp="1"/>
          </p:cNvSpPr>
          <p:nvPr/>
        </p:nvSpPr>
        <p:spPr>
          <a:xfrm>
            <a:off x="2571750" y="690562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냉각 팩</a:t>
            </a:r>
          </a:p>
        </p:txBody>
      </p:sp>
      <p:sp>
        <p:nvSpPr>
          <p:cNvPr id="11" name="example-caption-0">
            <a:extLst>
              <a:ext uri="{FF2B5EF4-FFF2-40B4-BE49-F238E27FC236}">
                <ns2:creationId id="{622C276D-E1EE-4F5F-85D2-DF9B3C4DCB17}"/>
              </a:ext>
            </a:extLst>
          </p:cNvPr>
          <p:cNvSpPr>
            <a:spLocks noGrp="1"/>
          </p:cNvSpPr>
          <p:nvPr/>
        </p:nvSpPr>
        <p:spPr>
          <a:xfrm>
            <a:off x="2571750" y="7477125"/>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질산 암모늄이 용해되며 열을 흡수한다</a:t>
            </a:r>
          </a:p>
        </p:txBody>
      </p:sp>
      <p:sp>
        <p:nvSpPr>
          <p:cNvPr id="12" name="example-card-1">
            <a:extLst>
              <a:ext uri="{FF2B5EF4-FFF2-40B4-BE49-F238E27FC236}">
                <ns2:creationId id="{B3D58E05-A244-4177-8814-A03829F062B1}"/>
              </a:ext>
            </a:extLst>
          </p:cNvPr>
          <p:cNvSpPr>
            <a:spLocks noGrp="1"/>
          </p:cNvSpPr>
          <p:nvPr/>
        </p:nvSpPr>
        <p:spPr>
          <a:xfrm>
            <a:off x="9715500" y="4667250"/>
            <a:ext cx="6191250" cy="3333750"/>
          </a:xfrm>
          <a:prstGeom prst="roundRect">
            <a:avLst>
              <a:gd name="adj" fmla="val 7429"/>
            </a:avLst>
          </a:prstGeom>
          <a:solidFill>
            <a:srgbClr val="1F2429"/>
          </a:solidFill>
          <a:ln w="0">
            <a:noFill/>
          </a:ln>
        </p:spPr>
      </p:sp>
      <p:pic>
        <p:nvPicPr>
          <p:cNvPr id="13" name="">
            <a:extLst>
              <a:ext uri="{FF2B5EF4-FFF2-40B4-BE49-F238E27FC236}">
                <ns2:creationId id="{2A48A6B3-9E51-46F9-B3B1-63BDEB611796}"/>
              </a:ext>
            </a:extLst>
          </p:cNvPr>
          <p:cNvPicPr>
            <a:picLocks noChangeAspect="1"/>
          </p:cNvPicPr>
          <p:nvPr/>
        </p:nvPicPr>
        <p:blipFill>
          <a:blip ns3:embed="Re6da5edecb904558"/>
          <a:stretch/>
        </p:blipFill>
        <p:spPr>
          <a:xfrm>
            <a:off x="11214854" y="4857750"/>
            <a:ext cx="3192542" cy="1952625"/>
          </a:xfrm>
          <a:prstGeom prst="rect">
            <a:avLst/>
          </a:prstGeom>
        </p:spPr>
      </p:pic>
      <p:sp>
        <p:nvSpPr>
          <p:cNvPr id="14" name="example-title-1">
            <a:extLst>
              <a:ext uri="{FF2B5EF4-FFF2-40B4-BE49-F238E27FC236}">
                <ns2:creationId id="{D252B2BD-D602-4EDF-BC42-F4AF9010841A}"/>
              </a:ext>
            </a:extLst>
          </p:cNvPr>
          <p:cNvSpPr>
            <a:spLocks noGrp="1"/>
          </p:cNvSpPr>
          <p:nvPr/>
        </p:nvSpPr>
        <p:spPr>
          <a:xfrm>
            <a:off x="9906000" y="690562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탄산수소 나트륨의 분해</a:t>
            </a:r>
          </a:p>
        </p:txBody>
      </p:sp>
      <p:sp>
        <p:nvSpPr>
          <p:cNvPr id="15" name="example-caption-1">
            <a:extLst>
              <a:ext uri="{FF2B5EF4-FFF2-40B4-BE49-F238E27FC236}">
                <ns2:creationId id="{47449ABB-9595-44EB-9E68-3F1E42DEB647}"/>
              </a:ext>
            </a:extLst>
          </p:cNvPr>
          <p:cNvSpPr>
            <a:spLocks noGrp="1"/>
          </p:cNvSpPr>
          <p:nvPr/>
        </p:nvSpPr>
        <p:spPr>
          <a:xfrm>
            <a:off x="9906000" y="7477125"/>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제빵 소다가 분해될 때 열을 흡수한다</a:t>
            </a:r>
          </a:p>
        </p:txBody>
      </p:sp>
      <p:sp>
        <p:nvSpPr>
          <p:cNvPr id="16" name="takeaway-box">
            <a:extLst>
              <a:ext uri="{FF2B5EF4-FFF2-40B4-BE49-F238E27FC236}">
                <ns2:creationId id="{CA8E4390-D894-408B-9A91-112BCC6CF0E0}"/>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7" name="takeaway">
            <a:extLst>
              <a:ext uri="{FF2B5EF4-FFF2-40B4-BE49-F238E27FC236}">
                <ns2:creationId id="{7DE6B172-8FCD-49EB-86B6-C7880CF80AC7}"/>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열의 이동: 주위 → 반응계</a:t>
            </a:r>
          </a:p>
        </p:txBody>
      </p:sp>
    </p:spTree>
    <p:extLst>
      <p:ext uri="{BB962C8B-B14F-4D97-AF65-F5344CB8AC3E}">
        <ns4:creationId val="1596060520"/>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367D3198-B565-4158-9B02-E853DE8570CB}"/>
              </a:ext>
            </a:extLst>
          </p:cNvPr>
          <p:cNvPicPr>
            <a:picLocks noChangeAspect="1"/>
          </p:cNvPicPr>
          <p:nvPr/>
        </p:nvPicPr>
        <p:blipFill>
          <a:blip ns3:embed="R9c90590e41c746dd"/>
          <a:stretch/>
        </p:blipFill>
        <p:spPr>
          <a:xfrm>
            <a:off x="16941800" y="382588"/>
            <a:ext cx="1028700" cy="733425"/>
          </a:xfrm>
          <a:prstGeom prst="rect">
            <a:avLst/>
          </a:prstGeom>
        </p:spPr>
      </p:pic>
      <p:sp>
        <p:nvSpPr>
          <p:cNvPr id="2" name="part_heading">
            <a:extLst>
              <a:ext uri="{FF2B5EF4-FFF2-40B4-BE49-F238E27FC236}">
                <ns2:creationId id="{A50C6D90-6C8F-4D88-B7CB-F59C7A101C7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C78CEF2B-3E95-4F04-87B8-C8734B8B55E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4EEFB87-A897-4B78-BE72-4A037A029D4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CC1745F6-9C5B-4115-A196-73257D9F273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엔탈피는 물질이 갖는 에너지의 양이다</a:t>
            </a:r>
          </a:p>
        </p:txBody>
      </p:sp>
      <p:sp>
        <p:nvSpPr>
          <p:cNvPr id="6" name="explanation">
            <a:extLst>
              <a:ext uri="{FF2B5EF4-FFF2-40B4-BE49-F238E27FC236}">
                <ns2:creationId id="{EAF187D2-D30C-4CE6-A71F-CC9660A07CD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압력에서의 에너지를 </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로 나타낸다</a:t>
            </a:r>
          </a:p>
        </p:txBody>
      </p:sp>
      <p:sp>
        <p:nvSpPr>
          <p:cNvPr id="7" name="copyright">
            <a:extLst>
              <a:ext uri="{FF2B5EF4-FFF2-40B4-BE49-F238E27FC236}">
                <ns2:creationId id="{D94DD440-FEC1-47F5-B293-E33875FE6AB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nthalpy-symbol">
            <a:extLst>
              <a:ext uri="{FF2B5EF4-FFF2-40B4-BE49-F238E27FC236}">
                <ns2:creationId id="{3225A344-BA36-4A7D-A741-7484354102BD}"/>
              </a:ext>
            </a:extLst>
          </p:cNvPr>
          <p:cNvSpPr>
            <a:spLocks noGrp="1"/>
          </p:cNvSpPr>
          <p:nvPr/>
        </p:nvSpPr>
        <p:spPr>
          <a:xfrm>
            <a:off x="2190750" y="4857750"/>
            <a:ext cx="2857500" cy="1619250"/>
          </a:xfrm>
          <a:prstGeom prst="rect">
            <a:avLst/>
          </a:prstGeom>
          <a:noFill/>
          <a:ln w="0">
            <a:noFill/>
          </a:ln>
        </p:spPr>
        <p:txBody>
          <a:bodyPr wrap="none" lIns="0" tIns="0" rIns="0" bIns="0" anchor="t">
            <a:noAutofit/>
          </a:bodyPr>
          <a:lstStyle>
            <a:defPPr algn="ctr">
              <a:defRPr sz="10500" b="1">
                <a:solidFill>
                  <a:srgbClr val="57962F"/>
                </a:solidFill>
                <a:latin typeface="Pretendard"/>
                <a:ea typeface="Pretendard"/>
                <a:cs typeface="Pretendard"/>
              </a:defRPr>
            </a:defPPr>
            <a:lvl1pPr algn="ctr">
              <a:defRPr sz="10500" b="1">
                <a:solidFill>
                  <a:srgbClr val="57962F"/>
                </a:solidFill>
                <a:latin typeface="Pretendard"/>
                <a:ea typeface="Pretendard"/>
                <a:cs typeface="Pretendard"/>
              </a:defRPr>
            </a:lvl1pPr>
            <a:lvl2pPr algn="ctr">
              <a:defRPr sz="10500" b="1">
                <a:solidFill>
                  <a:srgbClr val="57962F"/>
                </a:solidFill>
                <a:latin typeface="Pretendard"/>
                <a:ea typeface="Pretendard"/>
                <a:cs typeface="Pretendard"/>
              </a:defRPr>
            </a:lvl2pPr>
            <a:lvl3pPr algn="ctr">
              <a:defRPr sz="10500" b="1">
                <a:solidFill>
                  <a:srgbClr val="57962F"/>
                </a:solidFill>
                <a:latin typeface="Pretendard"/>
                <a:ea typeface="Pretendard"/>
                <a:cs typeface="Pretendard"/>
              </a:defRPr>
            </a:lvl3pPr>
            <a:lvl4pPr algn="ctr">
              <a:defRPr sz="10500" b="1">
                <a:solidFill>
                  <a:srgbClr val="57962F"/>
                </a:solidFill>
                <a:latin typeface="Pretendard"/>
                <a:ea typeface="Pretendard"/>
                <a:cs typeface="Pretendard"/>
              </a:defRPr>
            </a:lvl4pPr>
            <a:lvl5pPr algn="ctr">
              <a:defRPr sz="10500" b="1">
                <a:solidFill>
                  <a:srgbClr val="57962F"/>
                </a:solidFill>
                <a:latin typeface="Pretendard"/>
                <a:ea typeface="Pretendard"/>
                <a:cs typeface="Pretendard"/>
              </a:defRPr>
            </a:lvl5pPr>
            <a:lvl6pPr algn="ctr">
              <a:defRPr sz="10500" b="1">
                <a:solidFill>
                  <a:srgbClr val="57962F"/>
                </a:solidFill>
                <a:latin typeface="Pretendard"/>
                <a:ea typeface="Pretendard"/>
                <a:cs typeface="Pretendard"/>
              </a:defRPr>
            </a:lvl6pPr>
            <a:lvl7pPr algn="ctr">
              <a:defRPr sz="10500" b="1">
                <a:solidFill>
                  <a:srgbClr val="57962F"/>
                </a:solidFill>
                <a:latin typeface="Pretendard"/>
                <a:ea typeface="Pretendard"/>
                <a:cs typeface="Pretendard"/>
              </a:defRPr>
            </a:lvl7pPr>
            <a:lvl8pPr algn="ctr">
              <a:defRPr sz="10500" b="1">
                <a:solidFill>
                  <a:srgbClr val="57962F"/>
                </a:solidFill>
                <a:latin typeface="Pretendard"/>
                <a:ea typeface="Pretendard"/>
                <a:cs typeface="Pretendard"/>
              </a:defRPr>
            </a:lvl8pPr>
            <a:lvl9pPr algn="ctr">
              <a:defRPr sz="10500" b="1">
                <a:solidFill>
                  <a:srgbClr val="57962F"/>
                </a:solidFill>
                <a:latin typeface="Pretendard"/>
                <a:ea typeface="Pretendard"/>
                <a:cs typeface="Pretendard"/>
              </a:defRPr>
            </a:lvl9pPr>
          </a:lstStyle>
          <a:p>
            <a:pPr algn="ctr">
              <a:defRPr sz="10500" b="1">
                <a:solidFill>
                  <a:srgbClr val="57962F"/>
                </a:solidFill>
                <a:latin typeface="Pretendard"/>
                <a:ea typeface="Pretendard"/>
                <a:cs typeface="Pretendard"/>
              </a:defRPr>
            </a:pPr>
            <a:r>
              <a:rPr sz="10500" b="1" i="1">
                <a:solidFill>
                  <a:srgbClr val="57962F"/>
                </a:solidFill>
                <a:latin typeface="Pretendard"/>
                <a:ea typeface="Pretendard"/>
                <a:cs typeface="Pretendard"/>
              </a:rPr>
              <a:t>H</a:t>
            </a:r>
          </a:p>
        </p:txBody>
      </p:sp>
      <p:sp>
        <p:nvSpPr>
          <p:cNvPr id="9" name="enthalpy-name">
            <a:extLst>
              <a:ext uri="{FF2B5EF4-FFF2-40B4-BE49-F238E27FC236}">
                <ns2:creationId id="{C617A234-A49D-4E40-B009-E771CFAC3404}"/>
              </a:ext>
            </a:extLst>
          </p:cNvPr>
          <p:cNvSpPr>
            <a:spLocks noGrp="1"/>
          </p:cNvSpPr>
          <p:nvPr/>
        </p:nvSpPr>
        <p:spPr>
          <a:xfrm>
            <a:off x="2190750" y="6667500"/>
            <a:ext cx="285750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엔탈피</a:t>
            </a:r>
          </a:p>
        </p:txBody>
      </p:sp>
      <p:sp>
        <p:nvSpPr>
          <p:cNvPr id="10" name="definition-panel">
            <a:extLst>
              <a:ext uri="{FF2B5EF4-FFF2-40B4-BE49-F238E27FC236}">
                <ns2:creationId id="{04B90F97-4194-4F63-AC8D-DA6F165627E3}"/>
              </a:ext>
            </a:extLst>
          </p:cNvPr>
          <p:cNvSpPr>
            <a:spLocks noGrp="1"/>
          </p:cNvSpPr>
          <p:nvPr/>
        </p:nvSpPr>
        <p:spPr>
          <a:xfrm>
            <a:off x="6191250" y="4762500"/>
            <a:ext cx="10096500" cy="2905125"/>
          </a:xfrm>
          <a:prstGeom prst="roundRect">
            <a:avLst>
              <a:gd name="adj" fmla="val 7869"/>
            </a:avLst>
          </a:prstGeom>
          <a:solidFill>
            <a:srgbClr val="F2F2F2"/>
          </a:solidFill>
          <a:ln w="0">
            <a:noFill/>
          </a:ln>
        </p:spPr>
      </p:sp>
      <p:sp>
        <p:nvSpPr>
          <p:cNvPr id="11" name="definition-condition">
            <a:extLst>
              <a:ext uri="{FF2B5EF4-FFF2-40B4-BE49-F238E27FC236}">
                <ns2:creationId id="{69A0F215-BBBA-466B-96F6-F994BEBCE6F9}"/>
              </a:ext>
            </a:extLst>
          </p:cNvPr>
          <p:cNvSpPr>
            <a:spLocks noGrp="1"/>
          </p:cNvSpPr>
          <p:nvPr/>
        </p:nvSpPr>
        <p:spPr>
          <a:xfrm>
            <a:off x="6667500" y="5181600"/>
            <a:ext cx="9144000" cy="571500"/>
          </a:xfrm>
          <a:prstGeom prst="rect">
            <a:avLst/>
          </a:prstGeom>
          <a:noFill/>
          <a:ln w="0">
            <a:noFill/>
          </a:ln>
        </p:spPr>
        <p:txBody>
          <a:bodyPr wrap="none" lIns="0" tIns="0" rIns="0" bIns="0" anchor="t">
            <a:noAutofit/>
          </a:bodyPr>
          <a:lstStyle>
            <a:defPPr algn="ctr">
              <a:defRPr sz="3150" b="1">
                <a:solidFill>
                  <a:srgbClr val="777777"/>
                </a:solidFill>
                <a:latin typeface="Pretendard"/>
                <a:ea typeface="Pretendard"/>
                <a:cs typeface="Pretendard"/>
              </a:defRPr>
            </a:defPPr>
            <a:lvl1pPr algn="ctr">
              <a:defRPr sz="3150" b="1">
                <a:solidFill>
                  <a:srgbClr val="777777"/>
                </a:solidFill>
                <a:latin typeface="Pretendard"/>
                <a:ea typeface="Pretendard"/>
                <a:cs typeface="Pretendard"/>
              </a:defRPr>
            </a:lvl1pPr>
            <a:lvl2pPr algn="ctr">
              <a:defRPr sz="3150" b="1">
                <a:solidFill>
                  <a:srgbClr val="777777"/>
                </a:solidFill>
                <a:latin typeface="Pretendard"/>
                <a:ea typeface="Pretendard"/>
                <a:cs typeface="Pretendard"/>
              </a:defRPr>
            </a:lvl2pPr>
            <a:lvl3pPr algn="ctr">
              <a:defRPr sz="3150" b="1">
                <a:solidFill>
                  <a:srgbClr val="777777"/>
                </a:solidFill>
                <a:latin typeface="Pretendard"/>
                <a:ea typeface="Pretendard"/>
                <a:cs typeface="Pretendard"/>
              </a:defRPr>
            </a:lvl3pPr>
            <a:lvl4pPr algn="ctr">
              <a:defRPr sz="3150" b="1">
                <a:solidFill>
                  <a:srgbClr val="777777"/>
                </a:solidFill>
                <a:latin typeface="Pretendard"/>
                <a:ea typeface="Pretendard"/>
                <a:cs typeface="Pretendard"/>
              </a:defRPr>
            </a:lvl4pPr>
            <a:lvl5pPr algn="ctr">
              <a:defRPr sz="3150" b="1">
                <a:solidFill>
                  <a:srgbClr val="777777"/>
                </a:solidFill>
                <a:latin typeface="Pretendard"/>
                <a:ea typeface="Pretendard"/>
                <a:cs typeface="Pretendard"/>
              </a:defRPr>
            </a:lvl5pPr>
            <a:lvl6pPr algn="ctr">
              <a:defRPr sz="3150" b="1">
                <a:solidFill>
                  <a:srgbClr val="777777"/>
                </a:solidFill>
                <a:latin typeface="Pretendard"/>
                <a:ea typeface="Pretendard"/>
                <a:cs typeface="Pretendard"/>
              </a:defRPr>
            </a:lvl6pPr>
            <a:lvl7pPr algn="ctr">
              <a:defRPr sz="3150" b="1">
                <a:solidFill>
                  <a:srgbClr val="777777"/>
                </a:solidFill>
                <a:latin typeface="Pretendard"/>
                <a:ea typeface="Pretendard"/>
                <a:cs typeface="Pretendard"/>
              </a:defRPr>
            </a:lvl7pPr>
            <a:lvl8pPr algn="ctr">
              <a:defRPr sz="3150" b="1">
                <a:solidFill>
                  <a:srgbClr val="777777"/>
                </a:solidFill>
                <a:latin typeface="Pretendard"/>
                <a:ea typeface="Pretendard"/>
                <a:cs typeface="Pretendard"/>
              </a:defRPr>
            </a:lvl8pPr>
            <a:lvl9pPr algn="ctr">
              <a:defRPr sz="3150" b="1">
                <a:solidFill>
                  <a:srgbClr val="777777"/>
                </a:solidFill>
                <a:latin typeface="Pretendard"/>
                <a:ea typeface="Pretendard"/>
                <a:cs typeface="Pretendard"/>
              </a:defRPr>
            </a:lvl9pPr>
          </a:lstStyle>
          <a:p>
            <a:pPr algn="ctr">
              <a:defRPr sz="3150" b="1">
                <a:solidFill>
                  <a:srgbClr val="777777"/>
                </a:solidFill>
                <a:latin typeface="Pretendard"/>
                <a:ea typeface="Pretendard"/>
                <a:cs typeface="Pretendard"/>
              </a:defRPr>
            </a:pPr>
            <a:r>
              <a:rPr sz="3150" b="1">
                <a:solidFill>
                  <a:srgbClr val="777777"/>
                </a:solidFill>
                <a:latin typeface="Pretendard"/>
                <a:ea typeface="Pretendard"/>
                <a:cs typeface="Pretendard"/>
              </a:rPr>
              <a:t>일정한 압력에서</a:t>
            </a:r>
          </a:p>
        </p:txBody>
      </p:sp>
      <p:sp>
        <p:nvSpPr>
          <p:cNvPr id="12" name="definition-body">
            <a:extLst>
              <a:ext uri="{FF2B5EF4-FFF2-40B4-BE49-F238E27FC236}">
                <ns2:creationId id="{31EB91D6-2949-4431-B8F7-01C230240D50}"/>
              </a:ext>
            </a:extLst>
          </p:cNvPr>
          <p:cNvSpPr>
            <a:spLocks noGrp="1"/>
          </p:cNvSpPr>
          <p:nvPr/>
        </p:nvSpPr>
        <p:spPr>
          <a:xfrm>
            <a:off x="6572250" y="6048375"/>
            <a:ext cx="9334500" cy="762000"/>
          </a:xfrm>
          <a:prstGeom prst="rect">
            <a:avLst/>
          </a:prstGeom>
          <a:noFill/>
          <a:ln w="0">
            <a:noFill/>
          </a:ln>
        </p:spPr>
        <p:txBody>
          <a:bodyPr wrap="none" lIns="0" tIns="0" rIns="0" bIns="0" anchor="t">
            <a:noAutofit/>
          </a:bodyPr>
          <a:lstStyle>
            <a:defPPr algn="ctr">
              <a:defRPr sz="3900" b="1">
                <a:solidFill>
                  <a:srgbClr val="111111"/>
                </a:solidFill>
                <a:latin typeface="Pretendard"/>
                <a:ea typeface="Pretendard"/>
                <a:cs typeface="Pretendard"/>
              </a:defRPr>
            </a:defPPr>
            <a:lvl1pPr algn="ctr">
              <a:defRPr sz="3900" b="1">
                <a:solidFill>
                  <a:srgbClr val="111111"/>
                </a:solidFill>
                <a:latin typeface="Pretendard"/>
                <a:ea typeface="Pretendard"/>
                <a:cs typeface="Pretendard"/>
              </a:defRPr>
            </a:lvl1pPr>
            <a:lvl2pPr algn="ctr">
              <a:defRPr sz="3900" b="1">
                <a:solidFill>
                  <a:srgbClr val="111111"/>
                </a:solidFill>
                <a:latin typeface="Pretendard"/>
                <a:ea typeface="Pretendard"/>
                <a:cs typeface="Pretendard"/>
              </a:defRPr>
            </a:lvl2pPr>
            <a:lvl3pPr algn="ctr">
              <a:defRPr sz="3900" b="1">
                <a:solidFill>
                  <a:srgbClr val="111111"/>
                </a:solidFill>
                <a:latin typeface="Pretendard"/>
                <a:ea typeface="Pretendard"/>
                <a:cs typeface="Pretendard"/>
              </a:defRPr>
            </a:lvl3pPr>
            <a:lvl4pPr algn="ctr">
              <a:defRPr sz="3900" b="1">
                <a:solidFill>
                  <a:srgbClr val="111111"/>
                </a:solidFill>
                <a:latin typeface="Pretendard"/>
                <a:ea typeface="Pretendard"/>
                <a:cs typeface="Pretendard"/>
              </a:defRPr>
            </a:lvl4pPr>
            <a:lvl5pPr algn="ctr">
              <a:defRPr sz="3900" b="1">
                <a:solidFill>
                  <a:srgbClr val="111111"/>
                </a:solidFill>
                <a:latin typeface="Pretendard"/>
                <a:ea typeface="Pretendard"/>
                <a:cs typeface="Pretendard"/>
              </a:defRPr>
            </a:lvl5pPr>
            <a:lvl6pPr algn="ctr">
              <a:defRPr sz="3900" b="1">
                <a:solidFill>
                  <a:srgbClr val="111111"/>
                </a:solidFill>
                <a:latin typeface="Pretendard"/>
                <a:ea typeface="Pretendard"/>
                <a:cs typeface="Pretendard"/>
              </a:defRPr>
            </a:lvl6pPr>
            <a:lvl7pPr algn="ctr">
              <a:defRPr sz="3900" b="1">
                <a:solidFill>
                  <a:srgbClr val="111111"/>
                </a:solidFill>
                <a:latin typeface="Pretendard"/>
                <a:ea typeface="Pretendard"/>
                <a:cs typeface="Pretendard"/>
              </a:defRPr>
            </a:lvl7pPr>
            <a:lvl8pPr algn="ctr">
              <a:defRPr sz="3900" b="1">
                <a:solidFill>
                  <a:srgbClr val="111111"/>
                </a:solidFill>
                <a:latin typeface="Pretendard"/>
                <a:ea typeface="Pretendard"/>
                <a:cs typeface="Pretendard"/>
              </a:defRPr>
            </a:lvl8pPr>
            <a:lvl9pPr algn="ctr">
              <a:defRPr sz="3900" b="1">
                <a:solidFill>
                  <a:srgbClr val="111111"/>
                </a:solidFill>
                <a:latin typeface="Pretendard"/>
                <a:ea typeface="Pretendard"/>
                <a:cs typeface="Pretendard"/>
              </a:defRPr>
            </a:lvl9pPr>
          </a:lstStyle>
          <a:p>
            <a:pPr algn="ctr">
              <a:defRPr sz="3900" b="1">
                <a:solidFill>
                  <a:srgbClr val="111111"/>
                </a:solidFill>
                <a:latin typeface="Pretendard"/>
                <a:ea typeface="Pretendard"/>
                <a:cs typeface="Pretendard"/>
              </a:defRPr>
            </a:pPr>
            <a:r>
              <a:rPr sz="3900" b="1">
                <a:solidFill>
                  <a:srgbClr val="111111"/>
                </a:solidFill>
                <a:latin typeface="Pretendard"/>
                <a:ea typeface="Pretendard"/>
                <a:cs typeface="Pretendard"/>
              </a:rPr>
              <a:t>어떤 물질이 갖는 에너지의 양</a:t>
            </a:r>
          </a:p>
        </p:txBody>
      </p:sp>
      <p:sp>
        <p:nvSpPr>
          <p:cNvPr id="13" name="takeaway-box">
            <a:extLst>
              <a:ext uri="{FF2B5EF4-FFF2-40B4-BE49-F238E27FC236}">
                <ns2:creationId id="{58C81C81-60C8-48D2-BAD7-3877F819D3FC}"/>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16E5882D-DDA2-4643-9BC5-C47EEF18740F}"/>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전후의 엔탈피 변화는 출입하는 열로 구할 수 있다</a:t>
            </a:r>
          </a:p>
        </p:txBody>
      </p:sp>
    </p:spTree>
    <p:extLst>
      <p:ext uri="{BB962C8B-B14F-4D97-AF65-F5344CB8AC3E}">
        <ns4:creationId val="1300841187"/>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6D666F02-DBBB-4446-ACE9-B6300F72A151}"/>
              </a:ext>
            </a:extLst>
          </p:cNvPr>
          <p:cNvPicPr>
            <a:picLocks noChangeAspect="1"/>
          </p:cNvPicPr>
          <p:nvPr/>
        </p:nvPicPr>
        <p:blipFill>
          <a:blip ns3:embed="R8586e5281c0349ad"/>
          <a:stretch/>
        </p:blipFill>
        <p:spPr>
          <a:xfrm>
            <a:off x="16941800" y="382588"/>
            <a:ext cx="1028700" cy="733425"/>
          </a:xfrm>
          <a:prstGeom prst="rect">
            <a:avLst/>
          </a:prstGeom>
        </p:spPr>
      </p:pic>
      <p:sp>
        <p:nvSpPr>
          <p:cNvPr id="2" name="part_heading">
            <a:extLst>
              <a:ext uri="{FF2B5EF4-FFF2-40B4-BE49-F238E27FC236}">
                <ns2:creationId id="{20B8ECA6-EA10-417D-A704-9B455E08BA8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66914B3C-4BDB-4F04-93B0-714C7580B6D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A060A9F-44FC-46AF-9B43-081CAFB3709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4775A212-0D0F-46AB-94A7-41B5BB0A64E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엔탈피는 반응 전후 엔탈피의 변화량이다</a:t>
            </a:r>
          </a:p>
        </p:txBody>
      </p:sp>
      <p:sp>
        <p:nvSpPr>
          <p:cNvPr id="6" name="explanation">
            <a:extLst>
              <a:ext uri="{FF2B5EF4-FFF2-40B4-BE49-F238E27FC236}">
                <ns2:creationId id="{3665A66E-3AE8-4AE6-B2B3-541669910E2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화학 반응이 일어날 때의 엔탈피 변화</a:t>
            </a:r>
          </a:p>
        </p:txBody>
      </p:sp>
      <p:sp>
        <p:nvSpPr>
          <p:cNvPr id="7" name="copyright">
            <a:extLst>
              <a:ext uri="{FF2B5EF4-FFF2-40B4-BE49-F238E27FC236}">
                <ns2:creationId id="{6F958C02-FC54-4DF7-A1A7-488F87D9924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6D8B9E9-2F2E-43BB-91C7-64CE08724493}"/>
              </a:ext>
            </a:extLst>
          </p:cNvPr>
          <p:cNvPicPr>
            <a:picLocks noChangeAspect="1"/>
          </p:cNvPicPr>
          <p:nvPr/>
        </p:nvPicPr>
        <p:blipFill>
          <a:blip ns3:embed="Rd476671c7b1a49f1"/>
          <a:stretch/>
        </p:blipFill>
        <p:spPr>
          <a:xfrm>
            <a:off x="1238250" y="4990042"/>
            <a:ext cx="15811500" cy="878417"/>
          </a:xfrm>
          <a:prstGeom prst="rect">
            <a:avLst/>
          </a:prstGeom>
        </p:spPr>
      </p:pic>
      <p:sp>
        <p:nvSpPr>
          <p:cNvPr id="9" name="after-label">
            <a:extLst>
              <a:ext uri="{FF2B5EF4-FFF2-40B4-BE49-F238E27FC236}">
                <ns2:creationId id="{75BD2461-B460-468F-93B3-FFB28C048B5C}"/>
              </a:ext>
            </a:extLst>
          </p:cNvPr>
          <p:cNvSpPr>
            <a:spLocks noGrp="1"/>
          </p:cNvSpPr>
          <p:nvPr/>
        </p:nvSpPr>
        <p:spPr>
          <a:xfrm>
            <a:off x="5762625" y="6572250"/>
            <a:ext cx="4286250" cy="619125"/>
          </a:xfrm>
          <a:prstGeom prst="rect">
            <a:avLst/>
          </a:prstGeom>
          <a:noFill/>
          <a:ln w="0">
            <a:noFill/>
          </a:ln>
        </p:spPr>
        <p:txBody>
          <a:bodyPr wrap="none" lIns="0" tIns="0" rIns="0" bIns="0" anchor="t">
            <a:noAutofit/>
          </a:bodyPr>
          <a:lstStyle>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반응 후</a:t>
            </a:r>
          </a:p>
        </p:txBody>
      </p:sp>
      <p:sp>
        <p:nvSpPr>
          <p:cNvPr id="10" name="before-label">
            <a:extLst>
              <a:ext uri="{FF2B5EF4-FFF2-40B4-BE49-F238E27FC236}">
                <ns2:creationId id="{A512BC9A-D3D7-48AB-8578-4CA93283D437}"/>
              </a:ext>
            </a:extLst>
          </p:cNvPr>
          <p:cNvSpPr>
            <a:spLocks noGrp="1"/>
          </p:cNvSpPr>
          <p:nvPr/>
        </p:nvSpPr>
        <p:spPr>
          <a:xfrm>
            <a:off x="11430000" y="6572250"/>
            <a:ext cx="4286250" cy="619125"/>
          </a:xfrm>
          <a:prstGeom prst="rect">
            <a:avLst/>
          </a:prstGeom>
          <a:noFill/>
          <a:ln w="0">
            <a:noFill/>
          </a:ln>
        </p:spPr>
        <p:txBody>
          <a:bodyPr wrap="none" lIns="0" tIns="0" rIns="0" bIns="0" anchor="t">
            <a:noAutofit/>
          </a:bodyPr>
          <a:lstStyle>
            <a:defPPr algn="ctr">
              <a:defRPr sz="3450" b="1">
                <a:solidFill>
                  <a:srgbClr val="777777"/>
                </a:solidFill>
                <a:latin typeface="Pretendard"/>
                <a:ea typeface="Pretendard"/>
                <a:cs typeface="Pretendard"/>
              </a:defRPr>
            </a:defPPr>
            <a:lvl1pPr algn="ctr">
              <a:defRPr sz="3450" b="1">
                <a:solidFill>
                  <a:srgbClr val="777777"/>
                </a:solidFill>
                <a:latin typeface="Pretendard"/>
                <a:ea typeface="Pretendard"/>
                <a:cs typeface="Pretendard"/>
              </a:defRPr>
            </a:lvl1pPr>
            <a:lvl2pPr algn="ctr">
              <a:defRPr sz="3450" b="1">
                <a:solidFill>
                  <a:srgbClr val="777777"/>
                </a:solidFill>
                <a:latin typeface="Pretendard"/>
                <a:ea typeface="Pretendard"/>
                <a:cs typeface="Pretendard"/>
              </a:defRPr>
            </a:lvl2pPr>
            <a:lvl3pPr algn="ctr">
              <a:defRPr sz="3450" b="1">
                <a:solidFill>
                  <a:srgbClr val="777777"/>
                </a:solidFill>
                <a:latin typeface="Pretendard"/>
                <a:ea typeface="Pretendard"/>
                <a:cs typeface="Pretendard"/>
              </a:defRPr>
            </a:lvl3pPr>
            <a:lvl4pPr algn="ctr">
              <a:defRPr sz="3450" b="1">
                <a:solidFill>
                  <a:srgbClr val="777777"/>
                </a:solidFill>
                <a:latin typeface="Pretendard"/>
                <a:ea typeface="Pretendard"/>
                <a:cs typeface="Pretendard"/>
              </a:defRPr>
            </a:lvl4pPr>
            <a:lvl5pPr algn="ctr">
              <a:defRPr sz="3450" b="1">
                <a:solidFill>
                  <a:srgbClr val="777777"/>
                </a:solidFill>
                <a:latin typeface="Pretendard"/>
                <a:ea typeface="Pretendard"/>
                <a:cs typeface="Pretendard"/>
              </a:defRPr>
            </a:lvl5pPr>
            <a:lvl6pPr algn="ctr">
              <a:defRPr sz="3450" b="1">
                <a:solidFill>
                  <a:srgbClr val="777777"/>
                </a:solidFill>
                <a:latin typeface="Pretendard"/>
                <a:ea typeface="Pretendard"/>
                <a:cs typeface="Pretendard"/>
              </a:defRPr>
            </a:lvl6pPr>
            <a:lvl7pPr algn="ctr">
              <a:defRPr sz="3450" b="1">
                <a:solidFill>
                  <a:srgbClr val="777777"/>
                </a:solidFill>
                <a:latin typeface="Pretendard"/>
                <a:ea typeface="Pretendard"/>
                <a:cs typeface="Pretendard"/>
              </a:defRPr>
            </a:lvl7pPr>
            <a:lvl8pPr algn="ctr">
              <a:defRPr sz="3450" b="1">
                <a:solidFill>
                  <a:srgbClr val="777777"/>
                </a:solidFill>
                <a:latin typeface="Pretendard"/>
                <a:ea typeface="Pretendard"/>
                <a:cs typeface="Pretendard"/>
              </a:defRPr>
            </a:lvl8pPr>
            <a:lvl9pPr algn="ctr">
              <a:defRPr sz="3450" b="1">
                <a:solidFill>
                  <a:srgbClr val="777777"/>
                </a:solidFill>
                <a:latin typeface="Pretendard"/>
                <a:ea typeface="Pretendard"/>
                <a:cs typeface="Pretendard"/>
              </a:defRPr>
            </a:lvl9pPr>
          </a:lstStyle>
          <a:p>
            <a:pPr algn="ctr">
              <a:defRPr sz="3450" b="1">
                <a:solidFill>
                  <a:srgbClr val="777777"/>
                </a:solidFill>
                <a:latin typeface="Pretendard"/>
                <a:ea typeface="Pretendard"/>
                <a:cs typeface="Pretendard"/>
              </a:defRPr>
            </a:pPr>
            <a:r>
              <a:rPr sz="3450" b="1">
                <a:solidFill>
                  <a:srgbClr val="777777"/>
                </a:solidFill>
                <a:latin typeface="Pretendard"/>
                <a:ea typeface="Pretendard"/>
                <a:cs typeface="Pretendard"/>
              </a:rPr>
              <a:t>반응 전</a:t>
            </a:r>
          </a:p>
        </p:txBody>
      </p:sp>
      <p:sp>
        <p:nvSpPr>
          <p:cNvPr id="11" name="change-meaning">
            <a:extLst>
              <a:ext uri="{FF2B5EF4-FFF2-40B4-BE49-F238E27FC236}">
                <ns2:creationId id="{092C00F4-8263-4730-926B-8EE43849BB23}"/>
              </a:ext>
            </a:extLst>
          </p:cNvPr>
          <p:cNvSpPr>
            <a:spLocks noGrp="1"/>
          </p:cNvSpPr>
          <p:nvPr/>
        </p:nvSpPr>
        <p:spPr>
          <a:xfrm>
            <a:off x="1905000" y="7477125"/>
            <a:ext cx="14478000" cy="619125"/>
          </a:xfrm>
          <a:prstGeom prst="rect">
            <a:avLst/>
          </a:prstGeom>
          <a:noFill/>
          <a:ln w="0">
            <a:noFill/>
          </a:ln>
        </p:spPr>
        <p:txBody>
          <a:bodyPr wrap="none" lIns="0" tIns="0" rIns="0" bIns="0" anchor="t">
            <a:noAutofit/>
          </a:bodyPr>
          <a:lstStyle>
            <a:defPPr algn="ctr">
              <a:defRPr sz="2850" b="1">
                <a:solidFill>
                  <a:srgbClr val="888888"/>
                </a:solidFill>
                <a:latin typeface="Pretendard"/>
                <a:ea typeface="Pretendard"/>
                <a:cs typeface="Pretendard"/>
              </a:defRPr>
            </a:defPPr>
            <a:lvl1pPr algn="ctr">
              <a:defRPr sz="2850" b="1">
                <a:solidFill>
                  <a:srgbClr val="888888"/>
                </a:solidFill>
                <a:latin typeface="Pretendard"/>
                <a:ea typeface="Pretendard"/>
                <a:cs typeface="Pretendard"/>
              </a:defRPr>
            </a:lvl1pPr>
            <a:lvl2pPr algn="ctr">
              <a:defRPr sz="2850" b="1">
                <a:solidFill>
                  <a:srgbClr val="888888"/>
                </a:solidFill>
                <a:latin typeface="Pretendard"/>
                <a:ea typeface="Pretendard"/>
                <a:cs typeface="Pretendard"/>
              </a:defRPr>
            </a:lvl2pPr>
            <a:lvl3pPr algn="ctr">
              <a:defRPr sz="2850" b="1">
                <a:solidFill>
                  <a:srgbClr val="888888"/>
                </a:solidFill>
                <a:latin typeface="Pretendard"/>
                <a:ea typeface="Pretendard"/>
                <a:cs typeface="Pretendard"/>
              </a:defRPr>
            </a:lvl3pPr>
            <a:lvl4pPr algn="ctr">
              <a:defRPr sz="2850" b="1">
                <a:solidFill>
                  <a:srgbClr val="888888"/>
                </a:solidFill>
                <a:latin typeface="Pretendard"/>
                <a:ea typeface="Pretendard"/>
                <a:cs typeface="Pretendard"/>
              </a:defRPr>
            </a:lvl4pPr>
            <a:lvl5pPr algn="ctr">
              <a:defRPr sz="2850" b="1">
                <a:solidFill>
                  <a:srgbClr val="888888"/>
                </a:solidFill>
                <a:latin typeface="Pretendard"/>
                <a:ea typeface="Pretendard"/>
                <a:cs typeface="Pretendard"/>
              </a:defRPr>
            </a:lvl5pPr>
            <a:lvl6pPr algn="ctr">
              <a:defRPr sz="2850" b="1">
                <a:solidFill>
                  <a:srgbClr val="888888"/>
                </a:solidFill>
                <a:latin typeface="Pretendard"/>
                <a:ea typeface="Pretendard"/>
                <a:cs typeface="Pretendard"/>
              </a:defRPr>
            </a:lvl6pPr>
            <a:lvl7pPr algn="ctr">
              <a:defRPr sz="2850" b="1">
                <a:solidFill>
                  <a:srgbClr val="888888"/>
                </a:solidFill>
                <a:latin typeface="Pretendard"/>
                <a:ea typeface="Pretendard"/>
                <a:cs typeface="Pretendard"/>
              </a:defRPr>
            </a:lvl7pPr>
            <a:lvl8pPr algn="ctr">
              <a:defRPr sz="2850" b="1">
                <a:solidFill>
                  <a:srgbClr val="888888"/>
                </a:solidFill>
                <a:latin typeface="Pretendard"/>
                <a:ea typeface="Pretendard"/>
                <a:cs typeface="Pretendard"/>
              </a:defRPr>
            </a:lvl8pPr>
            <a:lvl9pPr algn="ctr">
              <a:defRPr sz="2850" b="1">
                <a:solidFill>
                  <a:srgbClr val="888888"/>
                </a:solidFill>
                <a:latin typeface="Pretendard"/>
                <a:ea typeface="Pretendard"/>
                <a:cs typeface="Pretendard"/>
              </a:defRPr>
            </a:lvl9pPr>
          </a:lstStyle>
          <a:p>
            <a:pPr algn="ctr">
              <a:defRPr sz="2850" b="1">
                <a:solidFill>
                  <a:srgbClr val="888888"/>
                </a:solidFill>
                <a:latin typeface="Pretendard"/>
                <a:ea typeface="Pretendard"/>
                <a:cs typeface="Pretendard"/>
              </a:defRPr>
            </a:pPr>
            <a:r>
              <a:rPr sz="2850" b="1">
                <a:solidFill>
                  <a:srgbClr val="888888"/>
                </a:solidFill>
                <a:latin typeface="Pretendard"/>
                <a:ea typeface="Pretendard"/>
                <a:cs typeface="Pretendard"/>
              </a:rPr>
              <a:t>Δ는 변화량을 뜻한다</a:t>
            </a:r>
          </a:p>
        </p:txBody>
      </p:sp>
      <p:sp>
        <p:nvSpPr>
          <p:cNvPr id="12" name="takeaway-box">
            <a:extLst>
              <a:ext uri="{FF2B5EF4-FFF2-40B4-BE49-F238E27FC236}">
                <ns2:creationId id="{77B9A221-CA64-48CD-A269-B495344A459A}"/>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3" name="takeaway">
            <a:extLst>
              <a:ext uri="{FF2B5EF4-FFF2-40B4-BE49-F238E27FC236}">
                <ns2:creationId id="{B65A3528-D76D-40E3-A1F5-8CA2466A25CC}"/>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생성물의 엔탈피 합에서 반응물의 엔탈피 합을 뺀다</a:t>
            </a:r>
          </a:p>
        </p:txBody>
      </p:sp>
    </p:spTree>
    <p:extLst>
      <p:ext uri="{BB962C8B-B14F-4D97-AF65-F5344CB8AC3E}">
        <ns4:creationId val="1000048721"/>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A7136735-7FDC-4FEC-940A-8CCB8D867FBA}"/>
              </a:ext>
            </a:extLst>
          </p:cNvPr>
          <p:cNvPicPr>
            <a:picLocks noChangeAspect="1"/>
          </p:cNvPicPr>
          <p:nvPr/>
        </p:nvPicPr>
        <p:blipFill>
          <a:blip ns3:embed="Raea1d432e9b94e40"/>
          <a:stretch/>
        </p:blipFill>
        <p:spPr>
          <a:xfrm>
            <a:off x="16941800" y="382588"/>
            <a:ext cx="1028700" cy="733425"/>
          </a:xfrm>
          <a:prstGeom prst="rect">
            <a:avLst/>
          </a:prstGeom>
        </p:spPr>
      </p:pic>
      <p:sp>
        <p:nvSpPr>
          <p:cNvPr id="2" name="part_heading">
            <a:extLst>
              <a:ext uri="{FF2B5EF4-FFF2-40B4-BE49-F238E27FC236}">
                <ns2:creationId id="{03798F60-A1B6-4FE8-960E-B831B24A151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0B4A16E3-C420-4B0B-B40F-1F175068668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BDC5FED-4268-4848-AB61-5917EFC4CD6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8F069451-D204-4AC5-AAED-4ADA3014BD2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472AA582-9716-483C-A5C4-6BF12496B48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8E86CD7F-F761-4A4B-AB13-612428F0B5D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AF16EA6-298D-4893-9007-B77F1D951D47}"/>
              </a:ext>
            </a:extLst>
          </p:cNvPr>
          <p:cNvPicPr>
            <a:picLocks noChangeAspect="1"/>
          </p:cNvPicPr>
          <p:nvPr/>
        </p:nvPicPr>
        <p:blipFill>
          <a:blip ns3:embed="R18755124d37a4bd1"/>
          <a:stretch/>
        </p:blipFill>
        <p:spPr>
          <a:xfrm>
            <a:off x="2884112" y="4762500"/>
            <a:ext cx="5280776" cy="4857750"/>
          </a:xfrm>
          <a:prstGeom prst="rect">
            <a:avLst/>
          </a:prstGeom>
        </p:spPr>
      </p:pic>
      <p:pic>
        <p:nvPicPr>
          <p:cNvPr id="9" name="">
            <a:extLst>
              <a:ext uri="{FF2B5EF4-FFF2-40B4-BE49-F238E27FC236}">
                <ns2:creationId id="{AB377FCA-E693-4CF0-870E-D71EEA3C85F7}"/>
              </a:ext>
            </a:extLst>
          </p:cNvPr>
          <p:cNvPicPr>
            <a:picLocks noChangeAspect="1"/>
          </p:cNvPicPr>
          <p:nvPr/>
        </p:nvPicPr>
        <p:blipFill>
          <a:blip ns3:embed="R477d3b36cc3c4b11"/>
          <a:stretch/>
        </p:blipFill>
        <p:spPr>
          <a:xfrm>
            <a:off x="10116062" y="4762500"/>
            <a:ext cx="5294877" cy="4857750"/>
          </a:xfrm>
          <a:prstGeom prst="rect">
            <a:avLst/>
          </a:prstGeom>
        </p:spPr>
      </p:pic>
    </p:spTree>
    <p:extLst>
      <p:ext uri="{BB962C8B-B14F-4D97-AF65-F5344CB8AC3E}">
        <ns4:creationId val="799243699"/>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ADE02EAB-82A3-4F96-8737-2B5C431C5B40}"/>
              </a:ext>
            </a:extLst>
          </p:cNvPr>
          <p:cNvPicPr>
            <a:picLocks noChangeAspect="1"/>
          </p:cNvPicPr>
          <p:nvPr/>
        </p:nvPicPr>
        <p:blipFill>
          <a:blip ns3:embed="R3f0562068b0b4421"/>
          <a:stretch/>
        </p:blipFill>
        <p:spPr>
          <a:xfrm>
            <a:off x="4859" y="0"/>
            <a:ext cx="18278283" cy="10287000"/>
          </a:xfrm>
          <a:prstGeom prst="rect">
            <a:avLst/>
          </a:prstGeom>
        </p:spPr>
      </p:pic>
      <p:sp>
        <p:nvSpPr>
          <p:cNvPr id="2" name="reference_green_fade">
            <a:extLst>
              <a:ext uri="{FF2B5EF4-FFF2-40B4-BE49-F238E27FC236}">
                <ns2:creationId id="{8788611D-6F48-44CF-A77A-70ADEA6F4F67}"/>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A1E11D93-3294-4367-AF52-6DE44048F454}"/>
              </a:ext>
            </a:extLst>
          </p:cNvPr>
          <p:cNvPicPr>
            <a:picLocks noChangeAspect="1"/>
          </p:cNvPicPr>
          <p:nvPr/>
        </p:nvPicPr>
        <p:blipFill>
          <a:blip ns3:embed="R990d088c036a4856"/>
          <a:stretch/>
        </p:blipFill>
        <p:spPr>
          <a:xfrm>
            <a:off x="16916400" y="332392"/>
            <a:ext cx="1079500" cy="668717"/>
          </a:xfrm>
          <a:prstGeom prst="rect">
            <a:avLst/>
          </a:prstGeom>
        </p:spPr>
      </p:pic>
      <p:sp>
        <p:nvSpPr>
          <p:cNvPr id="4" name="copyright">
            <a:extLst>
              <a:ext uri="{FF2B5EF4-FFF2-40B4-BE49-F238E27FC236}">
                <ns2:creationId id="{2A1D94D4-4A9F-483C-BE13-AFF2ECFE881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6C67B3FE-1875-4428-B07E-0E9093A83C35}"/>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0819E6D4-C91F-48F3-8661-2605561000F7}"/>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열화학 반응식</a:t>
            </a:r>
          </a:p>
        </p:txBody>
      </p:sp>
      <p:sp>
        <p:nvSpPr>
          <p:cNvPr id="7" name="theory_curiosity">
            <a:extLst>
              <a:ext uri="{FF2B5EF4-FFF2-40B4-BE49-F238E27FC236}">
                <ns2:creationId id="{39551B24-1B0E-4013-BA5D-7374708985AE}"/>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729387390"/>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35D4072D-E4B6-407E-9715-1A527117AFF1}"/>
              </a:ext>
            </a:extLst>
          </p:cNvPr>
          <p:cNvPicPr>
            <a:picLocks noChangeAspect="1"/>
          </p:cNvPicPr>
          <p:nvPr/>
        </p:nvPicPr>
        <p:blipFill>
          <a:blip ns3:embed="Rc2c631959c8e4d01"/>
          <a:stretch/>
        </p:blipFill>
        <p:spPr>
          <a:xfrm>
            <a:off x="16941800" y="382588"/>
            <a:ext cx="1028700" cy="733425"/>
          </a:xfrm>
          <a:prstGeom prst="rect">
            <a:avLst/>
          </a:prstGeom>
        </p:spPr>
      </p:pic>
      <p:sp>
        <p:nvSpPr>
          <p:cNvPr id="2" name="part_heading">
            <a:extLst>
              <a:ext uri="{FF2B5EF4-FFF2-40B4-BE49-F238E27FC236}">
                <ns2:creationId id="{35AC2D92-441D-47AA-93DB-0DDCF72D2B5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93F4B92E-3765-4443-A5CF-C30C9B532BF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8E1EFF8-1868-439B-8397-977448CA6BC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187E4C3F-B391-47EC-A2D4-125326EB68E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86838810-4C9F-4547-968A-3C6D32FB4C8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80B3A625-257C-441F-8463-696E65A0912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ADA696F-A9A3-460A-AD08-6957B3FE727A}"/>
              </a:ext>
            </a:extLst>
          </p:cNvPr>
          <p:cNvPicPr>
            <a:picLocks noChangeAspect="1"/>
          </p:cNvPicPr>
          <p:nvPr/>
        </p:nvPicPr>
        <p:blipFill>
          <a:blip ns3:embed="R7ba413cdff63443c"/>
          <a:stretch/>
        </p:blipFill>
        <p:spPr>
          <a:xfrm>
            <a:off x="1838727" y="4762500"/>
            <a:ext cx="14610545" cy="723900"/>
          </a:xfrm>
          <a:prstGeom prst="rect">
            <a:avLst/>
          </a:prstGeom>
        </p:spPr>
      </p:pic>
      <p:pic>
        <p:nvPicPr>
          <p:cNvPr id="9" name="">
            <a:extLst>
              <a:ext uri="{FF2B5EF4-FFF2-40B4-BE49-F238E27FC236}">
                <ns2:creationId id="{F820E251-E60C-413E-94FC-FE47619854BD}"/>
              </a:ext>
            </a:extLst>
          </p:cNvPr>
          <p:cNvPicPr>
            <a:picLocks noChangeAspect="1"/>
          </p:cNvPicPr>
          <p:nvPr/>
        </p:nvPicPr>
        <p:blipFill>
          <a:blip ns3:embed="Rdfa353361b814cf3"/>
          <a:stretch/>
        </p:blipFill>
        <p:spPr>
          <a:xfrm>
            <a:off x="3050349" y="5810250"/>
            <a:ext cx="12187303" cy="723900"/>
          </a:xfrm>
          <a:prstGeom prst="rect">
            <a:avLst/>
          </a:prstGeom>
        </p:spPr>
      </p:pic>
      <p:sp>
        <p:nvSpPr>
          <p:cNvPr id="10" name="interpretation-panel">
            <a:extLst>
              <a:ext uri="{FF2B5EF4-FFF2-40B4-BE49-F238E27FC236}">
                <ns2:creationId id="{B111B54A-BEEF-456A-9B75-24C0D6FB951C}"/>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21574DA2-276A-4080-BCA6-0D5D5C1432FF}"/>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C5C47D05-3F35-4BF7-8B97-DA5A98C840F5}"/>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1235694746"/>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74628E5D-F836-4EDE-9D9F-9E2A54CA30B3}"/>
              </a:ext>
            </a:extLst>
          </p:cNvPr>
          <p:cNvPicPr>
            <a:picLocks noChangeAspect="1"/>
          </p:cNvPicPr>
          <p:nvPr/>
        </p:nvPicPr>
        <p:blipFill>
          <a:blip ns3:embed="Rcba9c3ab707248d9"/>
          <a:stretch/>
        </p:blipFill>
        <p:spPr>
          <a:xfrm>
            <a:off x="16941800" y="382588"/>
            <a:ext cx="1028700" cy="733425"/>
          </a:xfrm>
          <a:prstGeom prst="rect">
            <a:avLst/>
          </a:prstGeom>
        </p:spPr>
      </p:pic>
      <p:sp>
        <p:nvSpPr>
          <p:cNvPr id="2" name="part_heading">
            <a:extLst>
              <a:ext uri="{FF2B5EF4-FFF2-40B4-BE49-F238E27FC236}">
                <ns2:creationId id="{4E8D7F00-8DDF-477D-A580-A361EF2E780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78A57FD8-9267-4DD3-A7B3-2702092D0A9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D11B765-F5A3-4384-8DFB-8066AB58080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6A3AA2AB-D82B-402B-BFB5-67EBE640BB9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321FB2E5-127C-499A-AFF2-F53C177CB63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FA870528-430E-4228-B42E-04F95F41E9E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CF555AB-E1EB-45FA-BC41-41394D605232}"/>
              </a:ext>
            </a:extLst>
          </p:cNvPr>
          <p:cNvPicPr>
            <a:picLocks noChangeAspect="1"/>
          </p:cNvPicPr>
          <p:nvPr/>
        </p:nvPicPr>
        <p:blipFill>
          <a:blip ns3:embed="Re8e97c06602e4929"/>
          <a:stretch/>
        </p:blipFill>
        <p:spPr>
          <a:xfrm>
            <a:off x="5003602" y="4524375"/>
            <a:ext cx="8280797" cy="4762500"/>
          </a:xfrm>
          <a:prstGeom prst="rect">
            <a:avLst/>
          </a:prstGeom>
        </p:spPr>
      </p:pic>
    </p:spTree>
    <p:extLst>
      <p:ext uri="{BB962C8B-B14F-4D97-AF65-F5344CB8AC3E}">
        <ns4:creationId val="1946935800"/>
      </p:ext>
    </p:extLst>
  </p:cSld>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839E4F3D-9949-43F3-83C6-885CB3127AB1}"/>
              </a:ext>
            </a:extLst>
          </p:cNvPr>
          <p:cNvPicPr>
            <a:picLocks noChangeAspect="1"/>
          </p:cNvPicPr>
          <p:nvPr/>
        </p:nvPicPr>
        <p:blipFill>
          <a:blip ns3:embed="R017dcd05665343d3"/>
          <a:stretch/>
        </p:blipFill>
        <p:spPr>
          <a:xfrm>
            <a:off x="16941800" y="382588"/>
            <a:ext cx="1028700" cy="733425"/>
          </a:xfrm>
          <a:prstGeom prst="rect">
            <a:avLst/>
          </a:prstGeom>
        </p:spPr>
      </p:pic>
      <p:sp>
        <p:nvSpPr>
          <p:cNvPr id="2" name="part_heading">
            <a:extLst>
              <a:ext uri="{FF2B5EF4-FFF2-40B4-BE49-F238E27FC236}">
                <ns2:creationId id="{A8314969-21B9-4AB0-BD93-3F67C1D2B88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08CAD169-CEC8-4D81-96A0-87E186C55C4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B1F033E2-9D89-47AF-BC8B-39E89277608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0616B89-14EB-4A20-AD3C-837E9240BB6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A5F90B43-6D3D-41FB-8CB0-0F245B58F9B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561C9D1D-471D-4964-978A-02FE2042B6D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704DE2C-4466-46FC-A569-6FB0CB44D4A3}"/>
              </a:ext>
            </a:extLst>
          </p:cNvPr>
          <p:cNvPicPr>
            <a:picLocks noChangeAspect="1"/>
          </p:cNvPicPr>
          <p:nvPr/>
        </p:nvPicPr>
        <p:blipFill>
          <a:blip ns3:embed="R9da549636cbe4db7"/>
          <a:stretch/>
        </p:blipFill>
        <p:spPr>
          <a:xfrm>
            <a:off x="4000500" y="5017064"/>
            <a:ext cx="10287000" cy="2062622"/>
          </a:xfrm>
          <a:prstGeom prst="rect">
            <a:avLst/>
          </a:prstGeom>
        </p:spPr>
      </p:pic>
      <p:sp>
        <p:nvSpPr>
          <p:cNvPr id="9" name="takeaway-box">
            <a:extLst>
              <a:ext uri="{FF2B5EF4-FFF2-40B4-BE49-F238E27FC236}">
                <ns2:creationId id="{71083904-225C-4171-987F-B20BDD2FC23F}"/>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FDE0D0E3-7726-4FAB-863F-D7D626A91AD4}"/>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1668165754"/>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3ADFB248-C7DF-4583-9A54-F78C13DE7964}"/>
              </a:ext>
            </a:extLst>
          </p:cNvPr>
          <p:cNvPicPr>
            <a:picLocks noChangeAspect="1"/>
          </p:cNvPicPr>
          <p:nvPr/>
        </p:nvPicPr>
        <p:blipFill>
          <a:blip ns3:embed="R3e1d43ecbd1a4749"/>
          <a:stretch/>
        </p:blipFill>
        <p:spPr>
          <a:xfrm>
            <a:off x="16941800" y="382588"/>
            <a:ext cx="1028700" cy="733425"/>
          </a:xfrm>
          <a:prstGeom prst="rect">
            <a:avLst/>
          </a:prstGeom>
        </p:spPr>
      </p:pic>
      <p:sp>
        <p:nvSpPr>
          <p:cNvPr id="2" name="part_heading">
            <a:extLst>
              <a:ext uri="{FF2B5EF4-FFF2-40B4-BE49-F238E27FC236}">
                <ns2:creationId id="{8F79D121-3A86-47FC-996B-D11856797CB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A66AAAFE-9A99-495A-A697-F07FD7A14C1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8EF2F75-EE5F-49BF-99D3-A9592660D7E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C0BCC043-A5B5-4882-A0AD-ADFF3BCF681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E607DB2C-3CFE-40C7-91C9-1BC5DE090B6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3F0D53DF-AAEA-499B-B97B-69B4F2045CE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18997FF-7C2A-4AD7-A909-724881F3A2B5}"/>
              </a:ext>
            </a:extLst>
          </p:cNvPr>
          <p:cNvPicPr>
            <a:picLocks noChangeAspect="1"/>
          </p:cNvPicPr>
          <p:nvPr/>
        </p:nvPicPr>
        <p:blipFill>
          <a:blip ns3:embed="Rc2cce369772849ad"/>
          <a:stretch/>
        </p:blipFill>
        <p:spPr>
          <a:xfrm>
            <a:off x="2000250" y="4675188"/>
            <a:ext cx="14287500" cy="793750"/>
          </a:xfrm>
          <a:prstGeom prst="rect">
            <a:avLst/>
          </a:prstGeom>
        </p:spPr>
      </p:pic>
      <p:pic>
        <p:nvPicPr>
          <p:cNvPr id="9" name="">
            <a:extLst>
              <a:ext uri="{FF2B5EF4-FFF2-40B4-BE49-F238E27FC236}">
                <ns2:creationId id="{3576E601-DC96-4AEB-9206-16CD4AEE9B87}"/>
              </a:ext>
            </a:extLst>
          </p:cNvPr>
          <p:cNvPicPr>
            <a:picLocks noChangeAspect="1"/>
          </p:cNvPicPr>
          <p:nvPr/>
        </p:nvPicPr>
        <p:blipFill>
          <a:blip ns3:embed="R20a268de520c47c3"/>
          <a:stretch/>
        </p:blipFill>
        <p:spPr>
          <a:xfrm>
            <a:off x="7098994" y="5810250"/>
            <a:ext cx="4090013" cy="3762375"/>
          </a:xfrm>
          <a:prstGeom prst="rect">
            <a:avLst/>
          </a:prstGeom>
        </p:spPr>
      </p:pic>
    </p:spTree>
    <p:extLst>
      <p:ext uri="{BB962C8B-B14F-4D97-AF65-F5344CB8AC3E}">
        <ns4:creationId val="1807819512"/>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664381EA-5624-4C11-9024-3A54042CB19A}"/>
              </a:ext>
            </a:extLst>
          </p:cNvPr>
          <p:cNvPicPr>
            <a:picLocks noChangeAspect="1"/>
          </p:cNvPicPr>
          <p:nvPr/>
        </p:nvPicPr>
        <p:blipFill>
          <a:blip ns3:embed="R3dbc5510736f4353"/>
          <a:stretch/>
        </p:blipFill>
        <p:spPr>
          <a:xfrm>
            <a:off x="16941800" y="382588"/>
            <a:ext cx="1028700" cy="733425"/>
          </a:xfrm>
          <a:prstGeom prst="rect">
            <a:avLst/>
          </a:prstGeom>
        </p:spPr>
      </p:pic>
      <p:sp>
        <p:nvSpPr>
          <p:cNvPr id="2" name="part_heading">
            <a:extLst>
              <a:ext uri="{FF2B5EF4-FFF2-40B4-BE49-F238E27FC236}">
                <ns2:creationId id="{A4CA4D9A-D37A-40F3-B94C-3B2A2942E6A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6303DE4B-0CCC-45C9-88E7-3F2EAB6878A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4DA9E59D-44C5-42B5-9A2F-74C666A82BD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A2BDB3A-D989-4108-9877-6175979ADA6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9C1D0305-F1F9-49C8-B34C-64DE622846F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60A62432-1D5D-43F7-94DD-8F6B1DCA65F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D244A17-9068-4E33-AE55-36357866B964}"/>
              </a:ext>
            </a:extLst>
          </p:cNvPr>
          <p:cNvPicPr>
            <a:picLocks noChangeAspect="1"/>
          </p:cNvPicPr>
          <p:nvPr/>
        </p:nvPicPr>
        <p:blipFill>
          <a:blip ns3:embed="Rdcd43ee6dec341f0"/>
          <a:stretch/>
        </p:blipFill>
        <p:spPr>
          <a:xfrm>
            <a:off x="2000250" y="4622107"/>
            <a:ext cx="14287500" cy="4681336"/>
          </a:xfrm>
          <a:prstGeom prst="rect">
            <a:avLst/>
          </a:prstGeom>
        </p:spPr>
      </p:pic>
    </p:spTree>
    <p:extLst>
      <p:ext uri="{BB962C8B-B14F-4D97-AF65-F5344CB8AC3E}">
        <ns4:creationId val="1100635537"/>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9723C050-2A66-4B6F-8489-FD6D63BE4733}"/>
              </a:ext>
            </a:extLst>
          </p:cNvPr>
          <p:cNvPicPr>
            <a:picLocks noChangeAspect="1"/>
          </p:cNvPicPr>
          <p:nvPr/>
        </p:nvPicPr>
        <p:blipFill>
          <a:blip ns3:embed="R9b2d809a571a455c"/>
          <a:stretch/>
        </p:blipFill>
        <p:spPr>
          <a:xfrm>
            <a:off x="16941800" y="382588"/>
            <a:ext cx="1028700" cy="733425"/>
          </a:xfrm>
          <a:prstGeom prst="rect">
            <a:avLst/>
          </a:prstGeom>
        </p:spPr>
      </p:pic>
      <p:sp>
        <p:nvSpPr>
          <p:cNvPr id="2" name="part_heading">
            <a:extLst>
              <a:ext uri="{FF2B5EF4-FFF2-40B4-BE49-F238E27FC236}">
                <ns2:creationId id="{ABC8117B-6B60-4EF4-993C-9843FB47069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2D655804-ED4D-4E40-AD9D-4CC86F925AE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C7AC64D-A7BC-49E0-A68F-699AF1C484C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7A51E7D0-FA74-42D8-B48A-436CC23E829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FB9829EE-43C1-403E-8C16-BAF8173431C8}"/>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1C912790-C62C-406B-84B3-968AD4F62A9E}"/>
              </a:ext>
            </a:extLst>
          </p:cNvPr>
          <p:cNvPicPr>
            <a:picLocks noChangeAspect="1"/>
          </p:cNvPicPr>
          <p:nvPr/>
        </p:nvPicPr>
        <p:blipFill>
          <a:blip ns3:embed="R40839d2663ab4353"/>
          <a:stretch/>
        </p:blipFill>
        <p:spPr>
          <a:xfrm>
            <a:off x="11283641" y="4095750"/>
            <a:ext cx="5340968" cy="5286375"/>
          </a:xfrm>
          <a:prstGeom prst="rect">
            <a:avLst/>
          </a:prstGeom>
        </p:spPr>
      </p:pic>
      <p:pic>
        <p:nvPicPr>
          <p:cNvPr id="8" name="">
            <a:extLst>
              <a:ext uri="{FF2B5EF4-FFF2-40B4-BE49-F238E27FC236}">
                <ns2:creationId id="{ADAA1312-36C8-42CA-8A91-FF9604860F5F}"/>
              </a:ext>
            </a:extLst>
          </p:cNvPr>
          <p:cNvPicPr>
            <a:picLocks noChangeAspect="1"/>
          </p:cNvPicPr>
          <p:nvPr/>
        </p:nvPicPr>
        <p:blipFill>
          <a:blip ns3:embed="Ra63fc4d3a6cf44d9"/>
          <a:stretch/>
        </p:blipFill>
        <p:spPr>
          <a:xfrm>
            <a:off x="2778125" y="5619750"/>
            <a:ext cx="5207000" cy="1190625"/>
          </a:xfrm>
          <a:prstGeom prst="rect">
            <a:avLst/>
          </a:prstGeom>
        </p:spPr>
      </p:pic>
      <p:sp>
        <p:nvSpPr>
          <p:cNvPr id="9" name="symbols">
            <a:extLst>
              <a:ext uri="{FF2B5EF4-FFF2-40B4-BE49-F238E27FC236}">
                <ns2:creationId id="{833B3436-C028-4316-A54B-22FE701E4DBE}"/>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1077979091"/>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2F5E66AB-B95C-43E4-B18C-37BE22DE4B9F}"/>
              </a:ext>
            </a:extLst>
          </p:cNvPr>
          <p:cNvPicPr>
            <a:picLocks noChangeAspect="1"/>
          </p:cNvPicPr>
          <p:nvPr/>
        </p:nvPicPr>
        <p:blipFill>
          <a:blip ns3:embed="R68cd0198cbc74750"/>
          <a:stretch/>
        </p:blipFill>
        <p:spPr>
          <a:xfrm>
            <a:off x="16941800" y="382588"/>
            <a:ext cx="1028700" cy="733425"/>
          </a:xfrm>
          <a:prstGeom prst="rect">
            <a:avLst/>
          </a:prstGeom>
        </p:spPr>
      </p:pic>
      <p:sp>
        <p:nvSpPr>
          <p:cNvPr id="2" name="part_heading">
            <a:extLst>
              <a:ext uri="{FF2B5EF4-FFF2-40B4-BE49-F238E27FC236}">
                <ns2:creationId id="{E443578F-8352-47F0-824C-D7FEC2C5D11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86F015E9-D75F-4BB8-9A9A-AE6141B3E19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B4AAD03-559E-4C92-BF9B-CFE0C0C2F4B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8FE05498-EE9E-46C9-9D99-F0C56D38D5F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310FE0E4-D1FF-4EAC-853D-0A4CE875CEB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D888AF5F-7320-460E-A1AD-8778C61E8E5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F1F4229-A3A5-4A5B-8019-22DB1EA035B6}"/>
              </a:ext>
            </a:extLst>
          </p:cNvPr>
          <p:cNvPicPr>
            <a:picLocks noChangeAspect="1"/>
          </p:cNvPicPr>
          <p:nvPr/>
        </p:nvPicPr>
        <p:blipFill>
          <a:blip ns3:embed="R56415c37899b4817"/>
          <a:stretch/>
        </p:blipFill>
        <p:spPr>
          <a:xfrm>
            <a:off x="3587303" y="4667250"/>
            <a:ext cx="11113394" cy="723900"/>
          </a:xfrm>
          <a:prstGeom prst="rect">
            <a:avLst/>
          </a:prstGeom>
        </p:spPr>
      </p:pic>
      <p:sp>
        <p:nvSpPr>
          <p:cNvPr id="9" name="q1">
            <a:extLst>
              <a:ext uri="{FF2B5EF4-FFF2-40B4-BE49-F238E27FC236}">
                <ns2:creationId id="{20993C31-7B8F-4A79-9070-947F12F13603}"/>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34CCB300-7EB4-483B-A918-538F6AAC2C33}"/>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A1E22824-FBA7-4103-883B-BA97C588D691}"/>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42DD767E-3BE1-4546-8815-A3F8BC28F665}"/>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68695816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F1BC15B0-3DB5-4653-A378-F1D9F7F960F9}"/>
              </a:ext>
            </a:extLst>
          </p:cNvPr>
          <p:cNvPicPr>
            <a:picLocks noChangeAspect="1"/>
          </p:cNvPicPr>
          <p:nvPr/>
        </p:nvPicPr>
        <p:blipFill>
          <a:blip ns3:embed="R29867d4229e446be"/>
          <a:stretch/>
        </p:blipFill>
        <p:spPr>
          <a:xfrm>
            <a:off x="4859" y="0"/>
            <a:ext cx="18278283" cy="10287000"/>
          </a:xfrm>
          <a:prstGeom prst="rect">
            <a:avLst/>
          </a:prstGeom>
        </p:spPr>
      </p:pic>
      <p:sp>
        <p:nvSpPr>
          <p:cNvPr id="2" name="reference_green_fade">
            <a:extLst>
              <a:ext uri="{FF2B5EF4-FFF2-40B4-BE49-F238E27FC236}">
                <ns2:creationId id="{29F763FE-A6C5-42AE-B52F-CCE90FF05B83}"/>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24962B59-0931-4B88-8B91-30311F77FD7B}"/>
              </a:ext>
            </a:extLst>
          </p:cNvPr>
          <p:cNvPicPr>
            <a:picLocks noChangeAspect="1"/>
          </p:cNvPicPr>
          <p:nvPr/>
        </p:nvPicPr>
        <p:blipFill>
          <a:blip ns3:embed="R82478da6795b4e54"/>
          <a:stretch/>
        </p:blipFill>
        <p:spPr>
          <a:xfrm>
            <a:off x="16916400" y="332392"/>
            <a:ext cx="1079500" cy="668717"/>
          </a:xfrm>
          <a:prstGeom prst="rect">
            <a:avLst/>
          </a:prstGeom>
        </p:spPr>
      </p:pic>
      <p:sp>
        <p:nvSpPr>
          <p:cNvPr id="4" name="copyright">
            <a:extLst>
              <a:ext uri="{FF2B5EF4-FFF2-40B4-BE49-F238E27FC236}">
                <ns2:creationId id="{B407BDDD-AFCD-4E8C-BE38-80C752D8E9C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11F89DE6-046E-4777-971A-AEE13490BA5C}"/>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8C833EAE-A2AF-4ED2-AD72-E4306451A471}"/>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6B5BFD86-3241-4741-89B2-7CC0CB131C45}"/>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1926034740"/>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F76A1C38-6E55-4584-A34B-5BD5D710001A}"/>
              </a:ext>
            </a:extLst>
          </p:cNvPr>
          <p:cNvPicPr>
            <a:picLocks noChangeAspect="1"/>
          </p:cNvPicPr>
          <p:nvPr/>
        </p:nvPicPr>
        <p:blipFill>
          <a:blip ns3:embed="R3be7ff877af746a9"/>
          <a:stretch/>
        </p:blipFill>
        <p:spPr>
          <a:xfrm>
            <a:off x="16941800" y="382588"/>
            <a:ext cx="1028700" cy="733425"/>
          </a:xfrm>
          <a:prstGeom prst="rect">
            <a:avLst/>
          </a:prstGeom>
        </p:spPr>
      </p:pic>
      <p:sp>
        <p:nvSpPr>
          <p:cNvPr id="2" name="part_heading">
            <a:extLst>
              <a:ext uri="{FF2B5EF4-FFF2-40B4-BE49-F238E27FC236}">
                <ns2:creationId id="{979F5A3F-8433-46C6-B5C0-9F45F57C722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DCCFDA0C-2279-44FB-8752-651B0FAAE38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C2CEABF-682B-4F9F-98D8-F9E9B174B4B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392971F2-0C93-4CCF-9E93-3DC496C819A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AEAA2DD4-6560-4C4C-A05F-688AA57C175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E0A6CACB-B585-4684-B25E-49817763085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E9DEBDC8-6F0D-444F-87C0-59D5F33146D2}"/>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AC04254E-02A7-48E1-8614-E74969D86FB3}"/>
              </a:ext>
            </a:extLst>
          </p:cNvPr>
          <p:cNvPicPr>
            <a:picLocks noChangeAspect="1"/>
          </p:cNvPicPr>
          <p:nvPr/>
        </p:nvPicPr>
        <p:blipFill>
          <a:blip ns3:embed="R225d71ec00c74979"/>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1C03774C-376A-4087-9BD2-EBE9D9F55517}"/>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407364A6-13C1-4D30-A54F-137D5491B07D}"/>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19F1A5E1-B8B1-4847-A18F-1C7144444B84}"/>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AD042FAA-F757-4DE5-8346-E7E576804102}"/>
              </a:ext>
            </a:extLst>
          </p:cNvPr>
          <p:cNvPicPr>
            <a:picLocks noChangeAspect="1"/>
          </p:cNvPicPr>
          <p:nvPr/>
        </p:nvPicPr>
        <p:blipFill>
          <a:blip ns3:embed="Radc3db2e58304541"/>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C68897F5-0B2D-4188-BEE8-A063488ECBBB}"/>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2CE393FE-62D5-4333-B716-F01D60EEAC0A}"/>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655900350"/>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9A28CDEA-39B0-4D3C-B1B5-9796F68DA1E3}"/>
              </a:ext>
            </a:extLst>
          </p:cNvPr>
          <p:cNvPicPr>
            <a:picLocks noChangeAspect="1"/>
          </p:cNvPicPr>
          <p:nvPr/>
        </p:nvPicPr>
        <p:blipFill>
          <a:blip ns3:embed="R063d1fa73ef34a47"/>
          <a:stretch/>
        </p:blipFill>
        <p:spPr>
          <a:xfrm>
            <a:off x="16941800" y="382588"/>
            <a:ext cx="1028700" cy="733425"/>
          </a:xfrm>
          <a:prstGeom prst="rect">
            <a:avLst/>
          </a:prstGeom>
        </p:spPr>
      </p:pic>
      <p:sp>
        <p:nvSpPr>
          <p:cNvPr id="2" name="part_heading">
            <a:extLst>
              <a:ext uri="{FF2B5EF4-FFF2-40B4-BE49-F238E27FC236}">
                <ns2:creationId id="{ED29B410-89DB-4F95-BAD7-69841D84148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06616CF4-7861-419E-8F47-110B85E6D7A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61E19F0-3239-4C9B-8C9F-9361FE6B8D5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489A4731-94D1-49AD-AB87-2306BAF78AD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28EF8D85-0210-4393-956D-2B4A76B7CBF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FC6AA0DE-95BC-43F6-B704-7DBF03F9CED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88DC6E5-2ED6-4C08-B370-1EAA9CD0C0B9}"/>
              </a:ext>
            </a:extLst>
          </p:cNvPr>
          <p:cNvPicPr>
            <a:picLocks noChangeAspect="1"/>
          </p:cNvPicPr>
          <p:nvPr/>
        </p:nvPicPr>
        <p:blipFill>
          <a:blip ns3:embed="Rbf4ddf9b7a9b403c"/>
          <a:stretch/>
        </p:blipFill>
        <p:spPr>
          <a:xfrm>
            <a:off x="1961408" y="4667250"/>
            <a:ext cx="14365184" cy="723900"/>
          </a:xfrm>
          <a:prstGeom prst="rect">
            <a:avLst/>
          </a:prstGeom>
        </p:spPr>
      </p:pic>
      <p:pic>
        <p:nvPicPr>
          <p:cNvPr id="9" name="">
            <a:extLst>
              <a:ext uri="{FF2B5EF4-FFF2-40B4-BE49-F238E27FC236}">
                <ns2:creationId id="{3BF12AB6-B34A-440F-BD7F-AE455B41B14E}"/>
              </a:ext>
            </a:extLst>
          </p:cNvPr>
          <p:cNvPicPr>
            <a:picLocks noChangeAspect="1"/>
          </p:cNvPicPr>
          <p:nvPr/>
        </p:nvPicPr>
        <p:blipFill>
          <a:blip ns3:embed="R161593c824a74373"/>
          <a:stretch/>
        </p:blipFill>
        <p:spPr>
          <a:xfrm>
            <a:off x="1869688" y="5619750"/>
            <a:ext cx="14548624" cy="723900"/>
          </a:xfrm>
          <a:prstGeom prst="rect">
            <a:avLst/>
          </a:prstGeom>
        </p:spPr>
      </p:pic>
      <p:sp>
        <p:nvSpPr>
          <p:cNvPr id="10" name="strip-1">
            <a:extLst>
              <a:ext uri="{FF2B5EF4-FFF2-40B4-BE49-F238E27FC236}">
                <ns2:creationId id="{0087C9C8-4B11-4306-8CDC-B15D15151B50}"/>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5A0A0E73-2D12-4D86-8F7A-ABB7D3A47C7B}"/>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F334B075-AF67-4BFB-8D31-4F59FC71EF43}"/>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55ADA4F0-9DF7-4BAE-AE8E-CABF72CE886D}"/>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FB2CD2E8-EF37-4B33-A146-5748DBA07E90}"/>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267F01D1-F13D-475A-844F-B06889089CA4}"/>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61DD7F6E-AAA3-4AB9-8E57-CA5981FF4254}"/>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3A82F0C5-85D3-448D-899F-F70B932DD998}"/>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E00DCF38-83BD-443A-9082-91FF62E85A90}"/>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031D1D53-F698-4455-B096-3C2D5C09BEF5}"/>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329893267"/>
      </p:ext>
    </p:extLst>
  </p:cSld>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2DCCAD40-4318-44FB-95C8-E45ED64A5A80}"/>
              </a:ext>
            </a:extLst>
          </p:cNvPr>
          <p:cNvPicPr>
            <a:picLocks noChangeAspect="1"/>
          </p:cNvPicPr>
          <p:nvPr/>
        </p:nvPicPr>
        <p:blipFill>
          <a:blip ns3:embed="R970533cbedf24368"/>
          <a:stretch/>
        </p:blipFill>
        <p:spPr>
          <a:xfrm>
            <a:off x="16941800" y="382588"/>
            <a:ext cx="1028700" cy="733425"/>
          </a:xfrm>
          <a:prstGeom prst="rect">
            <a:avLst/>
          </a:prstGeom>
        </p:spPr>
      </p:pic>
      <p:sp>
        <p:nvSpPr>
          <p:cNvPr id="2" name="part_heading">
            <a:extLst>
              <a:ext uri="{FF2B5EF4-FFF2-40B4-BE49-F238E27FC236}">
                <ns2:creationId id="{23FE06E9-7064-41E2-B346-F41A1FD1B08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A6933371-DE57-4474-B5AE-5E92223BC87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D3FED64-BC56-488D-AC61-A0A4A1757DF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65AB0F2B-C1ED-4ED2-860A-C702AACB482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33093B3E-2867-4BF7-AC36-F7020B662B3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AB7B4BFF-FEE7-42B4-B41F-C712AE74C83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5DF01AEE-BED8-476D-893A-6C07D9C66C83}"/>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28CE54F3-E56C-4441-BE4D-6ACF4E2F09A1}"/>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6A0A7716-24EB-4DA6-A5F6-3557A27DF3C5}"/>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8779527D-846B-45B8-9DA9-72C818D43B59}"/>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86D0DA4E-2132-415C-AED5-7F8F51845310}"/>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6AA280BF-6F3F-4486-87F4-C4F060374702}"/>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3DFDB494-00B8-40AF-B657-8F063429020E}"/>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3DE0FE39-8C67-454A-A0A9-9876A9C5C802}"/>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B8D5008E-C68F-45E6-8045-1D7285A355E3}"/>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918683B5-5F58-4F63-820A-7807C96A9588}"/>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C8F63DE9-7A19-4FFA-8A1C-855086E1654B}"/>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F98A9C6E-E71C-42D3-B6D8-38DACDA0314A}"/>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205752282"/>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42C3F01-DD15-4B2D-974E-0832719A5406}"/>
              </a:ext>
            </a:extLst>
          </p:cNvPr>
          <p:cNvPicPr>
            <a:picLocks noChangeAspect="1"/>
          </p:cNvPicPr>
          <p:nvPr/>
        </p:nvPicPr>
        <p:blipFill>
          <a:blip ns3:embed="R93a23bca5c7743cf"/>
          <a:stretch/>
        </p:blipFill>
        <p:spPr>
          <a:xfrm>
            <a:off x="16941800" y="382588"/>
            <a:ext cx="1028700" cy="733425"/>
          </a:xfrm>
          <a:prstGeom prst="rect">
            <a:avLst/>
          </a:prstGeom>
        </p:spPr>
      </p:pic>
      <p:sp>
        <p:nvSpPr>
          <p:cNvPr id="2" name="part_heading">
            <a:extLst>
              <a:ext uri="{FF2B5EF4-FFF2-40B4-BE49-F238E27FC236}">
                <ns2:creationId id="{C50BD272-A942-4A0F-AFCB-32B42D23058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5FA2EBF6-1214-4E78-B1AA-94A000D94D0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7C55E7A-DC6B-4AB4-BF57-085DDE17858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34305C4C-6471-4B6B-8412-E28E1C07503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3F01F608-E41D-4B0A-8D67-DDE05C9E01A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52D8BBC9-980F-4C8A-8ADD-8DF09E212BE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740084F2-BECC-4748-B995-BCC57648DDCC}"/>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3F34AEBE-265A-4F07-9532-AA5DF4692D48}"/>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827C544F-D246-413D-A4BF-34A9DB86095A}"/>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A6A29A83-18F2-493F-BDEA-FBFED779A0DD}"/>
              </a:ext>
            </a:extLst>
          </p:cNvPr>
          <p:cNvPicPr>
            <a:picLocks noChangeAspect="1"/>
          </p:cNvPicPr>
          <p:nvPr/>
        </p:nvPicPr>
        <p:blipFill>
          <a:blip ns3:embed="R6c95c9d6b9e64a33"/>
          <a:stretch/>
        </p:blipFill>
        <p:spPr>
          <a:xfrm>
            <a:off x="4476750" y="5018554"/>
            <a:ext cx="12001500" cy="554691"/>
          </a:xfrm>
          <a:prstGeom prst="rect">
            <a:avLst/>
          </a:prstGeom>
        </p:spPr>
      </p:pic>
      <p:sp>
        <p:nvSpPr>
          <p:cNvPr id="12" name="eq-ethanol-calculation">
            <a:extLst>
              <a:ext uri="{FF2B5EF4-FFF2-40B4-BE49-F238E27FC236}">
                <ns2:creationId id="{06A2B60C-9708-4175-88B6-95E78562C700}"/>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7010D331-55B2-4C6E-B143-0A35034C2D1E}"/>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687D1F20-C634-472C-9110-9866C1EDE3C8}"/>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F1DADF72-8AC4-41B6-8E5D-C3CCD50D0A3F}"/>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9BBD638B-F26C-4C51-8988-C8174043D351}"/>
              </a:ext>
            </a:extLst>
          </p:cNvPr>
          <p:cNvPicPr>
            <a:picLocks noChangeAspect="1"/>
          </p:cNvPicPr>
          <p:nvPr/>
        </p:nvPicPr>
        <p:blipFill>
          <a:blip ns3:embed="R1357ee6f9df24e6a"/>
          <a:stretch/>
        </p:blipFill>
        <p:spPr>
          <a:xfrm>
            <a:off x="4476750" y="7472773"/>
            <a:ext cx="12001500" cy="599254"/>
          </a:xfrm>
          <a:prstGeom prst="rect">
            <a:avLst/>
          </a:prstGeom>
        </p:spPr>
      </p:pic>
      <p:sp>
        <p:nvSpPr>
          <p:cNvPr id="17" name="eq-water-liquid-calculation">
            <a:extLst>
              <a:ext uri="{FF2B5EF4-FFF2-40B4-BE49-F238E27FC236}">
                <ns2:creationId id="{4F36D88F-9F95-4D1A-98B9-82C2023E0DF6}"/>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1234276012"/>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A5B26960-CE47-4AA0-AC98-BAC3F5AA563D}"/>
              </a:ext>
            </a:extLst>
          </p:cNvPr>
          <p:cNvPicPr>
            <a:picLocks noChangeAspect="1"/>
          </p:cNvPicPr>
          <p:nvPr/>
        </p:nvPicPr>
        <p:blipFill>
          <a:blip ns3:embed="Rbbdb199852c84bdc"/>
          <a:stretch/>
        </p:blipFill>
        <p:spPr>
          <a:xfrm>
            <a:off x="16941800" y="382588"/>
            <a:ext cx="1028700" cy="733425"/>
          </a:xfrm>
          <a:prstGeom prst="rect">
            <a:avLst/>
          </a:prstGeom>
        </p:spPr>
      </p:pic>
      <p:sp>
        <p:nvSpPr>
          <p:cNvPr id="2" name="part_heading">
            <a:extLst>
              <a:ext uri="{FF2B5EF4-FFF2-40B4-BE49-F238E27FC236}">
                <ns2:creationId id="{653BB9C4-5A28-4646-9EF3-BE45DBC2A2E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1BFD3984-7AD7-4B2A-96B5-4E372A26113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B499BCA-24A2-4266-9CDE-4E655177CB0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B93AC2D9-333D-40C3-85D9-E16154327F8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191D830A-83E6-488E-B565-734E0955789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1E4063BB-5F6D-4E6D-82CC-3CB0084073F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4B3C572-08AA-4C1E-A518-D86ABB0BC057}"/>
              </a:ext>
            </a:extLst>
          </p:cNvPr>
          <p:cNvPicPr>
            <a:picLocks noChangeAspect="1"/>
          </p:cNvPicPr>
          <p:nvPr/>
        </p:nvPicPr>
        <p:blipFill>
          <a:blip ns3:embed="R6401e08f61284de8"/>
          <a:stretch/>
        </p:blipFill>
        <p:spPr>
          <a:xfrm>
            <a:off x="2190750" y="4766442"/>
            <a:ext cx="13906500" cy="3706865"/>
          </a:xfrm>
          <a:prstGeom prst="rect">
            <a:avLst/>
          </a:prstGeom>
        </p:spPr>
      </p:pic>
      <p:sp>
        <p:nvSpPr>
          <p:cNvPr id="9" name="takeaway-box">
            <a:extLst>
              <a:ext uri="{FF2B5EF4-FFF2-40B4-BE49-F238E27FC236}">
                <ns2:creationId id="{70A335A8-4032-488B-ADF1-39E7860C3141}"/>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0BC8FB34-F28C-4C09-9EE1-5853A5059946}"/>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1018625522"/>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CE2EA680-4533-4691-8A69-465DA27788E7}"/>
              </a:ext>
            </a:extLst>
          </p:cNvPr>
          <p:cNvPicPr>
            <a:picLocks noChangeAspect="1"/>
          </p:cNvPicPr>
          <p:nvPr/>
        </p:nvPicPr>
        <p:blipFill>
          <a:blip ns3:embed="Rb73023a71cc144b4"/>
          <a:stretch/>
        </p:blipFill>
        <p:spPr>
          <a:xfrm>
            <a:off x="16941800" y="382588"/>
            <a:ext cx="1028700" cy="733425"/>
          </a:xfrm>
          <a:prstGeom prst="rect">
            <a:avLst/>
          </a:prstGeom>
        </p:spPr>
      </p:pic>
      <p:sp>
        <p:nvSpPr>
          <p:cNvPr id="2" name="part_heading">
            <a:extLst>
              <a:ext uri="{FF2B5EF4-FFF2-40B4-BE49-F238E27FC236}">
                <ns2:creationId id="{F4E168B3-17EA-4702-87B5-E719BEAB1FB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8361935B-46BC-4EE5-9D42-8C062C7E3AC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AD4BE57-1D1B-4664-BE93-5F58E725725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7863CBB7-C408-45C3-98A7-7D6A089B0B9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B1998828-F341-43BE-BEB9-74A0E02D54A2}"/>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D53750A2-90C9-4330-914D-4A7186F5E271}"/>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B1C56756-8062-4896-98D4-5E3A1AC3AA88}"/>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355E8E79-7EC4-4CE6-B529-F9614835E793}"/>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487BC05C-250F-4C80-9548-1CFE4432AE8E}"/>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4A582A2E-48E6-4348-BF4F-C7058AFD82A9}"/>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0DAC8A7E-73A9-45E2-8D7E-3B594A45DA01}"/>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9E3181AB-7149-45AF-91DC-8406DE5C71DC}"/>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C608B167-B8E9-4E12-B8DB-28913908B62A}"/>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AB87A554-4EEC-454D-A4D0-4D1ED056CE13}"/>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5FB019AB-FDA3-4AA6-875B-F0D4892BA87F}"/>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2F8405B8-6AF0-41BB-9E7E-787836A08147}"/>
              </a:ext>
            </a:extLst>
          </p:cNvPr>
          <p:cNvPicPr>
            <a:picLocks noChangeAspect="1"/>
          </p:cNvPicPr>
          <p:nvPr/>
        </p:nvPicPr>
        <p:blipFill>
          <a:blip ns3:embed="R3d48f6457c024583"/>
          <a:stretch/>
        </p:blipFill>
        <p:spPr>
          <a:xfrm>
            <a:off x="12858750" y="6200795"/>
            <a:ext cx="3905250" cy="2933661"/>
          </a:xfrm>
          <a:prstGeom prst="rect">
            <a:avLst/>
          </a:prstGeom>
        </p:spPr>
      </p:pic>
    </p:spTree>
    <p:extLst>
      <p:ext uri="{BB962C8B-B14F-4D97-AF65-F5344CB8AC3E}">
        <ns4:creationId val="737072061"/>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E437679F-C240-457E-AF26-EA72CC691F1D}"/>
              </a:ext>
            </a:extLst>
          </p:cNvPr>
          <p:cNvPicPr>
            <a:picLocks noChangeAspect="1"/>
          </p:cNvPicPr>
          <p:nvPr/>
        </p:nvPicPr>
        <p:blipFill>
          <a:blip ns3:embed="R6e10ec687cda4161"/>
          <a:stretch/>
        </p:blipFill>
        <p:spPr>
          <a:xfrm>
            <a:off x="16941800" y="382588"/>
            <a:ext cx="1028700" cy="733425"/>
          </a:xfrm>
          <a:prstGeom prst="rect">
            <a:avLst/>
          </a:prstGeom>
        </p:spPr>
      </p:pic>
      <p:sp>
        <p:nvSpPr>
          <p:cNvPr id="2" name="part_heading">
            <a:extLst>
              <a:ext uri="{FF2B5EF4-FFF2-40B4-BE49-F238E27FC236}">
                <ns2:creationId id="{E2175487-223F-4972-AACA-D5479C5CF4D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9E4AF78B-FB76-4C84-800B-E79C06A1BFD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7212345-BA29-471B-9966-8629B232A8A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712A3703-DC19-424D-9CEA-706D4FC6E39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A3D286D5-6778-43ED-985D-0EC8E158FFC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D8B547AE-C30E-4C43-995E-03CDD7E01F9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C9C83353-7A8B-46D1-8935-9209FEC6F5BF}"/>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DF31C66A-DBD7-458C-935F-C7E1C99C3CAA}"/>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연소 엔탈피(kJ/mol)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연소열(kJ/g)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D44C4E1F-83C9-414E-BBAB-14D104C6A412}"/>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A33F819D-0C63-4790-90DF-811D7948FFA3}"/>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7E0FE546-7054-4FFA-B316-B3327DD36106}"/>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C09C2517-84AB-4E0B-90AC-2F23EC8EB891}"/>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60C22A6F-C22E-40C9-A9D5-D4B4772180D9}"/>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21189B49-117C-4C05-B882-6C80295FE42E}"/>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99C31CBB-E79A-4193-8590-355A91AFAC9C}"/>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C3AF8CD9-26C9-41F5-A022-30F271B8C025}"/>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E4EADE55-8212-4817-93A1-EEC47589E035}"/>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778191BD-4F74-4954-9D0A-B29719EBAF52}"/>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DB012426-50E6-4B23-AA2D-CC879F60DDA5}"/>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6B362A9D-2311-4D75-A94D-8A9ED007591A}"/>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184867480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2721AC9D-2CB6-4F52-AE6B-19C22E56E2CE}"/>
              </a:ext>
            </a:extLst>
          </p:cNvPr>
          <p:cNvPicPr>
            <a:picLocks noChangeAspect="1"/>
          </p:cNvPicPr>
          <p:nvPr/>
        </p:nvPicPr>
        <p:blipFill>
          <a:blip ns3:embed="Re72d4562ce644025"/>
          <a:stretch/>
        </p:blipFill>
        <p:spPr>
          <a:xfrm>
            <a:off x="4859" y="0"/>
            <a:ext cx="18278283" cy="10287000"/>
          </a:xfrm>
          <a:prstGeom prst="rect">
            <a:avLst/>
          </a:prstGeom>
        </p:spPr>
      </p:pic>
      <p:sp>
        <p:nvSpPr>
          <p:cNvPr id="2" name="reference_green_fade">
            <a:extLst>
              <a:ext uri="{FF2B5EF4-FFF2-40B4-BE49-F238E27FC236}">
                <ns2:creationId id="{C04291C1-F756-42ED-AA66-892AB4172ADE}"/>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ABDFE537-4175-4B7C-AD88-59D3688F114D}"/>
              </a:ext>
            </a:extLst>
          </p:cNvPr>
          <p:cNvPicPr>
            <a:picLocks noChangeAspect="1"/>
          </p:cNvPicPr>
          <p:nvPr/>
        </p:nvPicPr>
        <p:blipFill>
          <a:blip ns3:embed="R9235576bfca64ea0"/>
          <a:stretch/>
        </p:blipFill>
        <p:spPr>
          <a:xfrm>
            <a:off x="16916400" y="332392"/>
            <a:ext cx="1079500" cy="668717"/>
          </a:xfrm>
          <a:prstGeom prst="rect">
            <a:avLst/>
          </a:prstGeom>
        </p:spPr>
      </p:pic>
      <p:sp>
        <p:nvSpPr>
          <p:cNvPr id="4" name="copyright">
            <a:extLst>
              <a:ext uri="{FF2B5EF4-FFF2-40B4-BE49-F238E27FC236}">
                <ns2:creationId id="{0E230631-D2C7-45CD-98C2-AD1A2F0175A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E04A34D3-0AEE-4C17-B453-D6020CA44903}"/>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4</a:t>
            </a:r>
          </a:p>
        </p:txBody>
      </p:sp>
      <p:sp>
        <p:nvSpPr>
          <p:cNvPr id="6" name="title">
            <a:extLst>
              <a:ext uri="{FF2B5EF4-FFF2-40B4-BE49-F238E27FC236}">
                <ns2:creationId id="{D5563164-9471-4EDB-8555-57E4413768D8}"/>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E42C9D80-8FE5-4D9A-9855-A51B55D199A0}"/>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1265332508"/>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241C0C3-46EB-4F27-8171-FA3E1E3B3020}"/>
              </a:ext>
            </a:extLst>
          </p:cNvPr>
          <p:cNvPicPr>
            <a:picLocks noChangeAspect="1"/>
          </p:cNvPicPr>
          <p:nvPr/>
        </p:nvPicPr>
        <p:blipFill>
          <a:blip ns3:embed="R0e07634801764f31"/>
          <a:stretch/>
        </p:blipFill>
        <p:spPr>
          <a:xfrm>
            <a:off x="16941800" y="382588"/>
            <a:ext cx="1028700" cy="733425"/>
          </a:xfrm>
          <a:prstGeom prst="rect">
            <a:avLst/>
          </a:prstGeom>
        </p:spPr>
      </p:pic>
      <p:sp>
        <p:nvSpPr>
          <p:cNvPr id="2" name="part_heading">
            <a:extLst>
              <a:ext uri="{FF2B5EF4-FFF2-40B4-BE49-F238E27FC236}">
                <ns2:creationId id="{E3348A2F-D6A8-4C84-811E-CE938209499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B8FEB2E3-8209-41A4-93B4-70F7104CEC9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3E5A8D5-2E9C-4C12-B696-FCA13A1D1F3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00DF502F-50BA-482D-A7E1-60179287709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58250487-57B8-43C2-949A-0C1443CB6BA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6BFA089D-8784-4904-8A00-490605969A7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919C7E9-0F21-4A7D-A733-B013380DF112}"/>
              </a:ext>
            </a:extLst>
          </p:cNvPr>
          <p:cNvPicPr>
            <a:picLocks noChangeAspect="1"/>
          </p:cNvPicPr>
          <p:nvPr/>
        </p:nvPicPr>
        <p:blipFill>
          <a:blip ns3:embed="Ra4d1e706af554896"/>
          <a:stretch/>
        </p:blipFill>
        <p:spPr>
          <a:xfrm>
            <a:off x="2807847" y="4667250"/>
            <a:ext cx="5147556" cy="3857625"/>
          </a:xfrm>
          <a:prstGeom prst="rect">
            <a:avLst/>
          </a:prstGeom>
        </p:spPr>
      </p:pic>
      <p:sp>
        <p:nvSpPr>
          <p:cNvPr id="9" name="bond-explanation-panel">
            <a:extLst>
              <a:ext uri="{FF2B5EF4-FFF2-40B4-BE49-F238E27FC236}">
                <ns2:creationId id="{D1BBBE07-F9EB-49F2-B19D-F25B8954585F}"/>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64DC70B2-37FF-48F1-B6EE-23675C6A5C4C}"/>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FC6C07E7-2B0B-4406-B213-A1056D3D88D3}"/>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1FD0002E-B20B-44FD-BE10-B8F04290ADBC}"/>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DD305E14-1150-49CA-BE6A-667945346D95}"/>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9864B459-703F-4FBA-81E0-6F630178F6D8}"/>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DEA781BD-FA46-41B9-8260-40C845AF2445}"/>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8DD96E35-16A8-480A-8136-D23D5330C303}"/>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39342BEC-6843-4A7A-AFE7-4BCB749AA9E5}"/>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353561579"/>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60AAA4C2-3EE3-4FA2-A723-FA6ED5D5B92F}"/>
              </a:ext>
            </a:extLst>
          </p:cNvPr>
          <p:cNvPicPr>
            <a:picLocks noChangeAspect="1"/>
          </p:cNvPicPr>
          <p:nvPr/>
        </p:nvPicPr>
        <p:blipFill>
          <a:blip ns3:embed="R05419b06d23d42a3"/>
          <a:stretch/>
        </p:blipFill>
        <p:spPr>
          <a:xfrm>
            <a:off x="16941800" y="382588"/>
            <a:ext cx="1028700" cy="733425"/>
          </a:xfrm>
          <a:prstGeom prst="rect">
            <a:avLst/>
          </a:prstGeom>
        </p:spPr>
      </p:pic>
      <p:sp>
        <p:nvSpPr>
          <p:cNvPr id="2" name="part_heading">
            <a:extLst>
              <a:ext uri="{FF2B5EF4-FFF2-40B4-BE49-F238E27FC236}">
                <ns2:creationId id="{9944DC53-C12A-48C5-8CDB-2A4515974D8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FB591FBA-2CDE-4E3A-8B4E-8EFE7C7817B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1A57395-249B-402F-98F9-8804FEB822B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E208F1F1-3D6E-47A1-BEA3-5A49CD2E37B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E11F5ACA-A5A1-48D1-897E-3BB360675FE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86012857-411E-4566-A4F8-5B587DF9F14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C7E5FB0-E6FF-4DD5-BB74-126852F1E81D}"/>
              </a:ext>
            </a:extLst>
          </p:cNvPr>
          <p:cNvPicPr>
            <a:picLocks noChangeAspect="1"/>
          </p:cNvPicPr>
          <p:nvPr/>
        </p:nvPicPr>
        <p:blipFill>
          <a:blip ns3:embed="Ra2f467324d684aa8"/>
          <a:stretch/>
        </p:blipFill>
        <p:spPr>
          <a:xfrm>
            <a:off x="2804805" y="4667250"/>
            <a:ext cx="5153641" cy="3857625"/>
          </a:xfrm>
          <a:prstGeom prst="rect">
            <a:avLst/>
          </a:prstGeom>
        </p:spPr>
      </p:pic>
      <p:sp>
        <p:nvSpPr>
          <p:cNvPr id="9" name="bond-explanation-panel">
            <a:extLst>
              <a:ext uri="{FF2B5EF4-FFF2-40B4-BE49-F238E27FC236}">
                <ns2:creationId id="{FECB0E22-9ECC-49F9-AC1E-D713D55EDDD1}"/>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BE98DC39-9E5E-4C67-925F-2A4135F74273}"/>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09B9F62D-3142-4700-98F5-BF7361391A42}"/>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F34F4E76-66DA-4BFE-B1C0-D40E7FBC76FF}"/>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F2386F88-E45E-4916-8F83-BF83ADC509BB}"/>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9F8CE1B6-6540-4A6E-AD66-A7C79FB505A3}"/>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9A925F17-5CD3-4646-AAED-D8DF99468B9E}"/>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62B0C724-588C-4B33-9557-D2191B7B0D06}"/>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127ACE86-C635-45CF-A5F3-3ABCE4803D49}"/>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917094354"/>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47E46A19-9541-457B-875A-2A4863AA82F1}"/>
              </a:ext>
            </a:extLst>
          </p:cNvPr>
          <p:cNvPicPr>
            <a:picLocks noChangeAspect="1"/>
          </p:cNvPicPr>
          <p:nvPr/>
        </p:nvPicPr>
        <p:blipFill>
          <a:blip ns3:embed="R3a1521386cbd4d5d"/>
          <a:stretch/>
        </p:blipFill>
        <p:spPr>
          <a:xfrm>
            <a:off x="16941800" y="382588"/>
            <a:ext cx="1028700" cy="733425"/>
          </a:xfrm>
          <a:prstGeom prst="rect">
            <a:avLst/>
          </a:prstGeom>
        </p:spPr>
      </p:pic>
      <p:sp>
        <p:nvSpPr>
          <p:cNvPr id="2" name="part_heading">
            <a:extLst>
              <a:ext uri="{FF2B5EF4-FFF2-40B4-BE49-F238E27FC236}">
                <ns2:creationId id="{4CA28EFC-E74D-4DF0-8963-D699EF5B8AC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B0E65F21-15A5-4ECF-8C6F-8FD2F2357DF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E70A032-2230-4029-B7CC-A59BBB55751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946AB433-DEEA-4C3D-A229-3E5EB970B2D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7D59D782-1016-41F1-8146-DB7FD02EAEC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04682344-35CD-4788-9A01-021BEC590A4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027A996-0AFA-45A9-89BD-E4E22BE4D0F1}"/>
              </a:ext>
            </a:extLst>
          </p:cNvPr>
          <p:cNvPicPr>
            <a:picLocks noChangeAspect="1"/>
          </p:cNvPicPr>
          <p:nvPr/>
        </p:nvPicPr>
        <p:blipFill>
          <a:blip ns3:embed="Rbbb45d6582ff4146"/>
          <a:stretch/>
        </p:blipFill>
        <p:spPr>
          <a:xfrm>
            <a:off x="1578835" y="4476750"/>
            <a:ext cx="9986830" cy="5334000"/>
          </a:xfrm>
          <a:prstGeom prst="rect">
            <a:avLst/>
          </a:prstGeom>
        </p:spPr>
      </p:pic>
      <p:sp>
        <p:nvSpPr>
          <p:cNvPr id="9" name="reading-card-1">
            <a:extLst>
              <a:ext uri="{FF2B5EF4-FFF2-40B4-BE49-F238E27FC236}">
                <ns2:creationId id="{79D8F4F5-3CBD-4F8D-8418-01CF75119E57}"/>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9D424203-F375-442A-8183-D7C5DC130FB0}"/>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A17A66B2-28A9-43A4-9DC2-BC21E859CF3D}"/>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607BFB1F-69AD-46DD-8020-ED1080B6D849}"/>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6E856238-1848-4414-AF37-BE29A5B93F91}"/>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35A5AF8A-D78A-44ED-9007-1313AE8D13FB}"/>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28A37939-B6D2-4E6A-A830-8E19A3E79E48}"/>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FC3700F7-08EF-4CD9-8A5B-30B546723C59}"/>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F5157833-51B1-4604-8B64-F84A2F7F2CE4}"/>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6C829725-3944-456E-9A72-A82496B0517E}"/>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BAB70A30-0872-47A0-A96A-983058A24CB5}"/>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BD1AAE4B-2B24-43A4-9CF0-F51A9DEB445F}"/>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EE7DE681-6EBF-4711-B653-6EF5C56C9124}"/>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46F5C89E-8EC1-4A87-8539-733796AD2D3C}"/>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FA8CF77C-D37B-4CCD-95D1-9DA045264B14}"/>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1048762168"/>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905C0784-6D2A-492C-98C7-870F4ED00109}"/>
              </a:ext>
            </a:extLst>
          </p:cNvPr>
          <p:cNvPicPr>
            <a:picLocks noChangeAspect="1"/>
          </p:cNvPicPr>
          <p:nvPr/>
        </p:nvPicPr>
        <p:blipFill>
          <a:blip ns3:embed="Rda1cb3b26d3e4f60"/>
          <a:stretch/>
        </p:blipFill>
        <p:spPr>
          <a:xfrm>
            <a:off x="16941800" y="382588"/>
            <a:ext cx="1028700" cy="733425"/>
          </a:xfrm>
          <a:prstGeom prst="rect">
            <a:avLst/>
          </a:prstGeom>
        </p:spPr>
      </p:pic>
      <p:sp>
        <p:nvSpPr>
          <p:cNvPr id="2" name="part_heading">
            <a:extLst>
              <a:ext uri="{FF2B5EF4-FFF2-40B4-BE49-F238E27FC236}">
                <ns2:creationId id="{675E5B6C-B4BA-4E51-8552-852CA994E19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D1D2E9AF-16DF-48DF-A70E-CC886EB9A8E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C97F860-F596-4873-935A-F678507B1A7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91183DD5-4BE3-4A4C-AB7C-48158CAB53B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8A773285-78D7-48A0-A00F-363CC243DDD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A9553565-0F98-43E8-A125-110FAB22BDD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C9D7037-78D6-4BF2-B69B-B33229DA6C61}"/>
              </a:ext>
            </a:extLst>
          </p:cNvPr>
          <p:cNvPicPr>
            <a:picLocks noChangeAspect="1"/>
          </p:cNvPicPr>
          <p:nvPr/>
        </p:nvPicPr>
        <p:blipFill>
          <a:blip ns3:embed="R5a2f07c7d6a5468e"/>
          <a:stretch/>
        </p:blipFill>
        <p:spPr>
          <a:xfrm>
            <a:off x="5869781" y="4191000"/>
            <a:ext cx="6548438" cy="714375"/>
          </a:xfrm>
          <a:prstGeom prst="rect">
            <a:avLst/>
          </a:prstGeom>
        </p:spPr>
      </p:pic>
      <p:pic>
        <p:nvPicPr>
          <p:cNvPr id="9" name="">
            <a:extLst>
              <a:ext uri="{FF2B5EF4-FFF2-40B4-BE49-F238E27FC236}">
                <ns2:creationId id="{1BEA96F8-BD07-40E1-AB18-3DE1E16C42BA}"/>
              </a:ext>
            </a:extLst>
          </p:cNvPr>
          <p:cNvPicPr>
            <a:picLocks noChangeAspect="1"/>
          </p:cNvPicPr>
          <p:nvPr/>
        </p:nvPicPr>
        <p:blipFill>
          <a:blip ns3:embed="R1dddbc61bc0e4e8f"/>
          <a:stretch/>
        </p:blipFill>
        <p:spPr>
          <a:xfrm>
            <a:off x="3437359" y="5143500"/>
            <a:ext cx="11413282" cy="3190875"/>
          </a:xfrm>
          <a:prstGeom prst="rect">
            <a:avLst/>
          </a:prstGeom>
        </p:spPr>
      </p:pic>
      <p:sp>
        <p:nvSpPr>
          <p:cNvPr id="10" name="conclusion-box">
            <a:extLst>
              <a:ext uri="{FF2B5EF4-FFF2-40B4-BE49-F238E27FC236}">
                <ns2:creationId id="{D0213854-C234-4C2B-84F0-9B611BF5F9E1}"/>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714FC9B7-3121-4BD0-A62F-2DCA1F31F1E1}"/>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807869106"/>
      </p:ext>
    </p:extLst>
  </p:cSld>
</p:sld>
</file>

<file path=ppt/slides/slide3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F8562BCA-5E85-4E72-A5B3-BF3874B4C7D1}"/>
              </a:ext>
            </a:extLst>
          </p:cNvPr>
          <p:cNvPicPr>
            <a:picLocks noChangeAspect="1"/>
          </p:cNvPicPr>
          <p:nvPr/>
        </p:nvPicPr>
        <p:blipFill>
          <a:blip ns3:embed="R610869771e89488c"/>
          <a:stretch/>
        </p:blipFill>
        <p:spPr>
          <a:xfrm>
            <a:off x="16941800" y="382588"/>
            <a:ext cx="1028700" cy="733425"/>
          </a:xfrm>
          <a:prstGeom prst="rect">
            <a:avLst/>
          </a:prstGeom>
        </p:spPr>
      </p:pic>
      <p:sp>
        <p:nvSpPr>
          <p:cNvPr id="2" name="part_heading">
            <a:extLst>
              <a:ext uri="{FF2B5EF4-FFF2-40B4-BE49-F238E27FC236}">
                <ns2:creationId id="{D864F3EE-5857-4C3F-A3F9-D664FD4E3EE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72CC3EA0-0F17-4C05-84A8-4529CADF95B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3150360-EEAC-4F1D-829C-071906B5C7E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6795E811-CA0D-4BB6-B5DE-65F901D120D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97E5C579-2E71-49BC-A59C-63C71AB5435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262204D6-18AB-4C14-9312-0063AC3EC6F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0D023116-399E-4185-B9DC-3E2CEC679FA2}"/>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6D7E2DE3-D8CA-47D4-8A0F-44A970CFA334}"/>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3410FBA1-CE36-4CB5-B7A8-18AB05E893BC}"/>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E8BA3B1B-98AE-4CE8-B79D-6CA434484302}"/>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283BDF6E-6E9A-4FCE-BC64-78C7F2139E60}"/>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A5FD265D-40CE-45D6-9ACC-E6841DD737D5}"/>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EEB1AA1F-F8C2-47D9-B3D9-7CFD9BB4A09C}"/>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FB6507E4-379B-43A7-B10C-B6221BEC8AF3}"/>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F06D78A1-D309-48CF-ABC3-2D7A2E69DD7F}"/>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8B03265D-6512-4EFE-99E8-E6A86D839455}"/>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D67D5B3C-3B64-4F13-96E9-F20AABB35EB3}"/>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1214675208"/>
      </p:ext>
    </p:extLst>
  </p:cSld>
</p:sld>
</file>

<file path=ppt/slides/slide3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27E4FE60-60DD-4B42-B0A2-E09AFAC566F1}"/>
              </a:ext>
            </a:extLst>
          </p:cNvPr>
          <p:cNvPicPr>
            <a:picLocks noChangeAspect="1"/>
          </p:cNvPicPr>
          <p:nvPr/>
        </p:nvPicPr>
        <p:blipFill>
          <a:blip ns3:embed="R8a9ef3d459cc40ea"/>
          <a:stretch/>
        </p:blipFill>
        <p:spPr>
          <a:xfrm>
            <a:off x="16941800" y="382588"/>
            <a:ext cx="1028700" cy="733425"/>
          </a:xfrm>
          <a:prstGeom prst="rect">
            <a:avLst/>
          </a:prstGeom>
        </p:spPr>
      </p:pic>
      <p:sp>
        <p:nvSpPr>
          <p:cNvPr id="2" name="part_heading">
            <a:extLst>
              <a:ext uri="{FF2B5EF4-FFF2-40B4-BE49-F238E27FC236}">
                <ns2:creationId id="{30964BB4-B530-4D3C-B6F6-27E1DA6760D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30AD19A8-04A6-4DCC-8532-2264B842237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9C2ABC3-09B4-4FCF-8307-333E7D0D50B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140F9F1C-7F06-4885-BC06-8C2B9C8FA23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C9C7E072-2F35-42ED-9528-3F49BE4924E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7BD30A7C-C6E6-4318-A80F-E694EE1F8AD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899D09A-E06C-4F6B-ABA4-046B0D32C9ED}"/>
              </a:ext>
            </a:extLst>
          </p:cNvPr>
          <p:cNvPicPr>
            <a:picLocks noChangeAspect="1"/>
          </p:cNvPicPr>
          <p:nvPr/>
        </p:nvPicPr>
        <p:blipFill>
          <a:blip ns3:embed="Rc4de3925e0814774"/>
          <a:stretch/>
        </p:blipFill>
        <p:spPr>
          <a:xfrm>
            <a:off x="2136321" y="4676775"/>
            <a:ext cx="14015357" cy="714375"/>
          </a:xfrm>
          <a:prstGeom prst="rect">
            <a:avLst/>
          </a:prstGeom>
        </p:spPr>
      </p:pic>
      <p:sp>
        <p:nvSpPr>
          <p:cNvPr id="9" name="step-strip-0">
            <a:extLst>
              <a:ext uri="{FF2B5EF4-FFF2-40B4-BE49-F238E27FC236}">
                <ns2:creationId id="{F40B70FD-D881-490D-A695-BF75E57E9B0D}"/>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BA5F6894-F69C-4B6D-87D7-5D9001C13426}"/>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D4F66026-6B52-473C-A06B-908510E981B7}"/>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CFDF0251-7862-48B4-9868-6DF779026AD4}"/>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5887DB92-695A-4D1C-87AB-24E5A31872D0}"/>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2D466FEA-028E-4248-8E6C-BAA86C8AFC29}"/>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AA92A6C8-CEE2-4B2D-A0F7-34D6D4FCF5D8}"/>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30D3B94A-DB4A-458E-9856-33426DD83D69}"/>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35FD5E69-877A-4943-9EF4-D7490E97CD51}"/>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153E38F1-A276-4658-8CD7-EB7E0F42B318}"/>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8625ED3A-4AE3-4C42-AB52-0C386CA18ED8}"/>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BA758830-E5DF-4BDD-B292-4B2439536681}"/>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81166A17-7942-47FF-B910-AB4F8A4B2C88}"/>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B303BCF3-C070-4E51-A845-4CB54885D2FA}"/>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85D91387-2B6C-4AD6-985C-079C8A1A6270}"/>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150454964"/>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908C4A28-E8E9-4922-B1EF-450EA7E08F19}"/>
              </a:ext>
            </a:extLst>
          </p:cNvPr>
          <p:cNvPicPr>
            <a:picLocks noChangeAspect="1"/>
          </p:cNvPicPr>
          <p:nvPr/>
        </p:nvPicPr>
        <p:blipFill>
          <a:blip ns3:embed="R9e8b268458084a73"/>
          <a:stretch/>
        </p:blipFill>
        <p:spPr>
          <a:xfrm>
            <a:off x="16941800" y="382588"/>
            <a:ext cx="1028700" cy="733425"/>
          </a:xfrm>
          <a:prstGeom prst="rect">
            <a:avLst/>
          </a:prstGeom>
        </p:spPr>
      </p:pic>
      <p:sp>
        <p:nvSpPr>
          <p:cNvPr id="2" name="part_heading">
            <a:extLst>
              <a:ext uri="{FF2B5EF4-FFF2-40B4-BE49-F238E27FC236}">
                <ns2:creationId id="{6698B3C6-CFA1-45AA-9D8C-89688022C07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431F5764-C063-47E5-A333-5493A03BBD8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29A23C1-FB32-44F7-8E2B-8B5E4D7D06F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21C43518-1729-4900-92B1-46FF585D44E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9582E09A-79F6-4609-AC27-4C0468AC547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36F844B9-513D-447C-81AB-819D3076B87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A4B61213-104F-4988-9228-B62D886E9B1D}"/>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F9075E61-D8AE-4565-931C-31A428F39D16}"/>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6D1C5575-9F97-4222-B6BF-804067FA8EF8}"/>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7C1FD0B0-743E-4971-84A0-8495EF676076}"/>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C6C5F0FA-A164-4932-8E85-4B9584B505D4}"/>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1B1974AF-B538-4244-BF0F-3504797C8E1A}"/>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2AE1A70D-F074-460B-B29D-434439D27CE5}"/>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2BF6C9F0-A470-4A57-94F3-85B649601417}"/>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62CFBB63-16DE-4A1D-9CFF-15F8AF399806}"/>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F6A5F917-7A2B-4D4C-A74C-7209F1E181D8}"/>
              </a:ext>
            </a:extLst>
          </p:cNvPr>
          <p:cNvPicPr>
            <a:picLocks noChangeAspect="1"/>
          </p:cNvPicPr>
          <p:nvPr/>
        </p:nvPicPr>
        <p:blipFill>
          <a:blip ns3:embed="R729ab398a7644be6"/>
          <a:stretch/>
        </p:blipFill>
        <p:spPr>
          <a:xfrm>
            <a:off x="1895084" y="8096250"/>
            <a:ext cx="14497833" cy="723900"/>
          </a:xfrm>
          <a:prstGeom prst="rect">
            <a:avLst/>
          </a:prstGeom>
        </p:spPr>
      </p:pic>
    </p:spTree>
    <p:extLst>
      <p:ext uri="{BB962C8B-B14F-4D97-AF65-F5344CB8AC3E}">
        <ns4:creationId val="85013991"/>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F5D15A21-71D8-49F9-AEFB-F8F61164C78B}"/>
              </a:ext>
            </a:extLst>
          </p:cNvPr>
          <p:cNvPicPr>
            <a:picLocks noChangeAspect="1"/>
          </p:cNvPicPr>
          <p:nvPr/>
        </p:nvPicPr>
        <p:blipFill>
          <a:blip ns3:embed="R537693008c284926"/>
          <a:stretch/>
        </p:blipFill>
        <p:spPr>
          <a:xfrm>
            <a:off x="16941800" y="382588"/>
            <a:ext cx="1028700" cy="733425"/>
          </a:xfrm>
          <a:prstGeom prst="rect">
            <a:avLst/>
          </a:prstGeom>
        </p:spPr>
      </p:pic>
      <p:sp>
        <p:nvSpPr>
          <p:cNvPr id="2" name="part_heading">
            <a:extLst>
              <a:ext uri="{FF2B5EF4-FFF2-40B4-BE49-F238E27FC236}">
                <ns2:creationId id="{E1D7C215-DC0C-4661-AD82-EC60930DE71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5976A982-48F6-41D9-B516-368773E890C7}"/>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B415F919-22CE-4D8C-BD79-C249EC7AC21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반응을 비교한다</a:t>
            </a:r>
          </a:p>
        </p:txBody>
      </p:sp>
      <p:sp>
        <p:nvSpPr>
          <p:cNvPr id="5" name="explanation">
            <a:extLst>
              <a:ext uri="{FF2B5EF4-FFF2-40B4-BE49-F238E27FC236}">
                <ns2:creationId id="{72F37040-47E8-4725-BCEA-C0EA2D55F50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열의 이동 방향과 반응계의 엔탈피 변화를 함께 확인한다</a:t>
            </a:r>
          </a:p>
        </p:txBody>
      </p:sp>
      <p:sp>
        <p:nvSpPr>
          <p:cNvPr id="6" name="copyright">
            <a:extLst>
              <a:ext uri="{FF2B5EF4-FFF2-40B4-BE49-F238E27FC236}">
                <ns2:creationId id="{DF4D05EE-E3D1-4E2B-8223-3A768EC4334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5E513419-882B-4737-8686-B76CE9D818FC}"/>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8" name="">
            <a:extLst>
              <a:ext uri="{FF2B5EF4-FFF2-40B4-BE49-F238E27FC236}">
                <ns2:creationId id="{0026490E-B9F5-461D-BC76-3ACB9481F138}"/>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반응계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반응계</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반응계의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엔탈피의 크기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5D8F5121-AFDE-49CC-A07F-C702D4CB1089}"/>
              </a:ext>
            </a:extLst>
          </p:cNvPr>
          <p:cNvSpPr>
            <a:spLocks noGrp="1"/>
          </p:cNvSpPr>
          <p:nvPr/>
        </p:nvSpPr>
        <p:spPr>
          <a:xfrm>
            <a:off x="1905000" y="5286375"/>
            <a:ext cx="14478000" cy="14288"/>
          </a:xfrm>
          <a:prstGeom prst="rect">
            <a:avLst/>
          </a:prstGeom>
          <a:solidFill>
            <a:srgbClr val="777777"/>
          </a:solidFill>
          <a:ln w="0">
            <a:noFill/>
          </a:ln>
        </p:spPr>
      </p:sp>
      <p:sp>
        <p:nvSpPr>
          <p:cNvPr id="10" name="table-row-rule-2">
            <a:extLst>
              <a:ext uri="{FF2B5EF4-FFF2-40B4-BE49-F238E27FC236}">
                <ns2:creationId id="{5A33E711-4701-43F4-B777-0A9F5CE24D19}"/>
              </a:ext>
            </a:extLst>
          </p:cNvPr>
          <p:cNvSpPr>
            <a:spLocks noGrp="1"/>
          </p:cNvSpPr>
          <p:nvPr/>
        </p:nvSpPr>
        <p:spPr>
          <a:xfrm>
            <a:off x="1905000" y="6048375"/>
            <a:ext cx="14478000" cy="14288"/>
          </a:xfrm>
          <a:prstGeom prst="rect">
            <a:avLst/>
          </a:prstGeom>
          <a:solidFill>
            <a:srgbClr val="777777"/>
          </a:solidFill>
          <a:ln w="0">
            <a:noFill/>
          </a:ln>
        </p:spPr>
      </p:sp>
      <p:sp>
        <p:nvSpPr>
          <p:cNvPr id="11" name="table-row-rule-3">
            <a:extLst>
              <a:ext uri="{FF2B5EF4-FFF2-40B4-BE49-F238E27FC236}">
                <ns2:creationId id="{A53211F7-A2A9-4F1A-A26B-D4DB86F4EF44}"/>
              </a:ext>
            </a:extLst>
          </p:cNvPr>
          <p:cNvSpPr>
            <a:spLocks noGrp="1"/>
          </p:cNvSpPr>
          <p:nvPr/>
        </p:nvSpPr>
        <p:spPr>
          <a:xfrm>
            <a:off x="1905000" y="6810375"/>
            <a:ext cx="14478000" cy="14288"/>
          </a:xfrm>
          <a:prstGeom prst="rect">
            <a:avLst/>
          </a:prstGeom>
          <a:solidFill>
            <a:srgbClr val="777777"/>
          </a:solidFill>
          <a:ln w="0">
            <a:noFill/>
          </a:ln>
        </p:spPr>
      </p:sp>
      <p:sp>
        <p:nvSpPr>
          <p:cNvPr id="12" name="table-row-rule-4">
            <a:extLst>
              <a:ext uri="{FF2B5EF4-FFF2-40B4-BE49-F238E27FC236}">
                <ns2:creationId id="{C2FA13ED-9147-4911-B60C-043E4BD091E1}"/>
              </a:ext>
            </a:extLst>
          </p:cNvPr>
          <p:cNvSpPr>
            <a:spLocks noGrp="1"/>
          </p:cNvSpPr>
          <p:nvPr/>
        </p:nvSpPr>
        <p:spPr>
          <a:xfrm>
            <a:off x="1905000" y="7572375"/>
            <a:ext cx="14478000" cy="14288"/>
          </a:xfrm>
          <a:prstGeom prst="rect">
            <a:avLst/>
          </a:prstGeom>
          <a:solidFill>
            <a:srgbClr val="777777"/>
          </a:solidFill>
          <a:ln w="0">
            <a:noFill/>
          </a:ln>
        </p:spPr>
      </p:sp>
      <p:sp>
        <p:nvSpPr>
          <p:cNvPr id="13" name="table-rounded-corner-0">
            <a:extLst>
              <a:ext uri="{FF2B5EF4-FFF2-40B4-BE49-F238E27FC236}">
                <ns2:creationId id="{733A8653-5E14-4CA4-B1B7-D81D569ED665}"/>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EFE5C30A-0D93-4E99-A271-D5781CF9CC97}"/>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0D34C7B0-7C20-441D-97BD-2D15BE174332}"/>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ABBDA53F-0E79-4CF6-A1D0-C29247CF0C95}"/>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recap-other-relations">
            <a:extLst>
              <a:ext uri="{FF2B5EF4-FFF2-40B4-BE49-F238E27FC236}">
                <ns2:creationId id="{FE173FB8-E78A-4F8D-98A7-3F80CC59156D}"/>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8" name="summary-bond-bar">
            <a:extLst>
              <a:ext uri="{FF2B5EF4-FFF2-40B4-BE49-F238E27FC236}">
                <ns2:creationId id="{5B4763AA-BBCF-4F1B-838B-5D0C93C8EA74}"/>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9" name="summary-bond-equation">
            <a:extLst>
              <a:ext uri="{FF2B5EF4-FFF2-40B4-BE49-F238E27FC236}">
                <ns2:creationId id="{83BFF35A-BFBC-4E94-AD89-A6745B7BD221}"/>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779122885"/>
      </p:ext>
    </p:extLst>
  </p:cSld>
</p:sld>
</file>

<file path=ppt/slides/slide3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3BC4C4ED-5E3E-4DE3-A67B-6FEB65E2B11B}"/>
              </a:ext>
            </a:extLst>
          </p:cNvPr>
          <p:cNvPicPr>
            <a:picLocks noChangeAspect="1"/>
          </p:cNvPicPr>
          <p:nvPr/>
        </p:nvPicPr>
        <p:blipFill>
          <a:blip ns3:embed="R034e6ad886f44f4f"/>
          <a:stretch/>
        </p:blipFill>
        <p:spPr>
          <a:xfrm>
            <a:off x="16941800" y="382588"/>
            <a:ext cx="1028700" cy="733425"/>
          </a:xfrm>
          <a:prstGeom prst="rect">
            <a:avLst/>
          </a:prstGeom>
        </p:spPr>
      </p:pic>
      <p:sp>
        <p:nvSpPr>
          <p:cNvPr id="2" name="part_heading">
            <a:extLst>
              <a:ext uri="{FF2B5EF4-FFF2-40B4-BE49-F238E27FC236}">
                <ns2:creationId id="{0DAD9D8C-0360-4D77-904F-58B81BB5537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12D6DBAB-81F9-4859-8CBC-DAF5B5E5DF95}"/>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EEAA4186-B0A3-41EA-BCF5-635344DF0F3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030B722D-1D4E-475E-B947-C66C7489675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5D745DAE-B5E3-4B2A-8093-39D1CCE0191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122A12F0-0AC4-4BD5-B0FE-4481A25CD19F}"/>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45D19B5D-99C9-478B-BF7F-6A6A0BF637F5}"/>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49EC40AF-5767-40B7-A12E-01C23DAF14B0}"/>
              </a:ext>
            </a:extLst>
          </p:cNvPr>
          <p:cNvPicPr>
            <a:picLocks noChangeAspect="1"/>
          </p:cNvPicPr>
          <p:nvPr/>
        </p:nvPicPr>
        <p:blipFill>
          <a:blip ns3:embed="R61c99f215080421b"/>
          <a:stretch/>
        </p:blipFill>
        <p:spPr>
          <a:xfrm>
            <a:off x="1809750" y="6081617"/>
            <a:ext cx="4095750" cy="3076766"/>
          </a:xfrm>
          <a:prstGeom prst="rect">
            <a:avLst/>
          </a:prstGeom>
        </p:spPr>
      </p:pic>
      <p:sp>
        <p:nvSpPr>
          <p:cNvPr id="10" name="recap-card-1">
            <a:extLst>
              <a:ext uri="{FF2B5EF4-FFF2-40B4-BE49-F238E27FC236}">
                <ns2:creationId id="{2971E0AC-BB24-4711-8FC6-332619112543}"/>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40506175-C596-473A-97F9-62AAF3E27FB2}"/>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1275AEE8-3DC7-4A99-B610-A31FE944FEC7}"/>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9C0B2CB5-5AD2-464F-98E4-5FE86B7F8363}"/>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B6762866-9B57-40CB-93B3-5F95FD315C4B}"/>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2266D805-12F2-4D2A-9AA9-BD6A9FB554A1}"/>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A21034DA-3C32-47FE-80D0-CA02614E65EA}"/>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6EF2B846-CAA3-4BAA-8636-39FE7F3DEC58}"/>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2EEC3FDB-C0B7-4884-BF7F-ECE2CF1E8F86}"/>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DD9CAA1F-5CC0-43D2-862E-7AFD351887D6}"/>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4E1071DD-24F9-4ED9-B7CC-4BC38EB68D2A}"/>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B1A65397-1E15-4543-BB56-568DF538B932}"/>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35FB5CF3-9081-4E36-917F-D98D93A65B48}"/>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A66AD877-ED97-4B7D-A619-CF62CFFDACCA}"/>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58615477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2026-10-19T23:55:09.1820000Z</dcterms:created>
  <dcterms:modified xsi:type="dcterms:W3CDTF">2026-10-19T23:55:09.1820000Z</dcterms:modified>
</coreProperties>
</file>