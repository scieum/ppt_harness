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063b029fb34208" /><Relationship Type="http://schemas.openxmlformats.org/officeDocument/2006/relationships/extended-properties" Target="/docProps/app.xml" Id="R4158fd9acac942cf" /><Relationship Type="http://schemas.openxmlformats.org/officeDocument/2006/relationships/officeDocument" Target="/ppt/presentation.xml" Id="R3da84ea002534405" /></Relationships>
</file>

<file path=ppt/presentation.xml><?xml version="1.0" encoding="utf-8"?>
<p:presentation xmlns:p="http://schemas.openxmlformats.org/presentationml/2006/main">
  <p:sldMasterIdLst>
    <p:sldMasterId xmlns:r="http://schemas.openxmlformats.org/officeDocument/2006/relationships" id="2147483648" r:id="Recf48c9ff0384c24"/>
  </p:sldMasterIdLst>
  <p:notesMasterIdLst>
    <p:notesMasterId xmlns:r="http://schemas.openxmlformats.org/officeDocument/2006/relationships" r:id="Re0e81bcc3e6c41d8"/>
  </p:notesMasterIdLst>
  <p:sldIdLst>
    <p:sldId xmlns:r="http://schemas.openxmlformats.org/officeDocument/2006/relationships" id="256" r:id="Re64c70c4f5144169"/>
    <p:sldId xmlns:r="http://schemas.openxmlformats.org/officeDocument/2006/relationships" id="257" r:id="Ra0698f88fbe84919"/>
    <p:sldId xmlns:r="http://schemas.openxmlformats.org/officeDocument/2006/relationships" id="258" r:id="Rc435d11331af419f"/>
    <p:sldId xmlns:r="http://schemas.openxmlformats.org/officeDocument/2006/relationships" id="259" r:id="R74303ad179264edc"/>
    <p:sldId xmlns:r="http://schemas.openxmlformats.org/officeDocument/2006/relationships" id="260" r:id="R23220f0f75124f3e"/>
    <p:sldId xmlns:r="http://schemas.openxmlformats.org/officeDocument/2006/relationships" id="261" r:id="R9e1e34ea80d24acc"/>
    <p:sldId xmlns:r="http://schemas.openxmlformats.org/officeDocument/2006/relationships" id="262" r:id="R6cc5a7a5b8184046"/>
    <p:sldId xmlns:r="http://schemas.openxmlformats.org/officeDocument/2006/relationships" id="263" r:id="R38fea169464543da"/>
    <p:sldId xmlns:r="http://schemas.openxmlformats.org/officeDocument/2006/relationships" id="264" r:id="R764de1e9d52a4252"/>
    <p:sldId xmlns:r="http://schemas.openxmlformats.org/officeDocument/2006/relationships" id="265" r:id="R3733406629734414"/>
    <p:sldId xmlns:r="http://schemas.openxmlformats.org/officeDocument/2006/relationships" id="266" r:id="R827d116897a64ef2"/>
    <p:sldId xmlns:r="http://schemas.openxmlformats.org/officeDocument/2006/relationships" id="267" r:id="Ra220fd7b4c4a4814"/>
    <p:sldId xmlns:r="http://schemas.openxmlformats.org/officeDocument/2006/relationships" id="268" r:id="Rce8df055901d40b0"/>
    <p:sldId xmlns:r="http://schemas.openxmlformats.org/officeDocument/2006/relationships" id="269" r:id="Reeb24bfd78f04cdb"/>
    <p:sldId xmlns:r="http://schemas.openxmlformats.org/officeDocument/2006/relationships" id="270" r:id="R20b1fd0d82474354"/>
    <p:sldId xmlns:r="http://schemas.openxmlformats.org/officeDocument/2006/relationships" id="271" r:id="Rbfbb793f2e794173"/>
    <p:sldId xmlns:r="http://schemas.openxmlformats.org/officeDocument/2006/relationships" id="272" r:id="R026ac0e2e2324734"/>
    <p:sldId xmlns:r="http://schemas.openxmlformats.org/officeDocument/2006/relationships" id="273" r:id="R8a76ff7e88f24324"/>
    <p:sldId xmlns:r="http://schemas.openxmlformats.org/officeDocument/2006/relationships" id="274" r:id="R8e9d867f8c6c4f15"/>
    <p:sldId xmlns:r="http://schemas.openxmlformats.org/officeDocument/2006/relationships" id="275" r:id="R8ecb9c87008a42c1"/>
    <p:sldId xmlns:r="http://schemas.openxmlformats.org/officeDocument/2006/relationships" id="276" r:id="R6e364d4b43944e7c"/>
    <p:sldId xmlns:r="http://schemas.openxmlformats.org/officeDocument/2006/relationships" id="277" r:id="Rb3af2de2c6344316"/>
    <p:sldId xmlns:r="http://schemas.openxmlformats.org/officeDocument/2006/relationships" id="278" r:id="R965209a83d8943fe"/>
    <p:sldId xmlns:r="http://schemas.openxmlformats.org/officeDocument/2006/relationships" id="279" r:id="Rbb6abe734b1c466e"/>
    <p:sldId xmlns:r="http://schemas.openxmlformats.org/officeDocument/2006/relationships" id="280" r:id="R8c58843774f04798"/>
    <p:sldId xmlns:r="http://schemas.openxmlformats.org/officeDocument/2006/relationships" id="281" r:id="R270bd0853bd84277"/>
    <p:sldId xmlns:r="http://schemas.openxmlformats.org/officeDocument/2006/relationships" id="282" r:id="R63ed2700b75f4d43"/>
    <p:sldId xmlns:r="http://schemas.openxmlformats.org/officeDocument/2006/relationships" id="283" r:id="Rf3ee4b4107b54c8e"/>
    <p:sldId xmlns:r="http://schemas.openxmlformats.org/officeDocument/2006/relationships" id="284" r:id="R52a1a152a2b140c6"/>
    <p:sldId xmlns:r="http://schemas.openxmlformats.org/officeDocument/2006/relationships" id="285" r:id="Rae243a01349e4228"/>
    <p:sldId xmlns:r="http://schemas.openxmlformats.org/officeDocument/2006/relationships" id="286" r:id="Rd96a93d307994edf"/>
    <p:sldId xmlns:r="http://schemas.openxmlformats.org/officeDocument/2006/relationships" id="287" r:id="R9a229a9de7264ff9"/>
    <p:sldId xmlns:r="http://schemas.openxmlformats.org/officeDocument/2006/relationships" id="288" r:id="Rac235110b0824864"/>
    <p:sldId xmlns:r="http://schemas.openxmlformats.org/officeDocument/2006/relationships" id="289" r:id="R785ee663b63b417b"/>
    <p:sldId xmlns:r="http://schemas.openxmlformats.org/officeDocument/2006/relationships" id="290" r:id="Ra205cdbe26854bf7"/>
    <p:sldId xmlns:r="http://schemas.openxmlformats.org/officeDocument/2006/relationships" id="291" r:id="Re0427cebf06840a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fa3d47b3484f9b" /><Relationship Type="http://schemas.openxmlformats.org/officeDocument/2006/relationships/slideMaster" Target="/ppt/slideMasters/slideMaster1.xml" Id="Recf48c9ff0384c24" /><Relationship Type="http://schemas.openxmlformats.org/officeDocument/2006/relationships/notesMaster" Target="/ppt/notesMasters/notesMaster1.xml" Id="Re0e81bcc3e6c41d8" /><Relationship Type="http://schemas.openxmlformats.org/officeDocument/2006/relationships/presProps" Target="/ppt/presProps.xml" Id="R74415a7676be4ef9" /><Relationship Type="http://schemas.openxmlformats.org/officeDocument/2006/relationships/tableStyles" Target="/ppt/tableStyles.xml" Id="R446fd05ac8324c78" /><Relationship Type="http://schemas.openxmlformats.org/officeDocument/2006/relationships/slide" Target="/ppt/slides/slide1.xml" Id="Re64c70c4f5144169" /><Relationship Type="http://schemas.openxmlformats.org/officeDocument/2006/relationships/slide" Target="/ppt/slides/slide2.xml" Id="Ra0698f88fbe84919" /><Relationship Type="http://schemas.openxmlformats.org/officeDocument/2006/relationships/slide" Target="/ppt/slides/slide3.xml" Id="Rc435d11331af419f" /><Relationship Type="http://schemas.openxmlformats.org/officeDocument/2006/relationships/slide" Target="/ppt/slides/slide4.xml" Id="R74303ad179264edc" /><Relationship Type="http://schemas.openxmlformats.org/officeDocument/2006/relationships/slide" Target="/ppt/slides/slide5.xml" Id="R23220f0f75124f3e" /><Relationship Type="http://schemas.openxmlformats.org/officeDocument/2006/relationships/slide" Target="/ppt/slides/slide6.xml" Id="R9e1e34ea80d24acc" /><Relationship Type="http://schemas.openxmlformats.org/officeDocument/2006/relationships/slide" Target="/ppt/slides/slide7.xml" Id="R6cc5a7a5b8184046" /><Relationship Type="http://schemas.openxmlformats.org/officeDocument/2006/relationships/slide" Target="/ppt/slides/slide8.xml" Id="R38fea169464543da" /><Relationship Type="http://schemas.openxmlformats.org/officeDocument/2006/relationships/slide" Target="/ppt/slides/slide9.xml" Id="R764de1e9d52a4252" /><Relationship Type="http://schemas.openxmlformats.org/officeDocument/2006/relationships/slide" Target="/ppt/slides/slide10.xml" Id="R3733406629734414" /><Relationship Type="http://schemas.openxmlformats.org/officeDocument/2006/relationships/slide" Target="/ppt/slides/slide11.xml" Id="R827d116897a64ef2" /><Relationship Type="http://schemas.openxmlformats.org/officeDocument/2006/relationships/slide" Target="/ppt/slides/slide12.xml" Id="Ra220fd7b4c4a4814" /><Relationship Type="http://schemas.openxmlformats.org/officeDocument/2006/relationships/slide" Target="/ppt/slides/slide13.xml" Id="Rce8df055901d40b0" /><Relationship Type="http://schemas.openxmlformats.org/officeDocument/2006/relationships/slide" Target="/ppt/slides/slide14.xml" Id="Reeb24bfd78f04cdb" /><Relationship Type="http://schemas.openxmlformats.org/officeDocument/2006/relationships/slide" Target="/ppt/slides/slide15.xml" Id="R20b1fd0d82474354" /><Relationship Type="http://schemas.openxmlformats.org/officeDocument/2006/relationships/slide" Target="/ppt/slides/slide16.xml" Id="Rbfbb793f2e794173" /><Relationship Type="http://schemas.openxmlformats.org/officeDocument/2006/relationships/slide" Target="/ppt/slides/slide17.xml" Id="R026ac0e2e2324734" /><Relationship Type="http://schemas.openxmlformats.org/officeDocument/2006/relationships/slide" Target="/ppt/slides/slide18.xml" Id="R8a76ff7e88f24324" /><Relationship Type="http://schemas.openxmlformats.org/officeDocument/2006/relationships/slide" Target="/ppt/slides/slide19.xml" Id="R8e9d867f8c6c4f15" /><Relationship Type="http://schemas.openxmlformats.org/officeDocument/2006/relationships/slide" Target="/ppt/slides/slide20.xml" Id="R8ecb9c87008a42c1" /><Relationship Type="http://schemas.openxmlformats.org/officeDocument/2006/relationships/slide" Target="/ppt/slides/slide21.xml" Id="R6e364d4b43944e7c" /><Relationship Type="http://schemas.openxmlformats.org/officeDocument/2006/relationships/slide" Target="/ppt/slides/slide22.xml" Id="Rb3af2de2c6344316" /><Relationship Type="http://schemas.openxmlformats.org/officeDocument/2006/relationships/slide" Target="/ppt/slides/slide23.xml" Id="R965209a83d8943fe" /><Relationship Type="http://schemas.openxmlformats.org/officeDocument/2006/relationships/slide" Target="/ppt/slides/slide24.xml" Id="Rbb6abe734b1c466e" /><Relationship Type="http://schemas.openxmlformats.org/officeDocument/2006/relationships/slide" Target="/ppt/slides/slide25.xml" Id="R8c58843774f04798" /><Relationship Type="http://schemas.openxmlformats.org/officeDocument/2006/relationships/slide" Target="/ppt/slides/slide26.xml" Id="R270bd0853bd84277" /><Relationship Type="http://schemas.openxmlformats.org/officeDocument/2006/relationships/slide" Target="/ppt/slides/slide27.xml" Id="R63ed2700b75f4d43" /><Relationship Type="http://schemas.openxmlformats.org/officeDocument/2006/relationships/slide" Target="/ppt/slides/slide28.xml" Id="Rf3ee4b4107b54c8e" /><Relationship Type="http://schemas.openxmlformats.org/officeDocument/2006/relationships/slide" Target="/ppt/slides/slide29.xml" Id="R52a1a152a2b140c6" /><Relationship Type="http://schemas.openxmlformats.org/officeDocument/2006/relationships/slide" Target="/ppt/slides/slide30.xml" Id="Rae243a01349e4228" /><Relationship Type="http://schemas.openxmlformats.org/officeDocument/2006/relationships/slide" Target="/ppt/slides/slide31.xml" Id="Rd96a93d307994edf" /><Relationship Type="http://schemas.openxmlformats.org/officeDocument/2006/relationships/slide" Target="/ppt/slides/slide32.xml" Id="R9a229a9de7264ff9" /><Relationship Type="http://schemas.openxmlformats.org/officeDocument/2006/relationships/slide" Target="/ppt/slides/slide33.xml" Id="Rac235110b0824864" /><Relationship Type="http://schemas.openxmlformats.org/officeDocument/2006/relationships/slide" Target="/ppt/slides/slide34.xml" Id="R785ee663b63b417b" /><Relationship Type="http://schemas.openxmlformats.org/officeDocument/2006/relationships/slide" Target="/ppt/slides/slide35.xml" Id="Ra205cdbe26854bf7" /><Relationship Type="http://schemas.openxmlformats.org/officeDocument/2006/relationships/slide" Target="/ppt/slides/slide36.xml" Id="Re0427cebf06840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45d88e8b6b4e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64a708bea44c3e" /><Relationship Type="http://schemas.openxmlformats.org/officeDocument/2006/relationships/notesMaster" Target="/ppt/notesMasters/notesMaster1.xml" Id="R09b822108eb048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fefa598c254c81" /><Relationship Type="http://schemas.openxmlformats.org/officeDocument/2006/relationships/notesMaster" Target="/ppt/notesMasters/notesMaster1.xml" Id="R8ec449f93da849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3840df1c0e42e0" /><Relationship Type="http://schemas.openxmlformats.org/officeDocument/2006/relationships/notesMaster" Target="/ppt/notesMasters/notesMaster1.xml" Id="Rb870e0be4e2948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ca56ae8202479a" /><Relationship Type="http://schemas.openxmlformats.org/officeDocument/2006/relationships/notesMaster" Target="/ppt/notesMasters/notesMaster1.xml" Id="Re0901eb4a0b64b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04bcf1fee94159" /><Relationship Type="http://schemas.openxmlformats.org/officeDocument/2006/relationships/notesMaster" Target="/ppt/notesMasters/notesMaster1.xml" Id="R9b6a9ad6835b4d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c56fb1ab484aba" /><Relationship Type="http://schemas.openxmlformats.org/officeDocument/2006/relationships/notesMaster" Target="/ppt/notesMasters/notesMaster1.xml" Id="Rc21b558e790341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7f36f67df14691" /><Relationship Type="http://schemas.openxmlformats.org/officeDocument/2006/relationships/notesMaster" Target="/ppt/notesMasters/notesMaster1.xml" Id="R02d0dedf7a3d48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32d3c14c9f42cc" /><Relationship Type="http://schemas.openxmlformats.org/officeDocument/2006/relationships/notesMaster" Target="/ppt/notesMasters/notesMaster1.xml" Id="Rc5ae7bad783d4a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1b74fbc2884e9e" /><Relationship Type="http://schemas.openxmlformats.org/officeDocument/2006/relationships/notesMaster" Target="/ppt/notesMasters/notesMaster1.xml" Id="R9113df28070944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c34b7886004538" /><Relationship Type="http://schemas.openxmlformats.org/officeDocument/2006/relationships/notesMaster" Target="/ppt/notesMasters/notesMaster1.xml" Id="R7b4873b6e95d43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a05c34229341ae" /><Relationship Type="http://schemas.openxmlformats.org/officeDocument/2006/relationships/notesMaster" Target="/ppt/notesMasters/notesMaster1.xml" Id="Rda91b64fa4ac43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597ce95d0f4c55" /><Relationship Type="http://schemas.openxmlformats.org/officeDocument/2006/relationships/notesMaster" Target="/ppt/notesMasters/notesMaster1.xml" Id="Rcae562476b1849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3d932979204faa" /><Relationship Type="http://schemas.openxmlformats.org/officeDocument/2006/relationships/notesMaster" Target="/ppt/notesMasters/notesMaster1.xml" Id="Rbf56c4d2652c46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77bebc1e2141a1" /><Relationship Type="http://schemas.openxmlformats.org/officeDocument/2006/relationships/notesMaster" Target="/ppt/notesMasters/notesMaster1.xml" Id="R7742ee16f5a94ea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30306f5690426a" /><Relationship Type="http://schemas.openxmlformats.org/officeDocument/2006/relationships/notesMaster" Target="/ppt/notesMasters/notesMaster1.xml" Id="Re72911a30d9d4b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3bc0acccae43f6" /><Relationship Type="http://schemas.openxmlformats.org/officeDocument/2006/relationships/notesMaster" Target="/ppt/notesMasters/notesMaster1.xml" Id="Ra95cf0382a8b49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6826fef35946b5" /><Relationship Type="http://schemas.openxmlformats.org/officeDocument/2006/relationships/notesMaster" Target="/ppt/notesMasters/notesMaster1.xml" Id="Rfc734e9755944f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4852b4e4384d23" /><Relationship Type="http://schemas.openxmlformats.org/officeDocument/2006/relationships/notesMaster" Target="/ppt/notesMasters/notesMaster1.xml" Id="R63839d75d5714f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85e1c927ca4a5b" /><Relationship Type="http://schemas.openxmlformats.org/officeDocument/2006/relationships/notesMaster" Target="/ppt/notesMasters/notesMaster1.xml" Id="R58e47cd93a5e46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eff388dd483418e" /><Relationship Type="http://schemas.openxmlformats.org/officeDocument/2006/relationships/notesMaster" Target="/ppt/notesMasters/notesMaster1.xml" Id="R2cc8b2ba353644e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56a7ffe48934ba4" /><Relationship Type="http://schemas.openxmlformats.org/officeDocument/2006/relationships/notesMaster" Target="/ppt/notesMasters/notesMaster1.xml" Id="R33a352e45c864ff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747c25332da48cd" /><Relationship Type="http://schemas.openxmlformats.org/officeDocument/2006/relationships/notesMaster" Target="/ppt/notesMasters/notesMaster1.xml" Id="R2348a38162fe474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63d99138885447b" /><Relationship Type="http://schemas.openxmlformats.org/officeDocument/2006/relationships/notesMaster" Target="/ppt/notesMasters/notesMaster1.xml" Id="Rdc60a0fbcf2549b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090dd0467b490a" /><Relationship Type="http://schemas.openxmlformats.org/officeDocument/2006/relationships/notesMaster" Target="/ppt/notesMasters/notesMaster1.xml" Id="Rd83ee03b0c2349b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096708541be425b" /><Relationship Type="http://schemas.openxmlformats.org/officeDocument/2006/relationships/notesMaster" Target="/ppt/notesMasters/notesMaster1.xml" Id="R4517900859bd494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1e6257ad1354203" /><Relationship Type="http://schemas.openxmlformats.org/officeDocument/2006/relationships/notesMaster" Target="/ppt/notesMasters/notesMaster1.xml" Id="R0469e0aa9ab449c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b5ba2519fb747f2" /><Relationship Type="http://schemas.openxmlformats.org/officeDocument/2006/relationships/notesMaster" Target="/ppt/notesMasters/notesMaster1.xml" Id="Re0e0121a7ea24f8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a08670d0c6040a5" /><Relationship Type="http://schemas.openxmlformats.org/officeDocument/2006/relationships/notesMaster" Target="/ppt/notesMasters/notesMaster1.xml" Id="R340bd0058e9b472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4dcf0d7554b435e" /><Relationship Type="http://schemas.openxmlformats.org/officeDocument/2006/relationships/notesMaster" Target="/ppt/notesMasters/notesMaster1.xml" Id="R36683d1b655f433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b68d08defa64de6" /><Relationship Type="http://schemas.openxmlformats.org/officeDocument/2006/relationships/notesMaster" Target="/ppt/notesMasters/notesMaster1.xml" Id="Rd72e2e1e4eef45d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112ec835f0144a2" /><Relationship Type="http://schemas.openxmlformats.org/officeDocument/2006/relationships/notesMaster" Target="/ppt/notesMasters/notesMaster1.xml" Id="Rdfe082d6e34448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d8ffe4667fa4fa0" /><Relationship Type="http://schemas.openxmlformats.org/officeDocument/2006/relationships/notesMaster" Target="/ppt/notesMasters/notesMaster1.xml" Id="R48c4c803eae54d6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453de098096469d" /><Relationship Type="http://schemas.openxmlformats.org/officeDocument/2006/relationships/notesMaster" Target="/ppt/notesMasters/notesMaster1.xml" Id="Ra8371c5623224a5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cb43ebdda004d03" /><Relationship Type="http://schemas.openxmlformats.org/officeDocument/2006/relationships/notesMaster" Target="/ppt/notesMasters/notesMaster1.xml" Id="Re6518815b192439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9a23a17672b42f3" /><Relationship Type="http://schemas.openxmlformats.org/officeDocument/2006/relationships/notesMaster" Target="/ppt/notesMasters/notesMaster1.xml" Id="R376b4bec9f77435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b8ce3bd1346414c" /><Relationship Type="http://schemas.openxmlformats.org/officeDocument/2006/relationships/notesMaster" Target="/ppt/notesMasters/notesMaster1.xml" Id="Ra4f9b4697f2e42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1 엔탈피, Part 2 열화학 반응식, Part 3 연료의 효율성, Part 4 결합 에너지와 반응 엔탈피 순서로 배웁니다.</a:t>
            </a:r>
          </a:p>
          <a:p xmlns:a="http://schemas.openxmlformats.org/drawingml/2006/main">
            <a:r>
              <a:t>화면에서 가리킬 순서: 왼쪽에서 오른쪽으로 네 파트</a:t>
            </a:r>
          </a:p>
          <a:p xmlns:a="http://schemas.openxmlformats.org/drawingml/2006/main">
            <a:r>
              <a:t>오개념 점검: 세 파트를 독립적인 암기 목록처럼 설명하지 않는다.</a:t>
            </a:r>
          </a:p>
          <a:p xmlns:a="http://schemas.openxmlformats.org/drawingml/2006/main">
            <a:r>
              <a:t>다음 연결: 학습 목표를 확인합시다.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발열·흡열 반응의 예시를 먼저 살펴본 뒤 엔탈피와 반응 엔탈피를 정의합니다.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 그 밖을 주위라고 합니다. 발열 반응은 반응계에서 주위로 열을 방출하는 반응입니다. 도시가스의 주성분인 메테인이 연소할 때 주위로 열이 나옵니다. 철이 산소와 반응하는 산화도 발열 반응이며, 손난로는 철 가루가 빠르게 산화될 때 나오는 열을 이용합니다. 발열이라는 말은 반응계를 기준으로 열이 밖으로 나간다는 뜻입니다. 반응계가 방출한 열을 받은 주위는 일반적으로 따뜻해집니다.</a:t>
            </a:r>
          </a:p>
          <a:p xmlns:a="http://schemas.openxmlformats.org/drawingml/2006/main">
            <a:r>
              <a:t>화면에서 가리킬 순서: 발열 정의 → 메테인 연소 → 철의 산화 → 반응계에서 주위로 열 이동</a:t>
            </a:r>
          </a:p>
          <a:p xmlns:a="http://schemas.openxmlformats.org/drawingml/2006/main">
            <a:r>
              <a:t>오개념 점검: 발열 반응에서 반응계와 주위를 구분한다. 손난로는 흔드는 동작 자체가 에너지원이 아니다.</a:t>
            </a:r>
          </a:p>
          <a:p xmlns:a="http://schemas.openxmlformats.org/drawingml/2006/main">
            <a:r>
              <a:t>다음 연결: 반대로 주위에서 열을 흡수하는 경우를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흡열 반응은 반응계가 주위에서 열을 흡수하는 반응입니다. 냉각 팩에서 질산 암모늄이 물에 용해될 때 주변에서 열을 흡수하므로 팩 주변이 차가워집니다. 제빵 소다의 성분인 탄산수소 나트륨이 분해되는 반응도 흡열 반응으로, 열을 공급해야 진행됩니다. 모든 흡열 반응이 저절로 진행하면서 차가워지는 것은 아닙니다. 가열하는 동안에는 공급받는 열과 반응에 흡수되는 열을 구분합니다. 이제 물질이 가진 에너지와 반응 전후의 변화량을 나타내는 개념으로 연결하겠습니다.</a:t>
            </a:r>
          </a:p>
          <a:p xmlns:a="http://schemas.openxmlformats.org/drawingml/2006/main">
            <a:r>
              <a:t>화면에서 가리킬 순서: 흡열 정의 → 냉각 팩의 용해 → 탄산수소 나트륨 분해 → 주위에서 반응계로 열 이동</a:t>
            </a:r>
          </a:p>
          <a:p xmlns:a="http://schemas.openxmlformats.org/drawingml/2006/main">
            <a:r>
              <a:t>오개념 점검: 냉각 팩은 용해 과정의 사례다. 가열 중 온도만으로 발열·흡열을 판단하지 않는다.</a:t>
            </a:r>
          </a:p>
          <a:p xmlns:a="http://schemas.openxmlformats.org/drawingml/2006/main">
            <a:r>
              <a:t>다음 연결: 물질이 갖는 에너지의 양을 엔탈피로 나타냅니다.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물질은 분자의 운동 에너지뿐 아니라 여러 종류의 에너지를 갖습니다. 교과서에서는 일정한 압력에서 어떤 물질이 갖는 에너지의 양을 엔탈피라고 정의하고 H로 나타냅니다. 엔탈피는 온도 자체나 이동하는 열의 이름이 아닙니다. 물질의 종류와 양, 상태 등 조건을 함께 생각해야 합니다. 엔탈피의 절대값을 직접 정하기보다는 반응 전후의 변화량을 출입하는 열로 구한다는 점이 중요합니다. 다음 장에서는 엔탈피 H와 변화량 ΔH를 구분하겠습니다.</a:t>
            </a:r>
          </a:p>
          <a:p xmlns:a="http://schemas.openxmlformats.org/drawingml/2006/main">
            <a:r>
              <a:t>화면에서 가리킬 순서: 엔탈피 H → 일정한 압력 조건 → 에너지의 양 → H와 변화량의 구분</a:t>
            </a:r>
          </a:p>
          <a:p xmlns:a="http://schemas.openxmlformats.org/drawingml/2006/main">
            <a:r>
              <a:t>오개념 점검: 엔탈피를 물질에 저장된 열 또는 온도라고 정의하지 않는다.</a:t>
            </a:r>
          </a:p>
          <a:p xmlns:a="http://schemas.openxmlformats.org/drawingml/2006/main">
            <a:r>
              <a:t>다음 연결: 화학 반응 전후에 엔탈피가 얼마나 달라지는지 나타내 보겠습니다.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 엔탈피는 일정한 압력에서 화학 반응이 일어날 때의 엔탈피 변화이며 ΔH로 나타냅니다. 델타는 변화량이라는 뜻입니다. 생성물의 엔탈피 합에서 반응물의 엔탈피 합을 뺍니다. 즉 반응 후에서 반응 전을 빼는 순서입니다. H는 엔탈피를, ΔH는 그 변화량을 가리키므로 서로 구분합니다. 일정한 압력에서 팽창과 수축 이외의 일이 없을 때 반응계가 주고받는 열은 이 변화량과 같습니다. 생성물 쪽이 낮으면 ΔH가 음수이고 열을 방출합니다. 생성물 쪽이 높으면 ΔH가 양수이고 열을 흡수합니다. 다음 장의 교과서 그래프로 확인하겠습니다.</a:t>
            </a:r>
          </a:p>
          <a:p xmlns:a="http://schemas.openxmlformats.org/drawingml/2006/main">
            <a:r>
              <a:t>화면에서 가리킬 순서: 반응 엔탈피 ΔH 정의 → 생성물의 엔탈피 합 − 반응물의 엔탈피 합 → 반응 후 − 반응 전</a:t>
            </a:r>
          </a:p>
          <a:p xmlns:a="http://schemas.openxmlformats.org/drawingml/2006/main">
            <a:r>
              <a:t>오개념 점검: 반응물에서 생성물을 빼지 않는다. H와 ΔH, 방출열의 양수 크기와 ΔH의 부호를 구분한다.</a:t>
            </a:r>
          </a:p>
          <a:p xmlns:a="http://schemas.openxmlformats.org/drawingml/2006/main">
            <a:r>
              <a:t>다음 연결: 생성물과 반응물의 엔탈피 높이를 그래프에서 비교해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반응식에 물질의 상태와 반응 엔탈피를 함께 표시하겠습니다. 같은 반응도 양이나 상태가 달라지면 출입하는 열이 달라지는지 살펴봅니다.</a:t>
            </a:r>
          </a:p>
          <a:p xmlns:a="http://schemas.openxmlformats.org/drawingml/2006/main">
            <a:r>
              <a:t>화면에서 가리킬 순서: Part 2 제목과 질문</a:t>
            </a:r>
          </a:p>
          <a:p xmlns:a="http://schemas.openxmlformats.org/drawingml/2006/main">
            <a:r>
              <a:t>오개념 점검: 정의와 예시를 확인한 뒤 열화학 반응식으로 확장한다.</a:t>
            </a:r>
          </a:p>
          <a:p xmlns:a="http://schemas.openxmlformats.org/drawingml/2006/main">
            <a:r>
              <a:t>다음 연결: 상태·계수·반응 엔탈피를 함께 읽어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반응과 흡열 반응을 나란히 비교합니다. 발열 반응에서는 반응계에서 주위로 열이 이동하고 반응계의 엔탈피가 감소합니다. 따라서 생성물의 엔탈피가 반응물보다 작고 ΔH는 음수입니다. 흡열 반응에서는 주위에서 반응계로 열이 이동하고 반응계의 엔탈피가 증가합니다. 생성물의 엔탈피가 반응물보다 크므로 ΔH는 양수입니다. 반응 엔탈피는 생성물의 엔탈피에서 반응물의 엔탈피를 뺀 값이라는 점과 연결합니다. 아래에서는 나머지 관계를 확인합니다. 반응식 전체의 계수를 n배 하면 ΔH도 n배가 됩니다. 물질의 상태가 달라지면 반응 엔탈피도 달라집니다. 기체 반응의 평균 결합 에너지 계산은 결합을 끊는 데 흡수한 에너지에서 형성할 때 방출한 에너지의 크기를 뺍니다.</a:t>
            </a:r>
          </a:p>
          <a:p xmlns:a="http://schemas.openxmlformats.org/drawingml/2006/main">
            <a:r>
              <a:t>화면에서 가리킬 순서: 열 이동 방향 → 반응계 엔탈피 변화 → 생성물과 반응물 비교 → ΔH 부호 → 아래 계수·상태·결합 관계</a:t>
            </a:r>
          </a:p>
          <a:p xmlns:a="http://schemas.openxmlformats.org/drawingml/2006/main">
            <a:r>
              <a:t>오개념 점검: 열을 주고받는 반응계와 주위를 구분한다. 발열 반응에서 감소하는 것은 반응계의 엔탈피다.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d4b48ff1d44e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4e4ceddb8541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c5d10f74d748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736d8d912949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869ce577174c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2e01cf37d545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B35015-3845-4706-9537-E02AC4822FA2}"/>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2014B1-4CCF-4C5C-87F8-6C00F0DDF32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62A748-1391-4B84-8480-C547DC0B033F}"/>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C23D08-5600-47C2-9F06-618D2C441A4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4FDDD2-40B0-4F0E-B884-BBBE2B2D657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A87184-F260-4791-9792-E9927DA5E32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3E5B15-E972-46F8-9964-CC171D2E75A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9C0E05-4BF6-4BFC-B469-8DF8C0BF920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F16387-6751-48FB-8231-764AF7CCF6B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558C49-7E16-45FF-B81B-6113C5D8AEF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d0f78d6add4b64" /><Relationship Type="http://schemas.openxmlformats.org/officeDocument/2006/relationships/slideLayout" Target="/ppt/slideLayouts/slideLayout1.xml" Id="R506d19f549d6420d" /><Relationship Type="http://schemas.openxmlformats.org/officeDocument/2006/relationships/slideLayout" Target="/ppt/slideLayouts/slideLayout2.xml" Id="R4045242323c54ba7" /><Relationship Type="http://schemas.openxmlformats.org/officeDocument/2006/relationships/slideLayout" Target="/ppt/slideLayouts/slideLayout3.xml" Id="R6109107850a1492e" /><Relationship Type="http://schemas.openxmlformats.org/officeDocument/2006/relationships/slideLayout" Target="/ppt/slideLayouts/slideLayout4.xml" Id="Rac5833ad23de46cc" /><Relationship Type="http://schemas.openxmlformats.org/officeDocument/2006/relationships/slideLayout" Target="/ppt/slideLayouts/slideLayout5.xml" Id="Rf1e7c0f4984d43ef" /><Relationship Type="http://schemas.openxmlformats.org/officeDocument/2006/relationships/slideLayout" Target="/ppt/slideLayouts/slideLayout6.xml" Id="R9533e151f37041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6d19f549d6420d"/>
    <p:sldLayoutId xmlns:r="http://schemas.openxmlformats.org/officeDocument/2006/relationships" id="2147483650" r:id="R4045242323c54ba7"/>
    <p:sldLayoutId xmlns:r="http://schemas.openxmlformats.org/officeDocument/2006/relationships" id="2147483651" r:id="R6109107850a1492e"/>
    <p:sldLayoutId xmlns:r="http://schemas.openxmlformats.org/officeDocument/2006/relationships" id="2147483652" r:id="Rac5833ad23de46cc"/>
    <p:sldLayoutId xmlns:r="http://schemas.openxmlformats.org/officeDocument/2006/relationships" id="2147483653" r:id="Rf1e7c0f4984d43ef"/>
    <p:sldLayoutId xmlns:r="http://schemas.openxmlformats.org/officeDocument/2006/relationships" id="2147483654" r:id="R9533e151f37041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86d17cf6fa470d" /><Relationship Type="http://schemas.openxmlformats.org/officeDocument/2006/relationships/image" Target="/ppt/media/image.png" Id="Rda308fdd3ec441cf" /><Relationship Type="http://schemas.openxmlformats.org/officeDocument/2006/relationships/image" Target="/ppt/media/image2.png" Id="R26c56fc46a254bb8" /><Relationship Type="http://schemas.openxmlformats.org/officeDocument/2006/relationships/image" Target="/ppt/media/image3.png" Id="Rfdbe3662202f4ad2" /><Relationship Type="http://schemas.openxmlformats.org/officeDocument/2006/relationships/image" Target="/ppt/media/image4.png" Id="R9092f7f386c34bfc" /><Relationship Type="http://schemas.openxmlformats.org/officeDocument/2006/relationships/notesSlide" Target="/ppt/notesSlides/notesSlide1.xml" Id="Re6e7dd3fbfca4b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2b3a979bef149bc" /><Relationship Type="http://schemas.openxmlformats.org/officeDocument/2006/relationships/image" Target="/ppt/media/image5.png" Id="R05fab46ffe024c57" /><Relationship Type="http://schemas.openxmlformats.org/officeDocument/2006/relationships/notesSlide" Target="/ppt/notesSlides/notesSlide2.xml" Id="Rf8bb3c553ff84a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9df4c57fdc4dc8" /><Relationship Type="http://schemas.openxmlformats.org/officeDocument/2006/relationships/image" Target="/ppt/media/image6.png" Id="Rab738d1af43a400b" /><Relationship Type="http://schemas.openxmlformats.org/officeDocument/2006/relationships/image" Target="/ppt/media/image7.png" Id="R355fe2df5ee64de6" /><Relationship Type="http://schemas.openxmlformats.org/officeDocument/2006/relationships/image" Target="/ppt/media/image8.png" Id="Rfd28e779adf043a3" /><Relationship Type="http://schemas.openxmlformats.org/officeDocument/2006/relationships/notesSlide" Target="/ppt/notesSlides/notesSlide3.xml" Id="Rd3e82b6fe1e246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6bd2fbe25649cf" /><Relationship Type="http://schemas.openxmlformats.org/officeDocument/2006/relationships/image" Target="/ppt/media/image9.png" Id="Re3090cb552bd4548" /><Relationship Type="http://schemas.openxmlformats.org/officeDocument/2006/relationships/image" Target="/ppt/media/image10.png" Id="R23dfd6349d374c4f" /><Relationship Type="http://schemas.openxmlformats.org/officeDocument/2006/relationships/notesSlide" Target="/ppt/notesSlides/notesSlide4.xml" Id="R687af0d74c4144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2b413a6039a4872" /><Relationship Type="http://schemas.openxmlformats.org/officeDocument/2006/relationships/image" Target="/ppt/media/image11.png" Id="Reec1952b1fe24c2e" /><Relationship Type="http://schemas.openxmlformats.org/officeDocument/2006/relationships/image" Target="/ppt/media/image12.png" Id="Rfa10d567325a4922" /><Relationship Type="http://schemas.openxmlformats.org/officeDocument/2006/relationships/notesSlide" Target="/ppt/notesSlides/notesSlide5.xml" Id="Redb0e7d022124d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cf91e9d15749fc" /><Relationship Type="http://schemas.openxmlformats.org/officeDocument/2006/relationships/image" Target="/ppt/media/image13.png" Id="R6f2bf07ce5f64f1c" /><Relationship Type="http://schemas.openxmlformats.org/officeDocument/2006/relationships/image" Target="/ppt/media/image14.png" Id="R494e5a24ef664414" /><Relationship Type="http://schemas.openxmlformats.org/officeDocument/2006/relationships/image" Target="/ppt/media/image15.png" Id="Rccd99d5a58e34155" /><Relationship Type="http://schemas.openxmlformats.org/officeDocument/2006/relationships/notesSlide" Target="/ppt/notesSlides/notesSlide6.xml" Id="Rb65919151ac94e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d592c36489b46c2" /><Relationship Type="http://schemas.openxmlformats.org/officeDocument/2006/relationships/image" Target="/ppt/media/image16.png" Id="Raf5436b941eb4199" /><Relationship Type="http://schemas.openxmlformats.org/officeDocument/2006/relationships/image" Target="/ppt/media/image17.png" Id="R5dc358e5907d4964" /><Relationship Type="http://schemas.openxmlformats.org/officeDocument/2006/relationships/image" Target="/ppt/media/image18.png" Id="R7e05c525969b46ae" /><Relationship Type="http://schemas.openxmlformats.org/officeDocument/2006/relationships/notesSlide" Target="/ppt/notesSlides/notesSlide7.xml" Id="R50c734da90ce4e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229395624004690" /><Relationship Type="http://schemas.openxmlformats.org/officeDocument/2006/relationships/image" Target="/ppt/media/image19.png" Id="Rb256256c7105414f" /><Relationship Type="http://schemas.openxmlformats.org/officeDocument/2006/relationships/notesSlide" Target="/ppt/notesSlides/notesSlide8.xml" Id="Re9fcad659ffa42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b91fd6c1c7433f" /><Relationship Type="http://schemas.openxmlformats.org/officeDocument/2006/relationships/image" Target="/ppt/media/image20.png" Id="Rb3f2f8738ad443ca" /><Relationship Type="http://schemas.openxmlformats.org/officeDocument/2006/relationships/image" Target="/ppt/media/image21.png" Id="R4c3be241913b449e" /><Relationship Type="http://schemas.openxmlformats.org/officeDocument/2006/relationships/notesSlide" Target="/ppt/notesSlides/notesSlide9.xml" Id="R310d1d19e40f4f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fb9cc4958724524" /><Relationship Type="http://schemas.openxmlformats.org/officeDocument/2006/relationships/image" Target="/ppt/media/image22.png" Id="R069fab42f6d14e89" /><Relationship Type="http://schemas.openxmlformats.org/officeDocument/2006/relationships/image" Target="/ppt/media/image23.png" Id="R95c4d983ff2c4e50" /><Relationship Type="http://schemas.openxmlformats.org/officeDocument/2006/relationships/image" Target="/ppt/media/image24.png" Id="Re59b26215bb7448c" /><Relationship Type="http://schemas.openxmlformats.org/officeDocument/2006/relationships/image" Target="/ppt/media/image25.png" Id="R1a286b77d91a48c8" /><Relationship Type="http://schemas.openxmlformats.org/officeDocument/2006/relationships/notesSlide" Target="/ppt/notesSlides/notesSlide10.xml" Id="R92e31036751c41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601b4fc46dc4f8d" /><Relationship Type="http://schemas.openxmlformats.org/officeDocument/2006/relationships/image" Target="/ppt/media/image26.png" Id="Rc9bacd29636d4e4a" /><Relationship Type="http://schemas.openxmlformats.org/officeDocument/2006/relationships/image" Target="/ppt/media/image27.png" Id="Rced552a46e9741f4" /><Relationship Type="http://schemas.openxmlformats.org/officeDocument/2006/relationships/notesSlide" Target="/ppt/notesSlides/notesSlide11.xml" Id="R20ea7aea2a4041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a8bb21df0524430" /><Relationship Type="http://schemas.openxmlformats.org/officeDocument/2006/relationships/image" Target="/ppt/media/image28.png" Id="R37bc4488551c46eb" /><Relationship Type="http://schemas.openxmlformats.org/officeDocument/2006/relationships/image" Target="/ppt/media/image29.png" Id="R0221eb4012e54ef3" /><Relationship Type="http://schemas.openxmlformats.org/officeDocument/2006/relationships/image" Target="/ppt/media/image30.png" Id="Rf743e76685f94747" /><Relationship Type="http://schemas.openxmlformats.org/officeDocument/2006/relationships/notesSlide" Target="/ppt/notesSlides/notesSlide12.xml" Id="Rec602f63f65841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53c21527416455b" /><Relationship Type="http://schemas.openxmlformats.org/officeDocument/2006/relationships/image" Target="/ppt/media/image31.png" Id="R3fb01b3ed23d41e5" /><Relationship Type="http://schemas.openxmlformats.org/officeDocument/2006/relationships/image" Target="/ppt/media/image32.png" Id="Rd25f729942014c74" /><Relationship Type="http://schemas.openxmlformats.org/officeDocument/2006/relationships/notesSlide" Target="/ppt/notesSlides/notesSlide13.xml" Id="R87f0f4ea3acf40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d016ab9626b43dd" /><Relationship Type="http://schemas.openxmlformats.org/officeDocument/2006/relationships/image" Target="/ppt/media/image33.png" Id="R614341c5ebea4105" /><Relationship Type="http://schemas.openxmlformats.org/officeDocument/2006/relationships/image" Target="/ppt/media/image34.png" Id="Ree334ed0d3ee40b3" /><Relationship Type="http://schemas.openxmlformats.org/officeDocument/2006/relationships/notesSlide" Target="/ppt/notesSlides/notesSlide14.xml" Id="R35382662856e4cd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53ce6f8d24b4a95" /><Relationship Type="http://schemas.openxmlformats.org/officeDocument/2006/relationships/image" Target="/ppt/media/image35.png" Id="Rfad371eb0d224320" /><Relationship Type="http://schemas.openxmlformats.org/officeDocument/2006/relationships/image" Target="/ppt/media/image36.png" Id="R0f48fa2ba6ca43b7" /><Relationship Type="http://schemas.openxmlformats.org/officeDocument/2006/relationships/image" Target="/ppt/media/image37.png" Id="Rc041ce1ef01d441a" /><Relationship Type="http://schemas.openxmlformats.org/officeDocument/2006/relationships/notesSlide" Target="/ppt/notesSlides/notesSlide15.xml" Id="Re31636ee38be47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f550d7ffa704875" /><Relationship Type="http://schemas.openxmlformats.org/officeDocument/2006/relationships/image" Target="/ppt/media/image38.png" Id="R55c843ce2f1b47a2" /><Relationship Type="http://schemas.openxmlformats.org/officeDocument/2006/relationships/image" Target="/ppt/media/image39.png" Id="R402f0f3e83af4845" /><Relationship Type="http://schemas.openxmlformats.org/officeDocument/2006/relationships/notesSlide" Target="/ppt/notesSlides/notesSlide16.xml" Id="R1b2275233327440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6bc815216a5459c" /><Relationship Type="http://schemas.openxmlformats.org/officeDocument/2006/relationships/image" Target="/ppt/media/image40.png" Id="R484c51fa99944bd5" /><Relationship Type="http://schemas.openxmlformats.org/officeDocument/2006/relationships/image" Target="/ppt/media/image41.png" Id="R0f6b334761b64d9c" /><Relationship Type="http://schemas.openxmlformats.org/officeDocument/2006/relationships/image" Target="/ppt/media/image42.png" Id="R84bf80801e504e5d" /><Relationship Type="http://schemas.openxmlformats.org/officeDocument/2006/relationships/notesSlide" Target="/ppt/notesSlides/notesSlide17.xml" Id="R984b6fcca72b4fb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2f324ee53540bb" /><Relationship Type="http://schemas.openxmlformats.org/officeDocument/2006/relationships/image" Target="/ppt/media/image43.png" Id="Reeb2a0d08af04e05" /><Relationship Type="http://schemas.openxmlformats.org/officeDocument/2006/relationships/image" Target="/ppt/media/image44.png" Id="Rbb0a86e362f847be" /><Relationship Type="http://schemas.openxmlformats.org/officeDocument/2006/relationships/notesSlide" Target="/ppt/notesSlides/notesSlide18.xml" Id="Rab6e78a49f5b4f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31b496a12ad4844" /><Relationship Type="http://schemas.openxmlformats.org/officeDocument/2006/relationships/image" Target="/ppt/media/image45.png" Id="R7981f4a9518d43fd" /><Relationship Type="http://schemas.openxmlformats.org/officeDocument/2006/relationships/image" Target="/ppt/media/image46.png" Id="R7844633a9808498e" /><Relationship Type="http://schemas.openxmlformats.org/officeDocument/2006/relationships/notesSlide" Target="/ppt/notesSlides/notesSlide19.xml" Id="Ra507e62196d4469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4c455425d6b466f" /><Relationship Type="http://schemas.openxmlformats.org/officeDocument/2006/relationships/image" Target="/ppt/media/image47.png" Id="R3cacc850e10f421c" /><Relationship Type="http://schemas.openxmlformats.org/officeDocument/2006/relationships/image" Target="/ppt/media/image48.png" Id="Reca763163f8d4947" /><Relationship Type="http://schemas.openxmlformats.org/officeDocument/2006/relationships/image" Target="/ppt/media/image49.png" Id="Rc033cec9ab9a4271" /><Relationship Type="http://schemas.openxmlformats.org/officeDocument/2006/relationships/notesSlide" Target="/ppt/notesSlides/notesSlide20.xml" Id="R669c6a514ffc4f4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56ed897579b4b7f" /><Relationship Type="http://schemas.openxmlformats.org/officeDocument/2006/relationships/image" Target="/ppt/media/image50.png" Id="Rd2235e1d3208473d" /><Relationship Type="http://schemas.openxmlformats.org/officeDocument/2006/relationships/image" Target="/ppt/media/image51.png" Id="R5b32fb6afde147c6" /><Relationship Type="http://schemas.openxmlformats.org/officeDocument/2006/relationships/image" Target="/ppt/media/image52.png" Id="R94e9b7a39c364e0e" /><Relationship Type="http://schemas.openxmlformats.org/officeDocument/2006/relationships/notesSlide" Target="/ppt/notesSlides/notesSlide21.xml" Id="Re35534867fbd41a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93c12044cf04b72" /><Relationship Type="http://schemas.openxmlformats.org/officeDocument/2006/relationships/image" Target="/ppt/media/image53.png" Id="R09bc80af97a343ae" /><Relationship Type="http://schemas.openxmlformats.org/officeDocument/2006/relationships/notesSlide" Target="/ppt/notesSlides/notesSlide22.xml" Id="Rc870d50bf6324e6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f429dac504c4cc2" /><Relationship Type="http://schemas.openxmlformats.org/officeDocument/2006/relationships/image" Target="/ppt/media/image54.png" Id="R84cfebe9bc584ebb" /><Relationship Type="http://schemas.openxmlformats.org/officeDocument/2006/relationships/image" Target="/ppt/media/image55.png" Id="R19df87f56776449c" /><Relationship Type="http://schemas.openxmlformats.org/officeDocument/2006/relationships/image" Target="/ppt/media/image56.png" Id="R8175d8e4c13a4d57" /><Relationship Type="http://schemas.openxmlformats.org/officeDocument/2006/relationships/notesSlide" Target="/ppt/notesSlides/notesSlide23.xml" Id="Rd83f7a68bff64c5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1fd168b183b4a81" /><Relationship Type="http://schemas.openxmlformats.org/officeDocument/2006/relationships/image" Target="/ppt/media/image57.png" Id="Rc762004f073e4361" /><Relationship Type="http://schemas.openxmlformats.org/officeDocument/2006/relationships/image" Target="/ppt/media/image58.png" Id="Re577893476ec4f50" /><Relationship Type="http://schemas.openxmlformats.org/officeDocument/2006/relationships/notesSlide" Target="/ppt/notesSlides/notesSlide24.xml" Id="R4b1f7111e6594ae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ab74a1c9b2b4cbf" /><Relationship Type="http://schemas.openxmlformats.org/officeDocument/2006/relationships/image" Target="/ppt/media/image59.png" Id="R9d663edaa6e246ee" /><Relationship Type="http://schemas.openxmlformats.org/officeDocument/2006/relationships/image" Target="/ppt/media/image60.png" Id="Rfe16a2ac086d4bc5" /><Relationship Type="http://schemas.openxmlformats.org/officeDocument/2006/relationships/notesSlide" Target="/ppt/notesSlides/notesSlide25.xml" Id="R32814202efef49a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86f4b6228314846" /><Relationship Type="http://schemas.openxmlformats.org/officeDocument/2006/relationships/image" Target="/ppt/media/image61.png" Id="R716758e0ebe1496a" /><Relationship Type="http://schemas.openxmlformats.org/officeDocument/2006/relationships/notesSlide" Target="/ppt/notesSlides/notesSlide26.xml" Id="Rdaf92c92a5e644e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a039d496e2c4ed7" /><Relationship Type="http://schemas.openxmlformats.org/officeDocument/2006/relationships/image" Target="/ppt/media/image62.png" Id="R7242d0a3d49543f8" /><Relationship Type="http://schemas.openxmlformats.org/officeDocument/2006/relationships/image" Target="/ppt/media/image63.png" Id="R69d6958f1a5d474f" /><Relationship Type="http://schemas.openxmlformats.org/officeDocument/2006/relationships/notesSlide" Target="/ppt/notesSlides/notesSlide27.xml" Id="R07b2152a0bf8470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803eda82812437f" /><Relationship Type="http://schemas.openxmlformats.org/officeDocument/2006/relationships/image" Target="/ppt/media/image64.png" Id="R662705c7e4704b5b" /><Relationship Type="http://schemas.openxmlformats.org/officeDocument/2006/relationships/image" Target="/ppt/media/image65.png" Id="Ra4fe5fe50bb74f75" /><Relationship Type="http://schemas.openxmlformats.org/officeDocument/2006/relationships/notesSlide" Target="/ppt/notesSlides/notesSlide28.xml" Id="R9e479af107bb4cd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9178bf0807e4770" /><Relationship Type="http://schemas.openxmlformats.org/officeDocument/2006/relationships/image" Target="/ppt/media/image66.png" Id="R684d1bf08eb946da" /><Relationship Type="http://schemas.openxmlformats.org/officeDocument/2006/relationships/image" Target="/ppt/media/image67.png" Id="R79ae7cf8fce74ba8" /><Relationship Type="http://schemas.openxmlformats.org/officeDocument/2006/relationships/notesSlide" Target="/ppt/notesSlides/notesSlide29.xml" Id="Rfd8205c098f349f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daa392057a34c5d" /><Relationship Type="http://schemas.openxmlformats.org/officeDocument/2006/relationships/image" Target="/ppt/media/image68.png" Id="R5fe5b30616ef4d40" /><Relationship Type="http://schemas.openxmlformats.org/officeDocument/2006/relationships/image" Target="/ppt/media/image69.png" Id="R64f31355bdff4e27" /><Relationship Type="http://schemas.openxmlformats.org/officeDocument/2006/relationships/notesSlide" Target="/ppt/notesSlides/notesSlide30.xml" Id="Ra3d89a35c78e4c3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e79a232e6664ebc" /><Relationship Type="http://schemas.openxmlformats.org/officeDocument/2006/relationships/image" Target="/ppt/media/image70.png" Id="R743454aa52ff49fa" /><Relationship Type="http://schemas.openxmlformats.org/officeDocument/2006/relationships/image" Target="/ppt/media/image71.png" Id="Ra656f90504f14e45" /><Relationship Type="http://schemas.openxmlformats.org/officeDocument/2006/relationships/image" Target="/ppt/media/image72.png" Id="Rf6564fd141fe4374" /><Relationship Type="http://schemas.openxmlformats.org/officeDocument/2006/relationships/notesSlide" Target="/ppt/notesSlides/notesSlide31.xml" Id="Rba72b6428a3544c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9e316e02eb14c8b" /><Relationship Type="http://schemas.openxmlformats.org/officeDocument/2006/relationships/image" Target="/ppt/media/image73.png" Id="Rb2a218a458c64fe3" /><Relationship Type="http://schemas.openxmlformats.org/officeDocument/2006/relationships/notesSlide" Target="/ppt/notesSlides/notesSlide32.xml" Id="Rfa5aef86511f489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45f5f03c46447ec" /><Relationship Type="http://schemas.openxmlformats.org/officeDocument/2006/relationships/image" Target="/ppt/media/image74.png" Id="Rae87d785029145c3" /><Relationship Type="http://schemas.openxmlformats.org/officeDocument/2006/relationships/image" Target="/ppt/media/image75.png" Id="R5040db3dad144123" /><Relationship Type="http://schemas.openxmlformats.org/officeDocument/2006/relationships/notesSlide" Target="/ppt/notesSlides/notesSlide33.xml" Id="R9e8ff9961cbb4c9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e3b744eac464d6c" /><Relationship Type="http://schemas.openxmlformats.org/officeDocument/2006/relationships/image" Target="/ppt/media/image76.png" Id="R915e888525f5406a" /><Relationship Type="http://schemas.openxmlformats.org/officeDocument/2006/relationships/image" Target="/ppt/media/image77.png" Id="R1cffd831b4aa4a1e" /><Relationship Type="http://schemas.openxmlformats.org/officeDocument/2006/relationships/notesSlide" Target="/ppt/notesSlides/notesSlide34.xml" Id="Re2da453b6a56494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6e2985c55084924" /><Relationship Type="http://schemas.openxmlformats.org/officeDocument/2006/relationships/image" Target="/ppt/media/image78.png" Id="R3cee8f0f37f54c39" /><Relationship Type="http://schemas.openxmlformats.org/officeDocument/2006/relationships/notesSlide" Target="/ppt/notesSlides/notesSlide35.xml" Id="Re7151078582e4fa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b7b603c77af4edf" /><Relationship Type="http://schemas.openxmlformats.org/officeDocument/2006/relationships/image" Target="/ppt/media/image79.png" Id="R18603ac318c94d28" /><Relationship Type="http://schemas.openxmlformats.org/officeDocument/2006/relationships/image" Target="/ppt/media/image80.png" Id="Rec5bb823899a42f9" /><Relationship Type="http://schemas.openxmlformats.org/officeDocument/2006/relationships/notesSlide" Target="/ppt/notesSlides/notesSlide36.xml" Id="Rd88569a0242e4dc6"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81F7B486-EC1D-4399-A663-6157F2501B59}"/>
              </a:ext>
            </a:extLst>
          </p:cNvPr>
          <p:cNvPicPr>
            <a:picLocks noChangeAspect="1"/>
          </p:cNvPicPr>
          <p:nvPr/>
        </p:nvPicPr>
        <p:blipFill>
          <a:blip ns3:embed="Rda308fdd3ec441cf"/>
          <a:stretch/>
        </p:blipFill>
        <p:spPr>
          <a:xfrm>
            <a:off x="4859" y="0"/>
            <a:ext cx="18278283" cy="10287000"/>
          </a:xfrm>
          <a:prstGeom prst="rect">
            <a:avLst/>
          </a:prstGeom>
        </p:spPr>
      </p:pic>
      <p:sp>
        <p:nvSpPr>
          <p:cNvPr id="2" name="reference_green_fade">
            <a:extLst>
              <a:ext uri="{FF2B5EF4-FFF2-40B4-BE49-F238E27FC236}">
                <ns2:creationId id="{ADE15143-C1A0-4E33-BB5C-AA92205062DE}"/>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D109514E-1B79-4336-A553-CFF44224850E}"/>
              </a:ext>
            </a:extLst>
          </p:cNvPr>
          <p:cNvPicPr>
            <a:picLocks noChangeAspect="1"/>
          </p:cNvPicPr>
          <p:nvPr/>
        </p:nvPicPr>
        <p:blipFill>
          <a:blip ns3:embed="R26c56fc46a254bb8"/>
          <a:stretch/>
        </p:blipFill>
        <p:spPr>
          <a:xfrm>
            <a:off x="16941800" y="382588"/>
            <a:ext cx="1028700" cy="733425"/>
          </a:xfrm>
          <a:prstGeom prst="rect">
            <a:avLst/>
          </a:prstGeom>
        </p:spPr>
      </p:pic>
      <p:sp>
        <p:nvSpPr>
          <p:cNvPr id="4" name="copyright">
            <a:extLst>
              <a:ext uri="{FF2B5EF4-FFF2-40B4-BE49-F238E27FC236}">
                <ns2:creationId id="{8A9428F7-53B6-475B-AB37-00F10B7F6E06}"/>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E1866001-4F5D-4D4A-8791-AF3D237B57A9}"/>
              </a:ext>
            </a:extLst>
          </p:cNvPr>
          <p:cNvPicPr>
            <a:picLocks noChangeAspect="1"/>
          </p:cNvPicPr>
          <p:nvPr/>
        </p:nvPicPr>
        <p:blipFill>
          <a:blip ns3:embed="Rfdbe3662202f4ad2"/>
          <a:stretch/>
        </p:blipFill>
        <p:spPr>
          <a:xfrm>
            <a:off x="1320800" y="5207000"/>
            <a:ext cx="1447800" cy="609600"/>
          </a:xfrm>
          <a:prstGeom prst="rect">
            <a:avLst/>
          </a:prstGeom>
        </p:spPr>
      </p:pic>
      <p:pic>
        <p:nvPicPr>
          <p:cNvPr id="6" name="">
            <a:extLst>
              <a:ext uri="{FF2B5EF4-FFF2-40B4-BE49-F238E27FC236}">
                <ns2:creationId id="{E2EF2BEC-6221-4F64-935E-AFC6E9D8F66D}"/>
              </a:ext>
            </a:extLst>
          </p:cNvPr>
          <p:cNvPicPr>
            <a:picLocks noChangeAspect="1"/>
          </p:cNvPicPr>
          <p:nvPr/>
        </p:nvPicPr>
        <p:blipFill>
          <a:blip ns3:embed="R9092f7f386c34bfc"/>
          <a:stretch/>
        </p:blipFill>
        <p:spPr>
          <a:xfrm>
            <a:off x="15252700" y="410251"/>
            <a:ext cx="1473200" cy="627298"/>
          </a:xfrm>
          <a:prstGeom prst="rect">
            <a:avLst/>
          </a:prstGeom>
        </p:spPr>
      </p:pic>
      <p:sp>
        <p:nvSpPr>
          <p:cNvPr id="7" name="title-line0">
            <a:extLst>
              <a:ext uri="{FF2B5EF4-FFF2-40B4-BE49-F238E27FC236}">
                <ns2:creationId id="{31CFB425-B236-46CC-8434-46F3908C6501}"/>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68C6455E-55FD-47DE-8109-38E851E28972}"/>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61405C3F-8CB9-46EE-AEDB-217DF9507A50}"/>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281654642"/>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7" name="">
            <a:extLst>
              <a:ext uri="{FF2B5EF4-FFF2-40B4-BE49-F238E27FC236}">
                <ns2:creationId id="{7E93ED54-F4CA-4E88-8B28-FD6712FFEFF4}"/>
              </a:ext>
            </a:extLst>
          </p:cNvPr>
          <p:cNvPicPr>
            <a:picLocks noChangeAspect="1"/>
          </p:cNvPicPr>
          <p:nvPr/>
        </p:nvPicPr>
        <p:blipFill>
          <a:blip ns3:embed="R05fab46ffe024c57"/>
          <a:stretch/>
        </p:blipFill>
        <p:spPr>
          <a:xfrm>
            <a:off x="16941800" y="382588"/>
            <a:ext cx="1028700" cy="733425"/>
          </a:xfrm>
          <a:prstGeom prst="rect">
            <a:avLst/>
          </a:prstGeom>
        </p:spPr>
      </p:pic>
      <p:sp>
        <p:nvSpPr>
          <p:cNvPr id="2" name="copyright">
            <a:extLst>
              <a:ext uri="{FF2B5EF4-FFF2-40B4-BE49-F238E27FC236}">
                <ns2:creationId id="{1F228964-95EF-47EA-8901-F007DE27CC5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title">
            <a:extLst>
              <a:ext uri="{FF2B5EF4-FFF2-40B4-BE49-F238E27FC236}">
                <ns2:creationId id="{58A84680-24CA-46D0-8D43-BCDB78E22D98}"/>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4" name="part-chevron-0">
            <a:extLst>
              <a:ext uri="{FF2B5EF4-FFF2-40B4-BE49-F238E27FC236}">
                <ns2:creationId id="{AC8C82D2-665F-41B3-B353-C8CD009AF3A0}"/>
              </a:ext>
            </a:extLst>
          </p:cNvPr>
          <p:cNvSpPr>
            <a:spLocks noGrp="1"/>
          </p:cNvSpPr>
          <p:nvPr/>
        </p:nvSpPr>
        <p:spPr>
          <a:xfrm>
            <a:off x="1619250" y="4572000"/>
            <a:ext cx="3714750" cy="3238500"/>
          </a:xfrm>
          <a:prstGeom prst="chevron">
            <a:avLst>
              <a:gd name="adj" fmla="val 10000"/>
            </a:avLst>
          </a:prstGeom>
          <a:solidFill>
            <a:srgbClr val="202020"/>
          </a:solidFill>
          <a:ln w="0">
            <a:noFill/>
          </a:ln>
        </p:spPr>
      </p:sp>
      <p:sp>
        <p:nvSpPr>
          <p:cNvPr id="5" name="part-label-0">
            <a:extLst>
              <a:ext uri="{FF2B5EF4-FFF2-40B4-BE49-F238E27FC236}">
                <ns2:creationId id="{47F11375-B72C-4909-995D-91C6D76BF46E}"/>
              </a:ext>
            </a:extLst>
          </p:cNvPr>
          <p:cNvSpPr>
            <a:spLocks noGrp="1"/>
          </p:cNvSpPr>
          <p:nvPr/>
        </p:nvSpPr>
        <p:spPr>
          <a:xfrm>
            <a:off x="223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6" name="part-title-0-0">
            <a:extLst>
              <a:ext uri="{FF2B5EF4-FFF2-40B4-BE49-F238E27FC236}">
                <ns2:creationId id="{98202AE8-D559-42FF-BF92-F683BEA71135}"/>
              </a:ext>
            </a:extLst>
          </p:cNvPr>
          <p:cNvSpPr>
            <a:spLocks noGrp="1"/>
          </p:cNvSpPr>
          <p:nvPr/>
        </p:nvSpPr>
        <p:spPr>
          <a:xfrm>
            <a:off x="223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7" name="part-chevron-1">
            <a:extLst>
              <a:ext uri="{FF2B5EF4-FFF2-40B4-BE49-F238E27FC236}">
                <ns2:creationId id="{F442E621-C0BC-4B57-824B-4F5BB65CF0A6}"/>
              </a:ext>
            </a:extLst>
          </p:cNvPr>
          <p:cNvSpPr>
            <a:spLocks noGrp="1"/>
          </p:cNvSpPr>
          <p:nvPr/>
        </p:nvSpPr>
        <p:spPr>
          <a:xfrm>
            <a:off x="5429250" y="4572000"/>
            <a:ext cx="3714750" cy="3238500"/>
          </a:xfrm>
          <a:prstGeom prst="chevron">
            <a:avLst>
              <a:gd name="adj" fmla="val 10000"/>
            </a:avLst>
          </a:prstGeom>
          <a:solidFill>
            <a:srgbClr val="202020"/>
          </a:solidFill>
          <a:ln w="0">
            <a:noFill/>
          </a:ln>
        </p:spPr>
      </p:sp>
      <p:sp>
        <p:nvSpPr>
          <p:cNvPr id="8" name="part-label-1">
            <a:extLst>
              <a:ext uri="{FF2B5EF4-FFF2-40B4-BE49-F238E27FC236}">
                <ns2:creationId id="{BFBE4149-7FF0-4CA2-914D-75D08EE6E710}"/>
              </a:ext>
            </a:extLst>
          </p:cNvPr>
          <p:cNvSpPr>
            <a:spLocks noGrp="1"/>
          </p:cNvSpPr>
          <p:nvPr/>
        </p:nvSpPr>
        <p:spPr>
          <a:xfrm>
            <a:off x="604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9" name="part-title-1-0">
            <a:extLst>
              <a:ext uri="{FF2B5EF4-FFF2-40B4-BE49-F238E27FC236}">
                <ns2:creationId id="{CE14FFAE-074C-49AF-AAA8-A58A80317A5B}"/>
              </a:ext>
            </a:extLst>
          </p:cNvPr>
          <p:cNvSpPr>
            <a:spLocks noGrp="1"/>
          </p:cNvSpPr>
          <p:nvPr/>
        </p:nvSpPr>
        <p:spPr>
          <a:xfrm>
            <a:off x="604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열화학 반응식</a:t>
            </a:r>
          </a:p>
        </p:txBody>
      </p:sp>
      <p:sp>
        <p:nvSpPr>
          <p:cNvPr id="10" name="part-chevron-2">
            <a:extLst>
              <a:ext uri="{FF2B5EF4-FFF2-40B4-BE49-F238E27FC236}">
                <ns2:creationId id="{C9BFB1A0-C424-48CB-9337-CF368343F8FC}"/>
              </a:ext>
            </a:extLst>
          </p:cNvPr>
          <p:cNvSpPr>
            <a:spLocks noGrp="1"/>
          </p:cNvSpPr>
          <p:nvPr/>
        </p:nvSpPr>
        <p:spPr>
          <a:xfrm>
            <a:off x="9239250" y="4572000"/>
            <a:ext cx="3714750" cy="3238500"/>
          </a:xfrm>
          <a:prstGeom prst="chevron">
            <a:avLst>
              <a:gd name="adj" fmla="val 10000"/>
            </a:avLst>
          </a:prstGeom>
          <a:solidFill>
            <a:srgbClr val="202020"/>
          </a:solidFill>
          <a:ln w="0">
            <a:noFill/>
          </a:ln>
        </p:spPr>
      </p:sp>
      <p:sp>
        <p:nvSpPr>
          <p:cNvPr id="11" name="part-label-2">
            <a:extLst>
              <a:ext uri="{FF2B5EF4-FFF2-40B4-BE49-F238E27FC236}">
                <ns2:creationId id="{73118EBE-0FAD-4DA0-8CAF-1D3000BA0C4A}"/>
              </a:ext>
            </a:extLst>
          </p:cNvPr>
          <p:cNvSpPr>
            <a:spLocks noGrp="1"/>
          </p:cNvSpPr>
          <p:nvPr/>
        </p:nvSpPr>
        <p:spPr>
          <a:xfrm>
            <a:off x="985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2" name="part-title-2-0">
            <a:extLst>
              <a:ext uri="{FF2B5EF4-FFF2-40B4-BE49-F238E27FC236}">
                <ns2:creationId id="{E0E56FA1-070F-4EF9-9A0F-1129A70B8768}"/>
              </a:ext>
            </a:extLst>
          </p:cNvPr>
          <p:cNvSpPr>
            <a:spLocks noGrp="1"/>
          </p:cNvSpPr>
          <p:nvPr/>
        </p:nvSpPr>
        <p:spPr>
          <a:xfrm>
            <a:off x="985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효율성</a:t>
            </a:r>
          </a:p>
        </p:txBody>
      </p:sp>
      <p:sp>
        <p:nvSpPr>
          <p:cNvPr id="13" name="part-chevron-3">
            <a:extLst>
              <a:ext uri="{FF2B5EF4-FFF2-40B4-BE49-F238E27FC236}">
                <ns2:creationId id="{0F5A8B51-E118-49C4-B1B6-A2C281AAA4B1}"/>
              </a:ext>
            </a:extLst>
          </p:cNvPr>
          <p:cNvSpPr>
            <a:spLocks noGrp="1"/>
          </p:cNvSpPr>
          <p:nvPr/>
        </p:nvSpPr>
        <p:spPr>
          <a:xfrm>
            <a:off x="13049250" y="4572000"/>
            <a:ext cx="3714750" cy="3238500"/>
          </a:xfrm>
          <a:prstGeom prst="chevron">
            <a:avLst>
              <a:gd name="adj" fmla="val 10000"/>
            </a:avLst>
          </a:prstGeom>
          <a:solidFill>
            <a:srgbClr val="202020"/>
          </a:solidFill>
          <a:ln w="0">
            <a:noFill/>
          </a:ln>
        </p:spPr>
      </p:sp>
      <p:sp>
        <p:nvSpPr>
          <p:cNvPr id="14" name="part-label-3">
            <a:extLst>
              <a:ext uri="{FF2B5EF4-FFF2-40B4-BE49-F238E27FC236}">
                <ns2:creationId id="{C7666804-27D8-47CA-96E6-444D88701F50}"/>
              </a:ext>
            </a:extLst>
          </p:cNvPr>
          <p:cNvSpPr>
            <a:spLocks noGrp="1"/>
          </p:cNvSpPr>
          <p:nvPr/>
        </p:nvSpPr>
        <p:spPr>
          <a:xfrm>
            <a:off x="1366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4</a:t>
            </a:r>
          </a:p>
        </p:txBody>
      </p:sp>
      <p:sp>
        <p:nvSpPr>
          <p:cNvPr id="15" name="part-title-3-0">
            <a:extLst>
              <a:ext uri="{FF2B5EF4-FFF2-40B4-BE49-F238E27FC236}">
                <ns2:creationId id="{C36362A3-CC73-403F-8805-C9769EED2510}"/>
              </a:ext>
            </a:extLst>
          </p:cNvPr>
          <p:cNvSpPr>
            <a:spLocks noGrp="1"/>
          </p:cNvSpPr>
          <p:nvPr/>
        </p:nvSpPr>
        <p:spPr>
          <a:xfrm>
            <a:off x="1366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결합 에너지와</a:t>
            </a:r>
          </a:p>
        </p:txBody>
      </p:sp>
      <p:sp>
        <p:nvSpPr>
          <p:cNvPr id="16" name="part-title-3-1">
            <a:extLst>
              <a:ext uri="{FF2B5EF4-FFF2-40B4-BE49-F238E27FC236}">
                <ns2:creationId id="{88BDF35B-19BE-4767-8421-7A864214AF41}"/>
              </a:ext>
            </a:extLst>
          </p:cNvPr>
          <p:cNvSpPr>
            <a:spLocks noGrp="1"/>
          </p:cNvSpPr>
          <p:nvPr/>
        </p:nvSpPr>
        <p:spPr>
          <a:xfrm>
            <a:off x="13668375" y="64960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p:txBody>
      </p:sp>
    </p:spTree>
    <p:extLst>
      <p:ext uri="{BB962C8B-B14F-4D97-AF65-F5344CB8AC3E}">
        <ns4:creationId val="1105680761"/>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76EE77E4-2C72-48A8-AA93-CE3CB30DA0CB}"/>
              </a:ext>
            </a:extLst>
          </p:cNvPr>
          <p:cNvPicPr>
            <a:picLocks noChangeAspect="1"/>
          </p:cNvPicPr>
          <p:nvPr/>
        </p:nvPicPr>
        <p:blipFill>
          <a:blip ns3:embed="Rab738d1af43a400b"/>
          <a:stretch/>
        </p:blipFill>
        <p:spPr>
          <a:xfrm>
            <a:off x="1482979" y="4038600"/>
            <a:ext cx="15322041" cy="3683000"/>
          </a:xfrm>
          <a:prstGeom prst="rect">
            <a:avLst/>
          </a:prstGeom>
        </p:spPr>
      </p:pic>
      <p:pic>
        <p:nvPicPr>
          <p:cNvPr id="2" name="">
            <a:extLst>
              <a:ext uri="{FF2B5EF4-FFF2-40B4-BE49-F238E27FC236}">
                <ns2:creationId id="{4DDD581A-7A56-46DC-BB66-E63B920189A5}"/>
              </a:ext>
            </a:extLst>
          </p:cNvPr>
          <p:cNvPicPr>
            <a:picLocks noChangeAspect="1"/>
          </p:cNvPicPr>
          <p:nvPr/>
        </p:nvPicPr>
        <p:blipFill>
          <a:blip ns3:embed="R355fe2df5ee64de6"/>
          <a:stretch/>
        </p:blipFill>
        <p:spPr>
          <a:xfrm>
            <a:off x="15914688" y="5372100"/>
            <a:ext cx="2066925" cy="4381500"/>
          </a:xfrm>
          <a:prstGeom prst="rect">
            <a:avLst/>
          </a:prstGeom>
        </p:spPr>
      </p:pic>
      <p:pic>
        <p:nvPicPr>
          <p:cNvPr id="3" name="">
            <a:extLst>
              <a:ext uri="{FF2B5EF4-FFF2-40B4-BE49-F238E27FC236}">
                <ns2:creationId id="{58CA5A2C-2D31-4445-BE00-5B2541FF9660}"/>
              </a:ext>
            </a:extLst>
          </p:cNvPr>
          <p:cNvPicPr>
            <a:picLocks noChangeAspect="1"/>
          </p:cNvPicPr>
          <p:nvPr/>
        </p:nvPicPr>
        <p:blipFill>
          <a:blip ns3:embed="Rfd28e779adf043a3"/>
          <a:stretch/>
        </p:blipFill>
        <p:spPr>
          <a:xfrm>
            <a:off x="16941800" y="382588"/>
            <a:ext cx="1028700" cy="733425"/>
          </a:xfrm>
          <a:prstGeom prst="rect">
            <a:avLst/>
          </a:prstGeom>
        </p:spPr>
      </p:pic>
      <p:sp>
        <p:nvSpPr>
          <p:cNvPr id="4" name="copyright">
            <a:extLst>
              <a:ext uri="{FF2B5EF4-FFF2-40B4-BE49-F238E27FC236}">
                <ns2:creationId id="{13AE58FB-0CD3-4774-9B93-FFF4A415F6E5}"/>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23C81FDD-2D7A-47BE-8236-7DD86D199190}"/>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051D23B4-8CA9-4323-9066-FE50453CAA8F}"/>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50E6EEEA-2521-42BF-9D26-406B2A492F4C}"/>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E794F39E-434A-4E10-9D61-7A63932DC62B}"/>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67835926-A7CA-4B91-A116-409FF16FA2B7}"/>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37898321-3B1A-4347-9B98-4B05DBB1000C}"/>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21B9C188-E94C-419F-8127-B2C2C866BC34}"/>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E113A579-1528-4C3A-AE25-63A157FC6DD5}"/>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92BDCFE6-AF60-4BF2-A469-2F0C318B746D}"/>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9697BE1B-6143-49BB-B77F-1BA7ADFF8775}"/>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142994697"/>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3122B9B0-AFF2-44CA-A52E-FCB5C9CF4947}"/>
              </a:ext>
            </a:extLst>
          </p:cNvPr>
          <p:cNvPicPr>
            <a:picLocks noChangeAspect="1"/>
          </p:cNvPicPr>
          <p:nvPr/>
        </p:nvPicPr>
        <p:blipFill>
          <a:blip ns3:embed="Re3090cb552bd4548"/>
          <a:stretch/>
        </p:blipFill>
        <p:spPr>
          <a:xfrm>
            <a:off x="16941800" y="382588"/>
            <a:ext cx="1028700" cy="733425"/>
          </a:xfrm>
          <a:prstGeom prst="rect">
            <a:avLst/>
          </a:prstGeom>
        </p:spPr>
      </p:pic>
      <p:sp>
        <p:nvSpPr>
          <p:cNvPr id="2" name="copyright">
            <a:extLst>
              <a:ext uri="{FF2B5EF4-FFF2-40B4-BE49-F238E27FC236}">
                <ns2:creationId id="{3C4345FB-A004-4499-AE88-90715364FC5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25A773E4-40E9-42E0-AB82-991380E3E50A}"/>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DA788DC2-C2D8-4F8F-8B27-8BE8A4231783}"/>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FF50E3D1-B045-4685-842F-A41943DFB06F}"/>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4321D8D2-EF7B-4AE7-BECA-4A47F245D726}"/>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2167D354-14C8-4CAA-A0DD-B6F55CF026A8}"/>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71B8DC87-CCE3-4171-91EB-8881E64FB1EC}"/>
              </a:ext>
            </a:extLst>
          </p:cNvPr>
          <p:cNvPicPr>
            <a:picLocks noChangeAspect="1"/>
          </p:cNvPicPr>
          <p:nvPr/>
        </p:nvPicPr>
        <p:blipFill>
          <a:blip ns3:embed="R23dfd6349d374c4f"/>
          <a:stretch/>
        </p:blipFill>
        <p:spPr>
          <a:xfrm>
            <a:off x="5715000" y="4722634"/>
            <a:ext cx="6858000" cy="5151794"/>
          </a:xfrm>
          <a:prstGeom prst="rect">
            <a:avLst/>
          </a:prstGeom>
        </p:spPr>
      </p:pic>
    </p:spTree>
    <p:extLst>
      <p:ext uri="{BB962C8B-B14F-4D97-AF65-F5344CB8AC3E}">
        <ns4:creationId val="989961188"/>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9594D5FD-EB14-4257-A262-0443E84FA1EC}"/>
              </a:ext>
            </a:extLst>
          </p:cNvPr>
          <p:cNvPicPr>
            <a:picLocks noChangeAspect="1"/>
          </p:cNvPicPr>
          <p:nvPr/>
        </p:nvPicPr>
        <p:blipFill>
          <a:blip ns3:embed="Reec1952b1fe24c2e"/>
          <a:stretch/>
        </p:blipFill>
        <p:spPr>
          <a:xfrm>
            <a:off x="4859" y="0"/>
            <a:ext cx="18278283" cy="10287000"/>
          </a:xfrm>
          <a:prstGeom prst="rect">
            <a:avLst/>
          </a:prstGeom>
        </p:spPr>
      </p:pic>
      <p:sp>
        <p:nvSpPr>
          <p:cNvPr id="2" name="reference_green_fade">
            <a:extLst>
              <a:ext uri="{FF2B5EF4-FFF2-40B4-BE49-F238E27FC236}">
                <ns2:creationId id="{0822FB6D-5362-4DD7-BFB4-36BBF2C693F5}"/>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039D2112-D192-4EFE-8BE1-BD7111156968}"/>
              </a:ext>
            </a:extLst>
          </p:cNvPr>
          <p:cNvPicPr>
            <a:picLocks noChangeAspect="1"/>
          </p:cNvPicPr>
          <p:nvPr/>
        </p:nvPicPr>
        <p:blipFill>
          <a:blip ns3:embed="Rfa10d567325a4922"/>
          <a:stretch/>
        </p:blipFill>
        <p:spPr>
          <a:xfrm>
            <a:off x="16916400" y="332392"/>
            <a:ext cx="1079500" cy="668717"/>
          </a:xfrm>
          <a:prstGeom prst="rect">
            <a:avLst/>
          </a:prstGeom>
        </p:spPr>
      </p:pic>
      <p:sp>
        <p:nvSpPr>
          <p:cNvPr id="4" name="copyright">
            <a:extLst>
              <a:ext uri="{FF2B5EF4-FFF2-40B4-BE49-F238E27FC236}">
                <ns2:creationId id="{36C6F73D-3D1F-4B89-85E0-B556E7688D7D}"/>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3BE475FB-2C46-4CAA-85BF-DBB9AD927F77}"/>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E8DBF196-B1FE-4A4D-9F8E-90472FC52A92}"/>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a:t>
            </a:r>
          </a:p>
        </p:txBody>
      </p:sp>
      <p:sp>
        <p:nvSpPr>
          <p:cNvPr id="7" name="theory_curiosity">
            <a:extLst>
              <a:ext uri="{FF2B5EF4-FFF2-40B4-BE49-F238E27FC236}">
                <ns2:creationId id="{5D4C54A2-5A33-462D-AD63-439F7526C01E}"/>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반응할 때 열은 어디로 이동할까?</a:t>
            </a:r>
          </a:p>
        </p:txBody>
      </p:sp>
    </p:spTree>
    <p:extLst>
      <p:ext uri="{BB962C8B-B14F-4D97-AF65-F5344CB8AC3E}">
        <ns4:creationId val="556306981"/>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4C5A33A4-00F4-449D-A81A-194B61155C00}"/>
              </a:ext>
            </a:extLst>
          </p:cNvPr>
          <p:cNvPicPr>
            <a:picLocks noChangeAspect="1"/>
          </p:cNvPicPr>
          <p:nvPr/>
        </p:nvPicPr>
        <p:blipFill>
          <a:blip ns3:embed="R6f2bf07ce5f64f1c"/>
          <a:stretch/>
        </p:blipFill>
        <p:spPr>
          <a:xfrm>
            <a:off x="16941800" y="382588"/>
            <a:ext cx="1028700" cy="733425"/>
          </a:xfrm>
          <a:prstGeom prst="rect">
            <a:avLst/>
          </a:prstGeom>
        </p:spPr>
      </p:pic>
      <p:sp>
        <p:nvSpPr>
          <p:cNvPr id="2" name="part_heading">
            <a:extLst>
              <a:ext uri="{FF2B5EF4-FFF2-40B4-BE49-F238E27FC236}">
                <ns2:creationId id="{1901EE39-8946-4B47-B11E-45C99347016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79EB70B6-A4FA-46E6-8F91-851AF10A80F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C23F7DE-4C44-449F-9D07-B63E1009CC0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9098B242-A108-4EF3-BB7E-2530C59621C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반응은 주위로 열을 방출한다</a:t>
            </a:r>
          </a:p>
        </p:txBody>
      </p:sp>
      <p:sp>
        <p:nvSpPr>
          <p:cNvPr id="6" name="explanation">
            <a:extLst>
              <a:ext uri="{FF2B5EF4-FFF2-40B4-BE49-F238E27FC236}">
                <ns2:creationId id="{76F835CC-F524-49B5-A82F-09AA798D67A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반응이 일어나는 물질은 반응계, 그 밖은 주위</a:t>
            </a:r>
          </a:p>
        </p:txBody>
      </p:sp>
      <p:sp>
        <p:nvSpPr>
          <p:cNvPr id="7" name="copyright">
            <a:extLst>
              <a:ext uri="{FF2B5EF4-FFF2-40B4-BE49-F238E27FC236}">
                <ns2:creationId id="{00F9E501-D180-4216-93C9-8D781019037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B85E5A19-804F-463C-BEB3-573D6E5CA8C4}"/>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B935A654-49BE-4235-86F8-799273329A71}"/>
              </a:ext>
            </a:extLst>
          </p:cNvPr>
          <p:cNvPicPr>
            <a:picLocks noChangeAspect="1"/>
          </p:cNvPicPr>
          <p:nvPr/>
        </p:nvPicPr>
        <p:blipFill>
          <a:blip ns3:embed="R494e5a24ef664414"/>
          <a:srcRect l="0" t="4111" r="0" b="4111"/>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E80E34A3-1141-431E-AD20-FFE522BAB303}"/>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메테인의 연소</a:t>
            </a:r>
          </a:p>
        </p:txBody>
      </p:sp>
      <p:sp>
        <p:nvSpPr>
          <p:cNvPr id="11" name="example-caption-0">
            <a:extLst>
              <a:ext uri="{FF2B5EF4-FFF2-40B4-BE49-F238E27FC236}">
                <ns2:creationId id="{C4640174-0479-4E3D-92C4-DD2D4F5C0C8C}"/>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도시가스가 연소하며 열을 방출한다</a:t>
            </a:r>
          </a:p>
        </p:txBody>
      </p:sp>
      <p:sp>
        <p:nvSpPr>
          <p:cNvPr id="12" name="example-card-1">
            <a:extLst>
              <a:ext uri="{FF2B5EF4-FFF2-40B4-BE49-F238E27FC236}">
                <ns2:creationId id="{A54AB251-50E9-4C71-8C0B-AFFA03F45BC2}"/>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413F7325-ECDA-4E12-A862-CB7F0C9C91CF}"/>
              </a:ext>
            </a:extLst>
          </p:cNvPr>
          <p:cNvPicPr>
            <a:picLocks noChangeAspect="1"/>
          </p:cNvPicPr>
          <p:nvPr/>
        </p:nvPicPr>
        <p:blipFill>
          <a:blip ns3:embed="Rccd99d5a58e34155"/>
          <a:srcRect l="0" t="3688" r="0" b="3688"/>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ABDA12E5-91DD-4097-AC9C-BF48A385A0C2}"/>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철의 산화</a:t>
            </a:r>
          </a:p>
        </p:txBody>
      </p:sp>
      <p:sp>
        <p:nvSpPr>
          <p:cNvPr id="15" name="example-caption-1">
            <a:extLst>
              <a:ext uri="{FF2B5EF4-FFF2-40B4-BE49-F238E27FC236}">
                <ns2:creationId id="{5423BE03-7329-4B9F-9E9B-75F3B294D0F4}"/>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손난로는 철 가루의 산화열을 이용한다</a:t>
            </a:r>
          </a:p>
        </p:txBody>
      </p:sp>
    </p:spTree>
    <p:extLst>
      <p:ext uri="{BB962C8B-B14F-4D97-AF65-F5344CB8AC3E}">
        <ns4:creationId val="388732120"/>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8FC591FD-FAA7-45D8-A20F-89C76D07A4DD}"/>
              </a:ext>
            </a:extLst>
          </p:cNvPr>
          <p:cNvPicPr>
            <a:picLocks noChangeAspect="1"/>
          </p:cNvPicPr>
          <p:nvPr/>
        </p:nvPicPr>
        <p:blipFill>
          <a:blip ns3:embed="Raf5436b941eb4199"/>
          <a:stretch/>
        </p:blipFill>
        <p:spPr>
          <a:xfrm>
            <a:off x="16941800" y="382588"/>
            <a:ext cx="1028700" cy="733425"/>
          </a:xfrm>
          <a:prstGeom prst="rect">
            <a:avLst/>
          </a:prstGeom>
        </p:spPr>
      </p:pic>
      <p:sp>
        <p:nvSpPr>
          <p:cNvPr id="2" name="part_heading">
            <a:extLst>
              <a:ext uri="{FF2B5EF4-FFF2-40B4-BE49-F238E27FC236}">
                <ns2:creationId id="{2533D019-99EB-4FE7-B5A7-472B23676BD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EB73B4A7-6F48-44F7-9C2C-385D0C1DFCF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69429F0-D844-44E1-990F-5E4A78F888E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2F85523A-4F96-438D-9115-5EE63C92971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흡열 반응은 주위에서 열을 흡수한다</a:t>
            </a:r>
          </a:p>
        </p:txBody>
      </p:sp>
      <p:sp>
        <p:nvSpPr>
          <p:cNvPr id="6" name="explanation">
            <a:extLst>
              <a:ext uri="{FF2B5EF4-FFF2-40B4-BE49-F238E27FC236}">
                <ns2:creationId id="{64A0B26B-FA9E-4BE9-830F-9BE88FBA2FB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열을 흡수하는 반응계를 기준으로 설명한다</a:t>
            </a:r>
          </a:p>
        </p:txBody>
      </p:sp>
      <p:sp>
        <p:nvSpPr>
          <p:cNvPr id="7" name="copyright">
            <a:extLst>
              <a:ext uri="{FF2B5EF4-FFF2-40B4-BE49-F238E27FC236}">
                <ns2:creationId id="{17643C1B-A475-42A0-A770-1CFCB0C3761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D5CCEA16-F3C7-40B4-B470-2A1C8A302E8A}"/>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06F9D776-401B-4342-8BDF-3BAD6CB8A6C9}"/>
              </a:ext>
            </a:extLst>
          </p:cNvPr>
          <p:cNvPicPr>
            <a:picLocks noChangeAspect="1"/>
          </p:cNvPicPr>
          <p:nvPr/>
        </p:nvPicPr>
        <p:blipFill>
          <a:blip ns3:embed="R5dc358e5907d4964"/>
          <a:srcRect l="0" t="4233" r="0" b="4233"/>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9744F09D-3902-4358-BE64-0AF8F65E0695}"/>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냉각 팩</a:t>
            </a:r>
          </a:p>
        </p:txBody>
      </p:sp>
      <p:sp>
        <p:nvSpPr>
          <p:cNvPr id="11" name="example-caption-0">
            <a:extLst>
              <a:ext uri="{FF2B5EF4-FFF2-40B4-BE49-F238E27FC236}">
                <ns2:creationId id="{E3C72AAD-BF91-4B05-94D7-0C90F1767C47}"/>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질산 암모늄이 용해되며 열을 흡수한다</a:t>
            </a:r>
          </a:p>
        </p:txBody>
      </p:sp>
      <p:sp>
        <p:nvSpPr>
          <p:cNvPr id="12" name="example-card-1">
            <a:extLst>
              <a:ext uri="{FF2B5EF4-FFF2-40B4-BE49-F238E27FC236}">
                <ns2:creationId id="{6C029576-9DA2-4956-A001-714DF01947E6}"/>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92DEB818-238F-4736-9B9A-C27B815C5D20}"/>
              </a:ext>
            </a:extLst>
          </p:cNvPr>
          <p:cNvPicPr>
            <a:picLocks noChangeAspect="1"/>
          </p:cNvPicPr>
          <p:nvPr/>
        </p:nvPicPr>
        <p:blipFill>
          <a:blip ns3:embed="R7e05c525969b46ae"/>
          <a:srcRect l="0" t="3829" r="0" b="3829"/>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009464D3-23A6-48CB-962F-EC84C93C96CC}"/>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탄산수소 나트륨의 분해</a:t>
            </a:r>
          </a:p>
        </p:txBody>
      </p:sp>
      <p:sp>
        <p:nvSpPr>
          <p:cNvPr id="15" name="example-caption-1">
            <a:extLst>
              <a:ext uri="{FF2B5EF4-FFF2-40B4-BE49-F238E27FC236}">
                <ns2:creationId id="{D6557FDC-EA12-471F-8E5F-23EE34186CF3}"/>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제빵 소다가 분해될 때 열을 흡수한다</a:t>
            </a:r>
          </a:p>
        </p:txBody>
      </p:sp>
    </p:spTree>
    <p:extLst>
      <p:ext uri="{BB962C8B-B14F-4D97-AF65-F5344CB8AC3E}">
        <ns4:creationId val="1879441427"/>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BE757801-4BA8-4866-86CB-F3CAB780AB36}"/>
              </a:ext>
            </a:extLst>
          </p:cNvPr>
          <p:cNvPicPr>
            <a:picLocks noChangeAspect="1"/>
          </p:cNvPicPr>
          <p:nvPr/>
        </p:nvPicPr>
        <p:blipFill>
          <a:blip ns3:embed="Rb256256c7105414f"/>
          <a:stretch/>
        </p:blipFill>
        <p:spPr>
          <a:xfrm>
            <a:off x="16941800" y="382588"/>
            <a:ext cx="1028700" cy="733425"/>
          </a:xfrm>
          <a:prstGeom prst="rect">
            <a:avLst/>
          </a:prstGeom>
        </p:spPr>
      </p:pic>
      <p:sp>
        <p:nvSpPr>
          <p:cNvPr id="2" name="part_heading">
            <a:extLst>
              <a:ext uri="{FF2B5EF4-FFF2-40B4-BE49-F238E27FC236}">
                <ns2:creationId id="{C746C66C-26CF-470D-BDC1-689E99A2044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7FDB882A-C07E-4AA4-9BA2-8D88E7A1083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90C5FFB-17FD-4145-8D81-A831A4296BE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C2E82728-FE0E-401A-BF20-8EB759290CA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엔탈피는 물질이 갖는 에너지의 양이다</a:t>
            </a:r>
          </a:p>
        </p:txBody>
      </p:sp>
      <p:sp>
        <p:nvSpPr>
          <p:cNvPr id="6" name="explanation">
            <a:extLst>
              <a:ext uri="{FF2B5EF4-FFF2-40B4-BE49-F238E27FC236}">
                <ns2:creationId id="{346960D1-F090-4B75-9EBD-3AA76C3AAD3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압력에서의 에너지를 </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로 나타낸다</a:t>
            </a:r>
          </a:p>
        </p:txBody>
      </p:sp>
      <p:sp>
        <p:nvSpPr>
          <p:cNvPr id="7" name="copyright">
            <a:extLst>
              <a:ext uri="{FF2B5EF4-FFF2-40B4-BE49-F238E27FC236}">
                <ns2:creationId id="{094DF23C-BF16-4E80-8946-50BDF02CE49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nthalpy-symbol">
            <a:extLst>
              <a:ext uri="{FF2B5EF4-FFF2-40B4-BE49-F238E27FC236}">
                <ns2:creationId id="{9EE29CC6-3392-4C99-85AC-8D21FA3EFDD2}"/>
              </a:ext>
            </a:extLst>
          </p:cNvPr>
          <p:cNvSpPr>
            <a:spLocks noGrp="1"/>
          </p:cNvSpPr>
          <p:nvPr/>
        </p:nvSpPr>
        <p:spPr>
          <a:xfrm>
            <a:off x="2190750" y="4857750"/>
            <a:ext cx="2857500" cy="1619250"/>
          </a:xfrm>
          <a:prstGeom prst="rect">
            <a:avLst/>
          </a:prstGeom>
          <a:noFill/>
          <a:ln w="0">
            <a:noFill/>
          </a:ln>
        </p:spPr>
        <p:txBody>
          <a:bodyPr wrap="none" lIns="0" tIns="0" rIns="0" bIns="0" anchor="t">
            <a:noAutofit/>
          </a:bodyPr>
          <a:lstStyle>
            <a:defPPr algn="ctr">
              <a:defRPr sz="10500" b="1">
                <a:solidFill>
                  <a:srgbClr val="57962F"/>
                </a:solidFill>
                <a:latin typeface="Pretendard"/>
                <a:ea typeface="Pretendard"/>
                <a:cs typeface="Pretendard"/>
              </a:defRPr>
            </a:defPPr>
            <a:lvl1pPr algn="ctr">
              <a:defRPr sz="10500" b="1">
                <a:solidFill>
                  <a:srgbClr val="57962F"/>
                </a:solidFill>
                <a:latin typeface="Pretendard"/>
                <a:ea typeface="Pretendard"/>
                <a:cs typeface="Pretendard"/>
              </a:defRPr>
            </a:lvl1pPr>
            <a:lvl2pPr algn="ctr">
              <a:defRPr sz="10500" b="1">
                <a:solidFill>
                  <a:srgbClr val="57962F"/>
                </a:solidFill>
                <a:latin typeface="Pretendard"/>
                <a:ea typeface="Pretendard"/>
                <a:cs typeface="Pretendard"/>
              </a:defRPr>
            </a:lvl2pPr>
            <a:lvl3pPr algn="ctr">
              <a:defRPr sz="10500" b="1">
                <a:solidFill>
                  <a:srgbClr val="57962F"/>
                </a:solidFill>
                <a:latin typeface="Pretendard"/>
                <a:ea typeface="Pretendard"/>
                <a:cs typeface="Pretendard"/>
              </a:defRPr>
            </a:lvl3pPr>
            <a:lvl4pPr algn="ctr">
              <a:defRPr sz="10500" b="1">
                <a:solidFill>
                  <a:srgbClr val="57962F"/>
                </a:solidFill>
                <a:latin typeface="Pretendard"/>
                <a:ea typeface="Pretendard"/>
                <a:cs typeface="Pretendard"/>
              </a:defRPr>
            </a:lvl4pPr>
            <a:lvl5pPr algn="ctr">
              <a:defRPr sz="10500" b="1">
                <a:solidFill>
                  <a:srgbClr val="57962F"/>
                </a:solidFill>
                <a:latin typeface="Pretendard"/>
                <a:ea typeface="Pretendard"/>
                <a:cs typeface="Pretendard"/>
              </a:defRPr>
            </a:lvl5pPr>
            <a:lvl6pPr algn="ctr">
              <a:defRPr sz="10500" b="1">
                <a:solidFill>
                  <a:srgbClr val="57962F"/>
                </a:solidFill>
                <a:latin typeface="Pretendard"/>
                <a:ea typeface="Pretendard"/>
                <a:cs typeface="Pretendard"/>
              </a:defRPr>
            </a:lvl6pPr>
            <a:lvl7pPr algn="ctr">
              <a:defRPr sz="10500" b="1">
                <a:solidFill>
                  <a:srgbClr val="57962F"/>
                </a:solidFill>
                <a:latin typeface="Pretendard"/>
                <a:ea typeface="Pretendard"/>
                <a:cs typeface="Pretendard"/>
              </a:defRPr>
            </a:lvl7pPr>
            <a:lvl8pPr algn="ctr">
              <a:defRPr sz="10500" b="1">
                <a:solidFill>
                  <a:srgbClr val="57962F"/>
                </a:solidFill>
                <a:latin typeface="Pretendard"/>
                <a:ea typeface="Pretendard"/>
                <a:cs typeface="Pretendard"/>
              </a:defRPr>
            </a:lvl8pPr>
            <a:lvl9pPr algn="ctr">
              <a:defRPr sz="10500" b="1">
                <a:solidFill>
                  <a:srgbClr val="57962F"/>
                </a:solidFill>
                <a:latin typeface="Pretendard"/>
                <a:ea typeface="Pretendard"/>
                <a:cs typeface="Pretendard"/>
              </a:defRPr>
            </a:lvl9pPr>
          </a:lstStyle>
          <a:p>
            <a:pPr algn="ctr">
              <a:defRPr sz="10500" b="1">
                <a:solidFill>
                  <a:srgbClr val="57962F"/>
                </a:solidFill>
                <a:latin typeface="Pretendard"/>
                <a:ea typeface="Pretendard"/>
                <a:cs typeface="Pretendard"/>
              </a:defRPr>
            </a:pPr>
            <a:r>
              <a:rPr sz="10500" b="1" i="1">
                <a:solidFill>
                  <a:srgbClr val="57962F"/>
                </a:solidFill>
                <a:latin typeface="Pretendard"/>
                <a:ea typeface="Pretendard"/>
                <a:cs typeface="Pretendard"/>
              </a:rPr>
              <a:t>H</a:t>
            </a:r>
          </a:p>
        </p:txBody>
      </p:sp>
      <p:sp>
        <p:nvSpPr>
          <p:cNvPr id="9" name="enthalpy-name">
            <a:extLst>
              <a:ext uri="{FF2B5EF4-FFF2-40B4-BE49-F238E27FC236}">
                <ns2:creationId id="{2D48489D-AD13-48B3-B087-AAA0CB34CF08}"/>
              </a:ext>
            </a:extLst>
          </p:cNvPr>
          <p:cNvSpPr>
            <a:spLocks noGrp="1"/>
          </p:cNvSpPr>
          <p:nvPr/>
        </p:nvSpPr>
        <p:spPr>
          <a:xfrm>
            <a:off x="2190750" y="6667500"/>
            <a:ext cx="285750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엔탈피</a:t>
            </a:r>
          </a:p>
        </p:txBody>
      </p:sp>
      <p:sp>
        <p:nvSpPr>
          <p:cNvPr id="10" name="definition-panel">
            <a:extLst>
              <a:ext uri="{FF2B5EF4-FFF2-40B4-BE49-F238E27FC236}">
                <ns2:creationId id="{8DF15B39-5968-4D51-955A-BCD6CB928901}"/>
              </a:ext>
            </a:extLst>
          </p:cNvPr>
          <p:cNvSpPr>
            <a:spLocks noGrp="1"/>
          </p:cNvSpPr>
          <p:nvPr/>
        </p:nvSpPr>
        <p:spPr>
          <a:xfrm>
            <a:off x="6191250" y="4762500"/>
            <a:ext cx="10096500" cy="2905125"/>
          </a:xfrm>
          <a:prstGeom prst="roundRect">
            <a:avLst>
              <a:gd name="adj" fmla="val 7869"/>
            </a:avLst>
          </a:prstGeom>
          <a:solidFill>
            <a:srgbClr val="F2F2F2"/>
          </a:solidFill>
          <a:ln w="0">
            <a:noFill/>
          </a:ln>
        </p:spPr>
      </p:sp>
      <p:sp>
        <p:nvSpPr>
          <p:cNvPr id="11" name="definition-condition">
            <a:extLst>
              <a:ext uri="{FF2B5EF4-FFF2-40B4-BE49-F238E27FC236}">
                <ns2:creationId id="{E526D5B7-D5E6-44F4-83B4-65051DFE44E1}"/>
              </a:ext>
            </a:extLst>
          </p:cNvPr>
          <p:cNvSpPr>
            <a:spLocks noGrp="1"/>
          </p:cNvSpPr>
          <p:nvPr/>
        </p:nvSpPr>
        <p:spPr>
          <a:xfrm>
            <a:off x="6667500" y="5181600"/>
            <a:ext cx="9144000" cy="571500"/>
          </a:xfrm>
          <a:prstGeom prst="rect">
            <a:avLst/>
          </a:prstGeom>
          <a:noFill/>
          <a:ln w="0">
            <a:noFill/>
          </a:ln>
        </p:spPr>
        <p:txBody>
          <a:bodyPr wrap="none" lIns="0" tIns="0" rIns="0" bIns="0" anchor="t">
            <a:noAutofit/>
          </a:bodyPr>
          <a:lstStyle>
            <a:defPPr algn="ctr">
              <a:defRPr sz="3150" b="1">
                <a:solidFill>
                  <a:srgbClr val="777777"/>
                </a:solidFill>
                <a:latin typeface="Pretendard"/>
                <a:ea typeface="Pretendard"/>
                <a:cs typeface="Pretendard"/>
              </a:defRPr>
            </a:defPPr>
            <a:lvl1pPr algn="ctr">
              <a:defRPr sz="3150" b="1">
                <a:solidFill>
                  <a:srgbClr val="777777"/>
                </a:solidFill>
                <a:latin typeface="Pretendard"/>
                <a:ea typeface="Pretendard"/>
                <a:cs typeface="Pretendard"/>
              </a:defRPr>
            </a:lvl1pPr>
            <a:lvl2pPr algn="ctr">
              <a:defRPr sz="3150" b="1">
                <a:solidFill>
                  <a:srgbClr val="777777"/>
                </a:solidFill>
                <a:latin typeface="Pretendard"/>
                <a:ea typeface="Pretendard"/>
                <a:cs typeface="Pretendard"/>
              </a:defRPr>
            </a:lvl2pPr>
            <a:lvl3pPr algn="ctr">
              <a:defRPr sz="3150" b="1">
                <a:solidFill>
                  <a:srgbClr val="777777"/>
                </a:solidFill>
                <a:latin typeface="Pretendard"/>
                <a:ea typeface="Pretendard"/>
                <a:cs typeface="Pretendard"/>
              </a:defRPr>
            </a:lvl3pPr>
            <a:lvl4pPr algn="ctr">
              <a:defRPr sz="3150" b="1">
                <a:solidFill>
                  <a:srgbClr val="777777"/>
                </a:solidFill>
                <a:latin typeface="Pretendard"/>
                <a:ea typeface="Pretendard"/>
                <a:cs typeface="Pretendard"/>
              </a:defRPr>
            </a:lvl4pPr>
            <a:lvl5pPr algn="ctr">
              <a:defRPr sz="3150" b="1">
                <a:solidFill>
                  <a:srgbClr val="777777"/>
                </a:solidFill>
                <a:latin typeface="Pretendard"/>
                <a:ea typeface="Pretendard"/>
                <a:cs typeface="Pretendard"/>
              </a:defRPr>
            </a:lvl5pPr>
            <a:lvl6pPr algn="ctr">
              <a:defRPr sz="3150" b="1">
                <a:solidFill>
                  <a:srgbClr val="777777"/>
                </a:solidFill>
                <a:latin typeface="Pretendard"/>
                <a:ea typeface="Pretendard"/>
                <a:cs typeface="Pretendard"/>
              </a:defRPr>
            </a:lvl6pPr>
            <a:lvl7pPr algn="ctr">
              <a:defRPr sz="3150" b="1">
                <a:solidFill>
                  <a:srgbClr val="777777"/>
                </a:solidFill>
                <a:latin typeface="Pretendard"/>
                <a:ea typeface="Pretendard"/>
                <a:cs typeface="Pretendard"/>
              </a:defRPr>
            </a:lvl7pPr>
            <a:lvl8pPr algn="ctr">
              <a:defRPr sz="3150" b="1">
                <a:solidFill>
                  <a:srgbClr val="777777"/>
                </a:solidFill>
                <a:latin typeface="Pretendard"/>
                <a:ea typeface="Pretendard"/>
                <a:cs typeface="Pretendard"/>
              </a:defRPr>
            </a:lvl8pPr>
            <a:lvl9pPr algn="ctr">
              <a:defRPr sz="3150" b="1">
                <a:solidFill>
                  <a:srgbClr val="777777"/>
                </a:solidFill>
                <a:latin typeface="Pretendard"/>
                <a:ea typeface="Pretendard"/>
                <a:cs typeface="Pretendard"/>
              </a:defRPr>
            </a:lvl9pPr>
          </a:lstStyle>
          <a:p>
            <a:pPr algn="ctr">
              <a:defRPr sz="3150" b="1">
                <a:solidFill>
                  <a:srgbClr val="777777"/>
                </a:solidFill>
                <a:latin typeface="Pretendard"/>
                <a:ea typeface="Pretendard"/>
                <a:cs typeface="Pretendard"/>
              </a:defRPr>
            </a:pPr>
            <a:r>
              <a:rPr sz="3150" b="1">
                <a:solidFill>
                  <a:srgbClr val="777777"/>
                </a:solidFill>
                <a:latin typeface="Pretendard"/>
                <a:ea typeface="Pretendard"/>
                <a:cs typeface="Pretendard"/>
              </a:rPr>
              <a:t>일정한 압력에서</a:t>
            </a:r>
          </a:p>
        </p:txBody>
      </p:sp>
      <p:sp>
        <p:nvSpPr>
          <p:cNvPr id="12" name="definition-body">
            <a:extLst>
              <a:ext uri="{FF2B5EF4-FFF2-40B4-BE49-F238E27FC236}">
                <ns2:creationId id="{F20C5ED6-4B18-4F39-83FB-83D41496B46A}"/>
              </a:ext>
            </a:extLst>
          </p:cNvPr>
          <p:cNvSpPr>
            <a:spLocks noGrp="1"/>
          </p:cNvSpPr>
          <p:nvPr/>
        </p:nvSpPr>
        <p:spPr>
          <a:xfrm>
            <a:off x="6572250" y="6048375"/>
            <a:ext cx="9334500" cy="762000"/>
          </a:xfrm>
          <a:prstGeom prst="rect">
            <a:avLst/>
          </a:prstGeom>
          <a:noFill/>
          <a:ln w="0">
            <a:noFill/>
          </a:ln>
        </p:spPr>
        <p:txBody>
          <a:bodyPr wrap="none" lIns="0" tIns="0" rIns="0" bIns="0" anchor="t">
            <a:noAutofit/>
          </a:bodyPr>
          <a:lstStyle>
            <a:defPPr algn="ctr">
              <a:defRPr sz="3900" b="1">
                <a:solidFill>
                  <a:srgbClr val="111111"/>
                </a:solidFill>
                <a:latin typeface="Pretendard"/>
                <a:ea typeface="Pretendard"/>
                <a:cs typeface="Pretendard"/>
              </a:defRPr>
            </a:defPPr>
            <a:lvl1pPr algn="ctr">
              <a:defRPr sz="3900" b="1">
                <a:solidFill>
                  <a:srgbClr val="111111"/>
                </a:solidFill>
                <a:latin typeface="Pretendard"/>
                <a:ea typeface="Pretendard"/>
                <a:cs typeface="Pretendard"/>
              </a:defRPr>
            </a:lvl1pPr>
            <a:lvl2pPr algn="ctr">
              <a:defRPr sz="3900" b="1">
                <a:solidFill>
                  <a:srgbClr val="111111"/>
                </a:solidFill>
                <a:latin typeface="Pretendard"/>
                <a:ea typeface="Pretendard"/>
                <a:cs typeface="Pretendard"/>
              </a:defRPr>
            </a:lvl2pPr>
            <a:lvl3pPr algn="ctr">
              <a:defRPr sz="3900" b="1">
                <a:solidFill>
                  <a:srgbClr val="111111"/>
                </a:solidFill>
                <a:latin typeface="Pretendard"/>
                <a:ea typeface="Pretendard"/>
                <a:cs typeface="Pretendard"/>
              </a:defRPr>
            </a:lvl3pPr>
            <a:lvl4pPr algn="ctr">
              <a:defRPr sz="3900" b="1">
                <a:solidFill>
                  <a:srgbClr val="111111"/>
                </a:solidFill>
                <a:latin typeface="Pretendard"/>
                <a:ea typeface="Pretendard"/>
                <a:cs typeface="Pretendard"/>
              </a:defRPr>
            </a:lvl4pPr>
            <a:lvl5pPr algn="ctr">
              <a:defRPr sz="3900" b="1">
                <a:solidFill>
                  <a:srgbClr val="111111"/>
                </a:solidFill>
                <a:latin typeface="Pretendard"/>
                <a:ea typeface="Pretendard"/>
                <a:cs typeface="Pretendard"/>
              </a:defRPr>
            </a:lvl5pPr>
            <a:lvl6pPr algn="ctr">
              <a:defRPr sz="3900" b="1">
                <a:solidFill>
                  <a:srgbClr val="111111"/>
                </a:solidFill>
                <a:latin typeface="Pretendard"/>
                <a:ea typeface="Pretendard"/>
                <a:cs typeface="Pretendard"/>
              </a:defRPr>
            </a:lvl6pPr>
            <a:lvl7pPr algn="ctr">
              <a:defRPr sz="3900" b="1">
                <a:solidFill>
                  <a:srgbClr val="111111"/>
                </a:solidFill>
                <a:latin typeface="Pretendard"/>
                <a:ea typeface="Pretendard"/>
                <a:cs typeface="Pretendard"/>
              </a:defRPr>
            </a:lvl7pPr>
            <a:lvl8pPr algn="ctr">
              <a:defRPr sz="3900" b="1">
                <a:solidFill>
                  <a:srgbClr val="111111"/>
                </a:solidFill>
                <a:latin typeface="Pretendard"/>
                <a:ea typeface="Pretendard"/>
                <a:cs typeface="Pretendard"/>
              </a:defRPr>
            </a:lvl8pPr>
            <a:lvl9pPr algn="ctr">
              <a:defRPr sz="3900" b="1">
                <a:solidFill>
                  <a:srgbClr val="111111"/>
                </a:solidFill>
                <a:latin typeface="Pretendard"/>
                <a:ea typeface="Pretendard"/>
                <a:cs typeface="Pretendard"/>
              </a:defRPr>
            </a:lvl9pPr>
          </a:lstStyle>
          <a:p>
            <a:pPr algn="ctr">
              <a:defRPr sz="3900" b="1">
                <a:solidFill>
                  <a:srgbClr val="111111"/>
                </a:solidFill>
                <a:latin typeface="Pretendard"/>
                <a:ea typeface="Pretendard"/>
                <a:cs typeface="Pretendard"/>
              </a:defRPr>
            </a:pPr>
            <a:r>
              <a:rPr sz="3900" b="1">
                <a:solidFill>
                  <a:srgbClr val="111111"/>
                </a:solidFill>
                <a:latin typeface="Pretendard"/>
                <a:ea typeface="Pretendard"/>
                <a:cs typeface="Pretendard"/>
              </a:rPr>
              <a:t>어떤 물질이 갖는 에너지의 양</a:t>
            </a:r>
          </a:p>
        </p:txBody>
      </p:sp>
      <p:sp>
        <p:nvSpPr>
          <p:cNvPr id="13" name="takeaway-box">
            <a:extLst>
              <a:ext uri="{FF2B5EF4-FFF2-40B4-BE49-F238E27FC236}">
                <ns2:creationId id="{F98BEAB4-D5E8-48FD-A660-9A4A94BAE5C8}"/>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EAFB1A95-BFAE-466B-906F-FF25AFC8614B}"/>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 전후의 엔탈피 변화는 출입하는 열로 구할 수 있다</a:t>
            </a:r>
          </a:p>
        </p:txBody>
      </p:sp>
    </p:spTree>
    <p:extLst>
      <p:ext uri="{BB962C8B-B14F-4D97-AF65-F5344CB8AC3E}">
        <ns4:creationId val="173140954"/>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4" name="">
            <a:extLst>
              <a:ext uri="{FF2B5EF4-FFF2-40B4-BE49-F238E27FC236}">
                <ns2:creationId id="{0BB69C42-7E3C-4D22-A51C-C814369BA321}"/>
              </a:ext>
            </a:extLst>
          </p:cNvPr>
          <p:cNvPicPr>
            <a:picLocks noChangeAspect="1"/>
          </p:cNvPicPr>
          <p:nvPr/>
        </p:nvPicPr>
        <p:blipFill>
          <a:blip ns3:embed="Rb3f2f8738ad443ca"/>
          <a:stretch/>
        </p:blipFill>
        <p:spPr>
          <a:xfrm>
            <a:off x="16941800" y="382588"/>
            <a:ext cx="1028700" cy="733425"/>
          </a:xfrm>
          <a:prstGeom prst="rect">
            <a:avLst/>
          </a:prstGeom>
        </p:spPr>
      </p:pic>
      <p:sp>
        <p:nvSpPr>
          <p:cNvPr id="2" name="part_heading">
            <a:extLst>
              <a:ext uri="{FF2B5EF4-FFF2-40B4-BE49-F238E27FC236}">
                <ns2:creationId id="{4D8938AD-FE8D-44BD-BB8E-123C4DD1FA5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9492BA1C-6F48-436C-8093-3E1BF4D9D8C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2D259DA-9355-40D3-9680-760AD1C906B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0EAC7735-7073-4954-97E4-93E2FE1BC06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엔탈피는 반응 전후 엔탈피의 변화량이다</a:t>
            </a:r>
          </a:p>
        </p:txBody>
      </p:sp>
      <p:sp>
        <p:nvSpPr>
          <p:cNvPr id="6" name="explanation">
            <a:extLst>
              <a:ext uri="{FF2B5EF4-FFF2-40B4-BE49-F238E27FC236}">
                <ns2:creationId id="{C0AF1B76-C45F-47A9-AE6F-08BB7A7D4F0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화학 반응이 일어날 때의 엔탈피 변화</a:t>
            </a:r>
          </a:p>
        </p:txBody>
      </p:sp>
      <p:sp>
        <p:nvSpPr>
          <p:cNvPr id="7" name="copyright">
            <a:extLst>
              <a:ext uri="{FF2B5EF4-FFF2-40B4-BE49-F238E27FC236}">
                <ns2:creationId id="{E64D82ED-D76E-40B1-B801-D8B56C13653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5A15B4F-BED7-47BE-9B48-1D70F40DCCC3}"/>
              </a:ext>
            </a:extLst>
          </p:cNvPr>
          <p:cNvPicPr>
            <a:picLocks noChangeAspect="1"/>
          </p:cNvPicPr>
          <p:nvPr/>
        </p:nvPicPr>
        <p:blipFill>
          <a:blip ns3:embed="R4c3be241913b449e"/>
          <a:stretch/>
        </p:blipFill>
        <p:spPr>
          <a:xfrm>
            <a:off x="1238250" y="4990042"/>
            <a:ext cx="15811500" cy="878417"/>
          </a:xfrm>
          <a:prstGeom prst="rect">
            <a:avLst/>
          </a:prstGeom>
        </p:spPr>
      </p:pic>
      <p:sp>
        <p:nvSpPr>
          <p:cNvPr id="9" name="after-label">
            <a:extLst>
              <a:ext uri="{FF2B5EF4-FFF2-40B4-BE49-F238E27FC236}">
                <ns2:creationId id="{EFACCD11-5E7D-4DD2-B1C4-77F38096AB26}"/>
              </a:ext>
            </a:extLst>
          </p:cNvPr>
          <p:cNvSpPr>
            <a:spLocks noGrp="1"/>
          </p:cNvSpPr>
          <p:nvPr/>
        </p:nvSpPr>
        <p:spPr>
          <a:xfrm>
            <a:off x="5762625" y="6572250"/>
            <a:ext cx="4286250" cy="619125"/>
          </a:xfrm>
          <a:prstGeom prst="rect">
            <a:avLst/>
          </a:prstGeom>
          <a:noFill/>
          <a:ln w="0">
            <a:noFill/>
          </a:ln>
        </p:spPr>
        <p:txBody>
          <a:bodyPr wrap="none" lIns="0" tIns="0" rIns="0" bIns="0" anchor="t">
            <a:noAutofit/>
          </a:bodyPr>
          <a:lstStyle>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반응 후</a:t>
            </a:r>
          </a:p>
        </p:txBody>
      </p:sp>
      <p:sp>
        <p:nvSpPr>
          <p:cNvPr id="10" name="before-label">
            <a:extLst>
              <a:ext uri="{FF2B5EF4-FFF2-40B4-BE49-F238E27FC236}">
                <ns2:creationId id="{1438F247-F812-40B7-936A-B0C761A697B4}"/>
              </a:ext>
            </a:extLst>
          </p:cNvPr>
          <p:cNvSpPr>
            <a:spLocks noGrp="1"/>
          </p:cNvSpPr>
          <p:nvPr/>
        </p:nvSpPr>
        <p:spPr>
          <a:xfrm>
            <a:off x="11430000" y="6572250"/>
            <a:ext cx="4286250" cy="619125"/>
          </a:xfrm>
          <a:prstGeom prst="rect">
            <a:avLst/>
          </a:prstGeom>
          <a:noFill/>
          <a:ln w="0">
            <a:noFill/>
          </a:ln>
        </p:spPr>
        <p:txBody>
          <a:bodyPr wrap="none" lIns="0" tIns="0" rIns="0" bIns="0" anchor="t">
            <a:noAutofit/>
          </a:bodyPr>
          <a:lstStyle>
            <a:defPPr algn="ctr">
              <a:defRPr sz="3450" b="1">
                <a:solidFill>
                  <a:srgbClr val="777777"/>
                </a:solidFill>
                <a:latin typeface="Pretendard"/>
                <a:ea typeface="Pretendard"/>
                <a:cs typeface="Pretendard"/>
              </a:defRPr>
            </a:defPPr>
            <a:lvl1pPr algn="ctr">
              <a:defRPr sz="3450" b="1">
                <a:solidFill>
                  <a:srgbClr val="777777"/>
                </a:solidFill>
                <a:latin typeface="Pretendard"/>
                <a:ea typeface="Pretendard"/>
                <a:cs typeface="Pretendard"/>
              </a:defRPr>
            </a:lvl1pPr>
            <a:lvl2pPr algn="ctr">
              <a:defRPr sz="3450" b="1">
                <a:solidFill>
                  <a:srgbClr val="777777"/>
                </a:solidFill>
                <a:latin typeface="Pretendard"/>
                <a:ea typeface="Pretendard"/>
                <a:cs typeface="Pretendard"/>
              </a:defRPr>
            </a:lvl2pPr>
            <a:lvl3pPr algn="ctr">
              <a:defRPr sz="3450" b="1">
                <a:solidFill>
                  <a:srgbClr val="777777"/>
                </a:solidFill>
                <a:latin typeface="Pretendard"/>
                <a:ea typeface="Pretendard"/>
                <a:cs typeface="Pretendard"/>
              </a:defRPr>
            </a:lvl3pPr>
            <a:lvl4pPr algn="ctr">
              <a:defRPr sz="3450" b="1">
                <a:solidFill>
                  <a:srgbClr val="777777"/>
                </a:solidFill>
                <a:latin typeface="Pretendard"/>
                <a:ea typeface="Pretendard"/>
                <a:cs typeface="Pretendard"/>
              </a:defRPr>
            </a:lvl4pPr>
            <a:lvl5pPr algn="ctr">
              <a:defRPr sz="3450" b="1">
                <a:solidFill>
                  <a:srgbClr val="777777"/>
                </a:solidFill>
                <a:latin typeface="Pretendard"/>
                <a:ea typeface="Pretendard"/>
                <a:cs typeface="Pretendard"/>
              </a:defRPr>
            </a:lvl5pPr>
            <a:lvl6pPr algn="ctr">
              <a:defRPr sz="3450" b="1">
                <a:solidFill>
                  <a:srgbClr val="777777"/>
                </a:solidFill>
                <a:latin typeface="Pretendard"/>
                <a:ea typeface="Pretendard"/>
                <a:cs typeface="Pretendard"/>
              </a:defRPr>
            </a:lvl6pPr>
            <a:lvl7pPr algn="ctr">
              <a:defRPr sz="3450" b="1">
                <a:solidFill>
                  <a:srgbClr val="777777"/>
                </a:solidFill>
                <a:latin typeface="Pretendard"/>
                <a:ea typeface="Pretendard"/>
                <a:cs typeface="Pretendard"/>
              </a:defRPr>
            </a:lvl7pPr>
            <a:lvl8pPr algn="ctr">
              <a:defRPr sz="3450" b="1">
                <a:solidFill>
                  <a:srgbClr val="777777"/>
                </a:solidFill>
                <a:latin typeface="Pretendard"/>
                <a:ea typeface="Pretendard"/>
                <a:cs typeface="Pretendard"/>
              </a:defRPr>
            </a:lvl8pPr>
            <a:lvl9pPr algn="ctr">
              <a:defRPr sz="3450" b="1">
                <a:solidFill>
                  <a:srgbClr val="777777"/>
                </a:solidFill>
                <a:latin typeface="Pretendard"/>
                <a:ea typeface="Pretendard"/>
                <a:cs typeface="Pretendard"/>
              </a:defRPr>
            </a:lvl9pPr>
          </a:lstStyle>
          <a:p>
            <a:pPr algn="ctr">
              <a:defRPr sz="3450" b="1">
                <a:solidFill>
                  <a:srgbClr val="777777"/>
                </a:solidFill>
                <a:latin typeface="Pretendard"/>
                <a:ea typeface="Pretendard"/>
                <a:cs typeface="Pretendard"/>
              </a:defRPr>
            </a:pPr>
            <a:r>
              <a:rPr sz="3450" b="1">
                <a:solidFill>
                  <a:srgbClr val="777777"/>
                </a:solidFill>
                <a:latin typeface="Pretendard"/>
                <a:ea typeface="Pretendard"/>
                <a:cs typeface="Pretendard"/>
              </a:rPr>
              <a:t>반응 전</a:t>
            </a:r>
          </a:p>
        </p:txBody>
      </p:sp>
      <p:sp>
        <p:nvSpPr>
          <p:cNvPr id="11" name="change-meaning">
            <a:extLst>
              <a:ext uri="{FF2B5EF4-FFF2-40B4-BE49-F238E27FC236}">
                <ns2:creationId id="{FC0725DE-C384-404F-94F9-A953B2918C76}"/>
              </a:ext>
            </a:extLst>
          </p:cNvPr>
          <p:cNvSpPr>
            <a:spLocks noGrp="1"/>
          </p:cNvSpPr>
          <p:nvPr/>
        </p:nvSpPr>
        <p:spPr>
          <a:xfrm>
            <a:off x="1905000" y="7477125"/>
            <a:ext cx="14478000" cy="619125"/>
          </a:xfrm>
          <a:prstGeom prst="rect">
            <a:avLst/>
          </a:prstGeom>
          <a:noFill/>
          <a:ln w="0">
            <a:noFill/>
          </a:ln>
        </p:spPr>
        <p:txBody>
          <a:bodyPr wrap="none" lIns="0" tIns="0" rIns="0" bIns="0" anchor="t">
            <a:noAutofit/>
          </a:bodyPr>
          <a:lstStyle>
            <a:defPPr algn="ctr">
              <a:defRPr sz="2850" b="1">
                <a:solidFill>
                  <a:srgbClr val="888888"/>
                </a:solidFill>
                <a:latin typeface="Pretendard"/>
                <a:ea typeface="Pretendard"/>
                <a:cs typeface="Pretendard"/>
              </a:defRPr>
            </a:defPPr>
            <a:lvl1pPr algn="ctr">
              <a:defRPr sz="2850" b="1">
                <a:solidFill>
                  <a:srgbClr val="888888"/>
                </a:solidFill>
                <a:latin typeface="Pretendard"/>
                <a:ea typeface="Pretendard"/>
                <a:cs typeface="Pretendard"/>
              </a:defRPr>
            </a:lvl1pPr>
            <a:lvl2pPr algn="ctr">
              <a:defRPr sz="2850" b="1">
                <a:solidFill>
                  <a:srgbClr val="888888"/>
                </a:solidFill>
                <a:latin typeface="Pretendard"/>
                <a:ea typeface="Pretendard"/>
                <a:cs typeface="Pretendard"/>
              </a:defRPr>
            </a:lvl2pPr>
            <a:lvl3pPr algn="ctr">
              <a:defRPr sz="2850" b="1">
                <a:solidFill>
                  <a:srgbClr val="888888"/>
                </a:solidFill>
                <a:latin typeface="Pretendard"/>
                <a:ea typeface="Pretendard"/>
                <a:cs typeface="Pretendard"/>
              </a:defRPr>
            </a:lvl3pPr>
            <a:lvl4pPr algn="ctr">
              <a:defRPr sz="2850" b="1">
                <a:solidFill>
                  <a:srgbClr val="888888"/>
                </a:solidFill>
                <a:latin typeface="Pretendard"/>
                <a:ea typeface="Pretendard"/>
                <a:cs typeface="Pretendard"/>
              </a:defRPr>
            </a:lvl4pPr>
            <a:lvl5pPr algn="ctr">
              <a:defRPr sz="2850" b="1">
                <a:solidFill>
                  <a:srgbClr val="888888"/>
                </a:solidFill>
                <a:latin typeface="Pretendard"/>
                <a:ea typeface="Pretendard"/>
                <a:cs typeface="Pretendard"/>
              </a:defRPr>
            </a:lvl5pPr>
            <a:lvl6pPr algn="ctr">
              <a:defRPr sz="2850" b="1">
                <a:solidFill>
                  <a:srgbClr val="888888"/>
                </a:solidFill>
                <a:latin typeface="Pretendard"/>
                <a:ea typeface="Pretendard"/>
                <a:cs typeface="Pretendard"/>
              </a:defRPr>
            </a:lvl6pPr>
            <a:lvl7pPr algn="ctr">
              <a:defRPr sz="2850" b="1">
                <a:solidFill>
                  <a:srgbClr val="888888"/>
                </a:solidFill>
                <a:latin typeface="Pretendard"/>
                <a:ea typeface="Pretendard"/>
                <a:cs typeface="Pretendard"/>
              </a:defRPr>
            </a:lvl7pPr>
            <a:lvl8pPr algn="ctr">
              <a:defRPr sz="2850" b="1">
                <a:solidFill>
                  <a:srgbClr val="888888"/>
                </a:solidFill>
                <a:latin typeface="Pretendard"/>
                <a:ea typeface="Pretendard"/>
                <a:cs typeface="Pretendard"/>
              </a:defRPr>
            </a:lvl8pPr>
            <a:lvl9pPr algn="ctr">
              <a:defRPr sz="2850" b="1">
                <a:solidFill>
                  <a:srgbClr val="888888"/>
                </a:solidFill>
                <a:latin typeface="Pretendard"/>
                <a:ea typeface="Pretendard"/>
                <a:cs typeface="Pretendard"/>
              </a:defRPr>
            </a:lvl9pPr>
          </a:lstStyle>
          <a:p>
            <a:pPr algn="ctr">
              <a:defRPr sz="2850" b="1">
                <a:solidFill>
                  <a:srgbClr val="888888"/>
                </a:solidFill>
                <a:latin typeface="Pretendard"/>
                <a:ea typeface="Pretendard"/>
                <a:cs typeface="Pretendard"/>
              </a:defRPr>
            </a:pPr>
            <a:r>
              <a:rPr sz="2850" b="1">
                <a:solidFill>
                  <a:srgbClr val="888888"/>
                </a:solidFill>
                <a:latin typeface="Pretendard"/>
                <a:ea typeface="Pretendard"/>
                <a:cs typeface="Pretendard"/>
              </a:rPr>
              <a:t>Δ는 변화량을 뜻한다</a:t>
            </a:r>
          </a:p>
        </p:txBody>
      </p:sp>
      <p:sp>
        <p:nvSpPr>
          <p:cNvPr id="12" name="takeaway-box">
            <a:extLst>
              <a:ext uri="{FF2B5EF4-FFF2-40B4-BE49-F238E27FC236}">
                <ns2:creationId id="{AA060DA9-0185-4517-A3B7-1325A758CC0D}"/>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3" name="takeaway">
            <a:extLst>
              <a:ext uri="{FF2B5EF4-FFF2-40B4-BE49-F238E27FC236}">
                <ns2:creationId id="{5659BCBD-950A-4EE4-8088-CABFEE129AA0}"/>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생성물의 엔탈피 합에서 반응물의 엔탈피 합을 뺀다</a:t>
            </a:r>
          </a:p>
        </p:txBody>
      </p:sp>
    </p:spTree>
    <p:extLst>
      <p:ext uri="{BB962C8B-B14F-4D97-AF65-F5344CB8AC3E}">
        <ns4:creationId val="2026060548"/>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9D210E65-BA7F-40A4-8CA4-5F461B5A36E0}"/>
              </a:ext>
            </a:extLst>
          </p:cNvPr>
          <p:cNvPicPr>
            <a:picLocks noChangeAspect="1"/>
          </p:cNvPicPr>
          <p:nvPr/>
        </p:nvPicPr>
        <p:blipFill>
          <a:blip ns3:embed="R069fab42f6d14e89"/>
          <a:stretch/>
        </p:blipFill>
        <p:spPr>
          <a:xfrm>
            <a:off x="16941800" y="382588"/>
            <a:ext cx="1028700" cy="733425"/>
          </a:xfrm>
          <a:prstGeom prst="rect">
            <a:avLst/>
          </a:prstGeom>
        </p:spPr>
      </p:pic>
      <p:sp>
        <p:nvSpPr>
          <p:cNvPr id="2" name="part_heading">
            <a:extLst>
              <a:ext uri="{FF2B5EF4-FFF2-40B4-BE49-F238E27FC236}">
                <ns2:creationId id="{6C11CBCD-3142-4C5D-93D8-9FBA87358CA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486B8FBC-B3AA-4542-9C46-263F25B1312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DCDD675-EBFF-49F9-BDBC-357B5FCA242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68E297F3-AE02-4E2C-9899-1D16920FAA5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의 부호를 읽는다</a:t>
            </a:r>
          </a:p>
        </p:txBody>
      </p:sp>
      <p:sp>
        <p:nvSpPr>
          <p:cNvPr id="6" name="explanation">
            <a:extLst>
              <a:ext uri="{FF2B5EF4-FFF2-40B4-BE49-F238E27FC236}">
                <ns2:creationId id="{457142DA-1F38-4B96-ABD9-C1871708596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4E99CAF3-9E4A-4C43-B55C-D39E6612473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077DBF2-4E68-48DF-BB7B-AE779A69BA6E}"/>
              </a:ext>
            </a:extLst>
          </p:cNvPr>
          <p:cNvPicPr>
            <a:picLocks noChangeAspect="1"/>
          </p:cNvPicPr>
          <p:nvPr/>
        </p:nvPicPr>
        <p:blipFill>
          <a:blip ns3:embed="R95c4d983ff2c4e50"/>
          <a:stretch/>
        </p:blipFill>
        <p:spPr>
          <a:xfrm>
            <a:off x="3712469" y="4476750"/>
            <a:ext cx="3624062" cy="3333750"/>
          </a:xfrm>
          <a:prstGeom prst="rect">
            <a:avLst/>
          </a:prstGeom>
        </p:spPr>
      </p:pic>
      <p:pic>
        <p:nvPicPr>
          <p:cNvPr id="9" name="">
            <a:extLst>
              <a:ext uri="{FF2B5EF4-FFF2-40B4-BE49-F238E27FC236}">
                <ns2:creationId id="{90E768E4-AFFC-4EC9-85A9-6F88B3599CFB}"/>
              </a:ext>
            </a:extLst>
          </p:cNvPr>
          <p:cNvPicPr>
            <a:picLocks noChangeAspect="1"/>
          </p:cNvPicPr>
          <p:nvPr/>
        </p:nvPicPr>
        <p:blipFill>
          <a:blip ns3:embed="Re59b26215bb7448c"/>
          <a:stretch/>
        </p:blipFill>
        <p:spPr>
          <a:xfrm>
            <a:off x="10946630" y="4476750"/>
            <a:ext cx="3633739" cy="3333750"/>
          </a:xfrm>
          <a:prstGeom prst="rect">
            <a:avLst/>
          </a:prstGeom>
        </p:spPr>
      </p:pic>
      <p:pic>
        <p:nvPicPr>
          <p:cNvPr id="10" name="">
            <a:extLst>
              <a:ext uri="{FF2B5EF4-FFF2-40B4-BE49-F238E27FC236}">
                <ns2:creationId id="{921DBE15-834B-4D54-B952-705C9E99D0A4}"/>
              </a:ext>
            </a:extLst>
          </p:cNvPr>
          <p:cNvPicPr>
            <a:picLocks noChangeAspect="1"/>
          </p:cNvPicPr>
          <p:nvPr/>
        </p:nvPicPr>
        <p:blipFill>
          <a:blip ns3:embed="R1a286b77d91a48c8"/>
          <a:stretch/>
        </p:blipFill>
        <p:spPr>
          <a:xfrm>
            <a:off x="3294400" y="7905750"/>
            <a:ext cx="11699199" cy="1809750"/>
          </a:xfrm>
          <a:prstGeom prst="rect">
            <a:avLst/>
          </a:prstGeom>
        </p:spPr>
      </p:pic>
    </p:spTree>
    <p:extLst>
      <p:ext uri="{BB962C8B-B14F-4D97-AF65-F5344CB8AC3E}">
        <ns4:creationId val="724225459"/>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C71DD3AF-3F10-492C-9F5D-070A43BDC2A6}"/>
              </a:ext>
            </a:extLst>
          </p:cNvPr>
          <p:cNvPicPr>
            <a:picLocks noChangeAspect="1"/>
          </p:cNvPicPr>
          <p:nvPr/>
        </p:nvPicPr>
        <p:blipFill>
          <a:blip ns3:embed="Rc9bacd29636d4e4a"/>
          <a:stretch/>
        </p:blipFill>
        <p:spPr>
          <a:xfrm>
            <a:off x="4859" y="0"/>
            <a:ext cx="18278283" cy="10287000"/>
          </a:xfrm>
          <a:prstGeom prst="rect">
            <a:avLst/>
          </a:prstGeom>
        </p:spPr>
      </p:pic>
      <p:sp>
        <p:nvSpPr>
          <p:cNvPr id="2" name="reference_green_fade">
            <a:extLst>
              <a:ext uri="{FF2B5EF4-FFF2-40B4-BE49-F238E27FC236}">
                <ns2:creationId id="{2F5ADB6B-9DED-461F-8CCC-31E3F9B32AEB}"/>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20E4B66C-6070-4F91-A42D-6A458B34ED51}"/>
              </a:ext>
            </a:extLst>
          </p:cNvPr>
          <p:cNvPicPr>
            <a:picLocks noChangeAspect="1"/>
          </p:cNvPicPr>
          <p:nvPr/>
        </p:nvPicPr>
        <p:blipFill>
          <a:blip ns3:embed="Rced552a46e9741f4"/>
          <a:stretch/>
        </p:blipFill>
        <p:spPr>
          <a:xfrm>
            <a:off x="16916400" y="332392"/>
            <a:ext cx="1079500" cy="668717"/>
          </a:xfrm>
          <a:prstGeom prst="rect">
            <a:avLst/>
          </a:prstGeom>
        </p:spPr>
      </p:pic>
      <p:sp>
        <p:nvSpPr>
          <p:cNvPr id="4" name="copyright">
            <a:extLst>
              <a:ext uri="{FF2B5EF4-FFF2-40B4-BE49-F238E27FC236}">
                <ns2:creationId id="{EF36D211-44DF-4D73-AF24-DD54D7908B4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6E42B91A-673A-47B7-AC36-65E78EB2FE02}"/>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1D7CC03C-6D35-4DAD-99EC-649BA1F42EB8}"/>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열화학 반응식</a:t>
            </a:r>
          </a:p>
        </p:txBody>
      </p:sp>
      <p:sp>
        <p:nvSpPr>
          <p:cNvPr id="7" name="theory_curiosity">
            <a:extLst>
              <a:ext uri="{FF2B5EF4-FFF2-40B4-BE49-F238E27FC236}">
                <ns2:creationId id="{1DB8F8FE-7522-42F3-967E-BE098FCA4F99}"/>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1335008568"/>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0B296AF1-17BC-4068-8046-F3D94B6FDFBF}"/>
              </a:ext>
            </a:extLst>
          </p:cNvPr>
          <p:cNvPicPr>
            <a:picLocks noChangeAspect="1"/>
          </p:cNvPicPr>
          <p:nvPr/>
        </p:nvPicPr>
        <p:blipFill>
          <a:blip ns3:embed="R37bc4488551c46eb"/>
          <a:stretch/>
        </p:blipFill>
        <p:spPr>
          <a:xfrm>
            <a:off x="16941800" y="382588"/>
            <a:ext cx="1028700" cy="733425"/>
          </a:xfrm>
          <a:prstGeom prst="rect">
            <a:avLst/>
          </a:prstGeom>
        </p:spPr>
      </p:pic>
      <p:sp>
        <p:nvSpPr>
          <p:cNvPr id="2" name="part_heading">
            <a:extLst>
              <a:ext uri="{FF2B5EF4-FFF2-40B4-BE49-F238E27FC236}">
                <ns2:creationId id="{AD5B4B21-0637-4C69-914B-69C3A1B44F8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41F2DB83-B9E5-4094-A6A1-4F3F10B940B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06807DB-E1DA-4FD1-A760-7B8B7042436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9E41797-03EF-4BAE-9855-E54D700C9F2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650777B3-6DEC-4C0E-B690-C4D583CD7A7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624C8D4D-E6EE-436F-BD06-8EA99246515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4D3B789-989F-4BA5-942A-38AD38287FB6}"/>
              </a:ext>
            </a:extLst>
          </p:cNvPr>
          <p:cNvPicPr>
            <a:picLocks noChangeAspect="1"/>
          </p:cNvPicPr>
          <p:nvPr/>
        </p:nvPicPr>
        <p:blipFill>
          <a:blip ns3:embed="R0221eb4012e54ef3"/>
          <a:stretch/>
        </p:blipFill>
        <p:spPr>
          <a:xfrm>
            <a:off x="1838727" y="4762500"/>
            <a:ext cx="14610545" cy="723900"/>
          </a:xfrm>
          <a:prstGeom prst="rect">
            <a:avLst/>
          </a:prstGeom>
        </p:spPr>
      </p:pic>
      <p:pic>
        <p:nvPicPr>
          <p:cNvPr id="9" name="">
            <a:extLst>
              <a:ext uri="{FF2B5EF4-FFF2-40B4-BE49-F238E27FC236}">
                <ns2:creationId id="{7D786342-DC05-458B-86D9-F77796A1516B}"/>
              </a:ext>
            </a:extLst>
          </p:cNvPr>
          <p:cNvPicPr>
            <a:picLocks noChangeAspect="1"/>
          </p:cNvPicPr>
          <p:nvPr/>
        </p:nvPicPr>
        <p:blipFill>
          <a:blip ns3:embed="Rf743e76685f94747"/>
          <a:stretch/>
        </p:blipFill>
        <p:spPr>
          <a:xfrm>
            <a:off x="3050349" y="5810250"/>
            <a:ext cx="12187303" cy="723900"/>
          </a:xfrm>
          <a:prstGeom prst="rect">
            <a:avLst/>
          </a:prstGeom>
        </p:spPr>
      </p:pic>
      <p:sp>
        <p:nvSpPr>
          <p:cNvPr id="10" name="interpretation-panel">
            <a:extLst>
              <a:ext uri="{FF2B5EF4-FFF2-40B4-BE49-F238E27FC236}">
                <ns2:creationId id="{B94B7EDA-4177-46F5-BBCD-FA187254101A}"/>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707802CF-0ECF-4FF9-AF1B-401848211E4B}"/>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C2FC78EA-91AD-4E84-A9BB-579F187B42A0}"/>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2059937339"/>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CC1F4AA2-A54F-44D7-9595-DE5584D16228}"/>
              </a:ext>
            </a:extLst>
          </p:cNvPr>
          <p:cNvPicPr>
            <a:picLocks noChangeAspect="1"/>
          </p:cNvPicPr>
          <p:nvPr/>
        </p:nvPicPr>
        <p:blipFill>
          <a:blip ns3:embed="R3fb01b3ed23d41e5"/>
          <a:stretch/>
        </p:blipFill>
        <p:spPr>
          <a:xfrm>
            <a:off x="16941800" y="382588"/>
            <a:ext cx="1028700" cy="733425"/>
          </a:xfrm>
          <a:prstGeom prst="rect">
            <a:avLst/>
          </a:prstGeom>
        </p:spPr>
      </p:pic>
      <p:sp>
        <p:nvSpPr>
          <p:cNvPr id="2" name="part_heading">
            <a:extLst>
              <a:ext uri="{FF2B5EF4-FFF2-40B4-BE49-F238E27FC236}">
                <ns2:creationId id="{3B062048-442E-4AFF-8116-A0E335D076E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2EEFFE98-7F83-43CF-9961-E8D3726C386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BD5B4B0-557F-4A2B-BF30-FEEFA43E2DD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A9771959-80F3-4759-BAB6-782A4623CB2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2F128383-D959-40CB-AEDF-3627A6B0F5F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A8F8B89E-038E-4BCF-A349-FA55857724A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601E2E6-90DF-4D92-8628-2A947FDEB26B}"/>
              </a:ext>
            </a:extLst>
          </p:cNvPr>
          <p:cNvPicPr>
            <a:picLocks noChangeAspect="1"/>
          </p:cNvPicPr>
          <p:nvPr/>
        </p:nvPicPr>
        <p:blipFill>
          <a:blip ns3:embed="Rd25f729942014c74"/>
          <a:stretch/>
        </p:blipFill>
        <p:spPr>
          <a:xfrm>
            <a:off x="5003602" y="4524375"/>
            <a:ext cx="8280797" cy="4762500"/>
          </a:xfrm>
          <a:prstGeom prst="rect">
            <a:avLst/>
          </a:prstGeom>
        </p:spPr>
      </p:pic>
    </p:spTree>
    <p:extLst>
      <p:ext uri="{BB962C8B-B14F-4D97-AF65-F5344CB8AC3E}">
        <ns4:creationId val="104748803"/>
      </p:ext>
    </p:extLst>
  </p:cSld>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63A40ACA-DF13-4596-84B8-EAB431245797}"/>
              </a:ext>
            </a:extLst>
          </p:cNvPr>
          <p:cNvPicPr>
            <a:picLocks noChangeAspect="1"/>
          </p:cNvPicPr>
          <p:nvPr/>
        </p:nvPicPr>
        <p:blipFill>
          <a:blip ns3:embed="R614341c5ebea4105"/>
          <a:stretch/>
        </p:blipFill>
        <p:spPr>
          <a:xfrm>
            <a:off x="16941800" y="382588"/>
            <a:ext cx="1028700" cy="733425"/>
          </a:xfrm>
          <a:prstGeom prst="rect">
            <a:avLst/>
          </a:prstGeom>
        </p:spPr>
      </p:pic>
      <p:sp>
        <p:nvSpPr>
          <p:cNvPr id="2" name="part_heading">
            <a:extLst>
              <a:ext uri="{FF2B5EF4-FFF2-40B4-BE49-F238E27FC236}">
                <ns2:creationId id="{3E325B43-C41B-481D-8C79-A9330457A0E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4FB0292F-8FEE-4369-A74F-41B89E548EE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50D1C2E-3F08-455C-8A8B-E4C4DD7E1E4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0529CC1F-91C1-4569-B8FC-B99BCEAA1C4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3FE4E412-4783-4A77-89DB-472C455C5C3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FBC102D9-C2E2-4583-BE41-75B8C66E9AB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AA8EB9C-AC75-426B-884D-F043974E0D68}"/>
              </a:ext>
            </a:extLst>
          </p:cNvPr>
          <p:cNvPicPr>
            <a:picLocks noChangeAspect="1"/>
          </p:cNvPicPr>
          <p:nvPr/>
        </p:nvPicPr>
        <p:blipFill>
          <a:blip ns3:embed="Ree334ed0d3ee40b3"/>
          <a:stretch/>
        </p:blipFill>
        <p:spPr>
          <a:xfrm>
            <a:off x="4000500" y="5017064"/>
            <a:ext cx="10287000" cy="2062622"/>
          </a:xfrm>
          <a:prstGeom prst="rect">
            <a:avLst/>
          </a:prstGeom>
        </p:spPr>
      </p:pic>
      <p:sp>
        <p:nvSpPr>
          <p:cNvPr id="9" name="takeaway-box">
            <a:extLst>
              <a:ext uri="{FF2B5EF4-FFF2-40B4-BE49-F238E27FC236}">
                <ns2:creationId id="{B28B9125-9171-4867-BBAE-D38B522418EB}"/>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C27A40DF-67EF-4D37-B04A-9EFD197A4E5A}"/>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1248009842"/>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336CCF44-11D7-46FC-9461-B97AA6D3D5D2}"/>
              </a:ext>
            </a:extLst>
          </p:cNvPr>
          <p:cNvPicPr>
            <a:picLocks noChangeAspect="1"/>
          </p:cNvPicPr>
          <p:nvPr/>
        </p:nvPicPr>
        <p:blipFill>
          <a:blip ns3:embed="Rfad371eb0d224320"/>
          <a:stretch/>
        </p:blipFill>
        <p:spPr>
          <a:xfrm>
            <a:off x="16941800" y="382588"/>
            <a:ext cx="1028700" cy="733425"/>
          </a:xfrm>
          <a:prstGeom prst="rect">
            <a:avLst/>
          </a:prstGeom>
        </p:spPr>
      </p:pic>
      <p:sp>
        <p:nvSpPr>
          <p:cNvPr id="2" name="part_heading">
            <a:extLst>
              <a:ext uri="{FF2B5EF4-FFF2-40B4-BE49-F238E27FC236}">
                <ns2:creationId id="{23F10C7B-D803-42A4-A9A4-E75011E9C13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0CAD1BB8-9F20-4710-A227-BCF22564EE0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6DCFA61-49E7-4E3E-9059-D6C9C217E65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ADFE85D9-AA90-44BA-B2E0-008AB718830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C9BBC69B-D03A-4C76-AA7E-430CA84B404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FD41932C-7127-4501-BF29-6C811781F20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C05C9DA-03B0-4EEA-BF00-6B3640656403}"/>
              </a:ext>
            </a:extLst>
          </p:cNvPr>
          <p:cNvPicPr>
            <a:picLocks noChangeAspect="1"/>
          </p:cNvPicPr>
          <p:nvPr/>
        </p:nvPicPr>
        <p:blipFill>
          <a:blip ns3:embed="R0f48fa2ba6ca43b7"/>
          <a:stretch/>
        </p:blipFill>
        <p:spPr>
          <a:xfrm>
            <a:off x="2000250" y="4675188"/>
            <a:ext cx="14287500" cy="793750"/>
          </a:xfrm>
          <a:prstGeom prst="rect">
            <a:avLst/>
          </a:prstGeom>
        </p:spPr>
      </p:pic>
      <p:pic>
        <p:nvPicPr>
          <p:cNvPr id="9" name="">
            <a:extLst>
              <a:ext uri="{FF2B5EF4-FFF2-40B4-BE49-F238E27FC236}">
                <ns2:creationId id="{A201AF68-291F-4D53-BAD5-442BD202A8E3}"/>
              </a:ext>
            </a:extLst>
          </p:cNvPr>
          <p:cNvPicPr>
            <a:picLocks noChangeAspect="1"/>
          </p:cNvPicPr>
          <p:nvPr/>
        </p:nvPicPr>
        <p:blipFill>
          <a:blip ns3:embed="Rc041ce1ef01d441a"/>
          <a:stretch/>
        </p:blipFill>
        <p:spPr>
          <a:xfrm>
            <a:off x="7098994" y="5810250"/>
            <a:ext cx="4090013" cy="3762375"/>
          </a:xfrm>
          <a:prstGeom prst="rect">
            <a:avLst/>
          </a:prstGeom>
        </p:spPr>
      </p:pic>
    </p:spTree>
    <p:extLst>
      <p:ext uri="{BB962C8B-B14F-4D97-AF65-F5344CB8AC3E}">
        <ns4:creationId val="1459908662"/>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C5075F08-A805-4911-83B0-1B18AA2432FF}"/>
              </a:ext>
            </a:extLst>
          </p:cNvPr>
          <p:cNvPicPr>
            <a:picLocks noChangeAspect="1"/>
          </p:cNvPicPr>
          <p:nvPr/>
        </p:nvPicPr>
        <p:blipFill>
          <a:blip ns3:embed="R55c843ce2f1b47a2"/>
          <a:stretch/>
        </p:blipFill>
        <p:spPr>
          <a:xfrm>
            <a:off x="16941800" y="382588"/>
            <a:ext cx="1028700" cy="733425"/>
          </a:xfrm>
          <a:prstGeom prst="rect">
            <a:avLst/>
          </a:prstGeom>
        </p:spPr>
      </p:pic>
      <p:sp>
        <p:nvSpPr>
          <p:cNvPr id="2" name="part_heading">
            <a:extLst>
              <a:ext uri="{FF2B5EF4-FFF2-40B4-BE49-F238E27FC236}">
                <ns2:creationId id="{DF50ACB4-2EED-44D3-AB8C-A70ADBE0F3E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B5F8F642-FF4B-45C6-8ACD-FBA73AE3146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0CFE9BB-1171-4EC8-A20A-4C49FFE27B2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2A727B19-E539-46B8-962F-D923D806C7C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9E07029E-0FB4-48EE-821D-182645D68CB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B1EB2734-0E68-4BF8-A541-3A8B4061081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288325F-8177-4861-AB87-AE33EA0926E9}"/>
              </a:ext>
            </a:extLst>
          </p:cNvPr>
          <p:cNvPicPr>
            <a:picLocks noChangeAspect="1"/>
          </p:cNvPicPr>
          <p:nvPr/>
        </p:nvPicPr>
        <p:blipFill>
          <a:blip ns3:embed="R402f0f3e83af4845"/>
          <a:stretch/>
        </p:blipFill>
        <p:spPr>
          <a:xfrm>
            <a:off x="2000250" y="4622107"/>
            <a:ext cx="14287500" cy="4681336"/>
          </a:xfrm>
          <a:prstGeom prst="rect">
            <a:avLst/>
          </a:prstGeom>
        </p:spPr>
      </p:pic>
    </p:spTree>
    <p:extLst>
      <p:ext uri="{BB962C8B-B14F-4D97-AF65-F5344CB8AC3E}">
        <ns4:creationId val="1418105747"/>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61F97218-3D04-4E99-B2DD-87676CA66DD7}"/>
              </a:ext>
            </a:extLst>
          </p:cNvPr>
          <p:cNvPicPr>
            <a:picLocks noChangeAspect="1"/>
          </p:cNvPicPr>
          <p:nvPr/>
        </p:nvPicPr>
        <p:blipFill>
          <a:blip ns3:embed="R484c51fa99944bd5"/>
          <a:stretch/>
        </p:blipFill>
        <p:spPr>
          <a:xfrm>
            <a:off x="16941800" y="382588"/>
            <a:ext cx="1028700" cy="733425"/>
          </a:xfrm>
          <a:prstGeom prst="rect">
            <a:avLst/>
          </a:prstGeom>
        </p:spPr>
      </p:pic>
      <p:sp>
        <p:nvSpPr>
          <p:cNvPr id="2" name="part_heading">
            <a:extLst>
              <a:ext uri="{FF2B5EF4-FFF2-40B4-BE49-F238E27FC236}">
                <ns2:creationId id="{64FBF035-2263-4298-A228-5912A8B44C7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B633CE96-2906-4B14-BC5A-F92D01E086E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A39E472-2F6F-418F-9465-51E9D4E9E3E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18FE026E-0F02-48C9-AC5F-141D6E74BDB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2531920E-C23A-43E6-BC59-F891099C2DAB}"/>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BA3FDB96-F211-40AE-8429-018526D9F601}"/>
              </a:ext>
            </a:extLst>
          </p:cNvPr>
          <p:cNvPicPr>
            <a:picLocks noChangeAspect="1"/>
          </p:cNvPicPr>
          <p:nvPr/>
        </p:nvPicPr>
        <p:blipFill>
          <a:blip ns3:embed="R0f6b334761b64d9c"/>
          <a:stretch/>
        </p:blipFill>
        <p:spPr>
          <a:xfrm>
            <a:off x="11283641" y="4095750"/>
            <a:ext cx="5340968" cy="5286375"/>
          </a:xfrm>
          <a:prstGeom prst="rect">
            <a:avLst/>
          </a:prstGeom>
        </p:spPr>
      </p:pic>
      <p:pic>
        <p:nvPicPr>
          <p:cNvPr id="8" name="">
            <a:extLst>
              <a:ext uri="{FF2B5EF4-FFF2-40B4-BE49-F238E27FC236}">
                <ns2:creationId id="{232BC08A-F8CD-4B5C-96AB-1C6D87935691}"/>
              </a:ext>
            </a:extLst>
          </p:cNvPr>
          <p:cNvPicPr>
            <a:picLocks noChangeAspect="1"/>
          </p:cNvPicPr>
          <p:nvPr/>
        </p:nvPicPr>
        <p:blipFill>
          <a:blip ns3:embed="R84bf80801e504e5d"/>
          <a:stretch/>
        </p:blipFill>
        <p:spPr>
          <a:xfrm>
            <a:off x="2778125" y="5619750"/>
            <a:ext cx="5207000" cy="1190625"/>
          </a:xfrm>
          <a:prstGeom prst="rect">
            <a:avLst/>
          </a:prstGeom>
        </p:spPr>
      </p:pic>
      <p:sp>
        <p:nvSpPr>
          <p:cNvPr id="9" name="symbols">
            <a:extLst>
              <a:ext uri="{FF2B5EF4-FFF2-40B4-BE49-F238E27FC236}">
                <ns2:creationId id="{9FF5998A-F938-4D49-87AF-0E162CA334FA}"/>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590946369"/>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87D97783-FFD1-44D0-AF67-1096ADBCE473}"/>
              </a:ext>
            </a:extLst>
          </p:cNvPr>
          <p:cNvPicPr>
            <a:picLocks noChangeAspect="1"/>
          </p:cNvPicPr>
          <p:nvPr/>
        </p:nvPicPr>
        <p:blipFill>
          <a:blip ns3:embed="Reeb2a0d08af04e05"/>
          <a:stretch/>
        </p:blipFill>
        <p:spPr>
          <a:xfrm>
            <a:off x="16941800" y="382588"/>
            <a:ext cx="1028700" cy="733425"/>
          </a:xfrm>
          <a:prstGeom prst="rect">
            <a:avLst/>
          </a:prstGeom>
        </p:spPr>
      </p:pic>
      <p:sp>
        <p:nvSpPr>
          <p:cNvPr id="2" name="part_heading">
            <a:extLst>
              <a:ext uri="{FF2B5EF4-FFF2-40B4-BE49-F238E27FC236}">
                <ns2:creationId id="{D70235D7-5FF8-46D2-ACEB-05F8FE889B3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CB17F4A0-2C5B-49E7-9E4C-51684F95862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73EE9FA-6559-46C6-9929-C7D169B4D65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356288FC-C3A0-4A4A-8EF3-4FF2208D226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E4A2EDEE-ED99-44AC-BB6D-17931CB6400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D498A63D-3774-43EC-9EB6-2580D2E3C69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C196BB8-BECD-41B7-AE61-D58E59AB2777}"/>
              </a:ext>
            </a:extLst>
          </p:cNvPr>
          <p:cNvPicPr>
            <a:picLocks noChangeAspect="1"/>
          </p:cNvPicPr>
          <p:nvPr/>
        </p:nvPicPr>
        <p:blipFill>
          <a:blip ns3:embed="Rbb0a86e362f847be"/>
          <a:stretch/>
        </p:blipFill>
        <p:spPr>
          <a:xfrm>
            <a:off x="3587303" y="4667250"/>
            <a:ext cx="11113394" cy="723900"/>
          </a:xfrm>
          <a:prstGeom prst="rect">
            <a:avLst/>
          </a:prstGeom>
        </p:spPr>
      </p:pic>
      <p:sp>
        <p:nvSpPr>
          <p:cNvPr id="9" name="q1">
            <a:extLst>
              <a:ext uri="{FF2B5EF4-FFF2-40B4-BE49-F238E27FC236}">
                <ns2:creationId id="{A38B323E-E0E1-45CB-8091-8B49402CC8A7}"/>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E0D3FFC3-BA09-4A2B-8B09-EA3236ACEC35}"/>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4C71A885-4D07-4DD6-B721-83951B19B7DC}"/>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828CB87A-E850-47EF-BCD2-8F87B0F064B9}"/>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171975376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4CDB87F0-55AB-482F-B89E-67BC89DE3723}"/>
              </a:ext>
            </a:extLst>
          </p:cNvPr>
          <p:cNvPicPr>
            <a:picLocks noChangeAspect="1"/>
          </p:cNvPicPr>
          <p:nvPr/>
        </p:nvPicPr>
        <p:blipFill>
          <a:blip ns3:embed="R7981f4a9518d43fd"/>
          <a:stretch/>
        </p:blipFill>
        <p:spPr>
          <a:xfrm>
            <a:off x="4859" y="0"/>
            <a:ext cx="18278283" cy="10287000"/>
          </a:xfrm>
          <a:prstGeom prst="rect">
            <a:avLst/>
          </a:prstGeom>
        </p:spPr>
      </p:pic>
      <p:sp>
        <p:nvSpPr>
          <p:cNvPr id="2" name="reference_green_fade">
            <a:extLst>
              <a:ext uri="{FF2B5EF4-FFF2-40B4-BE49-F238E27FC236}">
                <ns2:creationId id="{42BC07C6-BEEF-44DE-8A6C-D98D819CDDEB}"/>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D3DD0D09-5E14-465F-9991-766EB647F864}"/>
              </a:ext>
            </a:extLst>
          </p:cNvPr>
          <p:cNvPicPr>
            <a:picLocks noChangeAspect="1"/>
          </p:cNvPicPr>
          <p:nvPr/>
        </p:nvPicPr>
        <p:blipFill>
          <a:blip ns3:embed="R7844633a9808498e"/>
          <a:stretch/>
        </p:blipFill>
        <p:spPr>
          <a:xfrm>
            <a:off x="16916400" y="332392"/>
            <a:ext cx="1079500" cy="668717"/>
          </a:xfrm>
          <a:prstGeom prst="rect">
            <a:avLst/>
          </a:prstGeom>
        </p:spPr>
      </p:pic>
      <p:sp>
        <p:nvSpPr>
          <p:cNvPr id="4" name="copyright">
            <a:extLst>
              <a:ext uri="{FF2B5EF4-FFF2-40B4-BE49-F238E27FC236}">
                <ns2:creationId id="{47CE1200-E56E-40D5-B3B7-6CA19E8A80E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AE465D47-DDFB-4D34-9F34-BD66DAF09D9A}"/>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6F97402E-3F3C-412D-A5EE-4D9B03986366}"/>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9A897D12-C696-4054-9380-53BEABAF37B5}"/>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263367315"/>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6B0C04B6-5EE8-435F-AE16-8F4E87C0D976}"/>
              </a:ext>
            </a:extLst>
          </p:cNvPr>
          <p:cNvPicPr>
            <a:picLocks noChangeAspect="1"/>
          </p:cNvPicPr>
          <p:nvPr/>
        </p:nvPicPr>
        <p:blipFill>
          <a:blip ns3:embed="R3cacc850e10f421c"/>
          <a:stretch/>
        </p:blipFill>
        <p:spPr>
          <a:xfrm>
            <a:off x="16941800" y="382588"/>
            <a:ext cx="1028700" cy="733425"/>
          </a:xfrm>
          <a:prstGeom prst="rect">
            <a:avLst/>
          </a:prstGeom>
        </p:spPr>
      </p:pic>
      <p:sp>
        <p:nvSpPr>
          <p:cNvPr id="2" name="part_heading">
            <a:extLst>
              <a:ext uri="{FF2B5EF4-FFF2-40B4-BE49-F238E27FC236}">
                <ns2:creationId id="{381BFE9A-E4D1-4C3A-BBAD-2132037C692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18B8FB39-662B-4521-B933-1604E2F1AAA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66C233E4-6CCC-4777-B45B-ACCE99D0A5A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0C306A0F-E811-4F12-9C19-7980BF0F966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EC49F335-8AD5-404A-A22B-28C655AE116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86A4F7A5-ADF2-438E-B2D6-997E01F64C4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6BE06DDF-9560-4F03-B5FF-3C5B4296D397}"/>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5104CB9F-DBDF-4A57-83D9-AE77664DC4E9}"/>
              </a:ext>
            </a:extLst>
          </p:cNvPr>
          <p:cNvPicPr>
            <a:picLocks noChangeAspect="1"/>
          </p:cNvPicPr>
          <p:nvPr/>
        </p:nvPicPr>
        <p:blipFill>
          <a:blip ns3:embed="Reca763163f8d4947"/>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AAC070A1-2740-4CBB-8F83-096E083F4901}"/>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D3A41B8E-F7BB-45B9-BCA6-032251BACFDF}"/>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E14E9B3A-711C-445A-B27C-B895A200702C}"/>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7EAF90DE-3D72-46C6-B7C1-0ED6F632D262}"/>
              </a:ext>
            </a:extLst>
          </p:cNvPr>
          <p:cNvPicPr>
            <a:picLocks noChangeAspect="1"/>
          </p:cNvPicPr>
          <p:nvPr/>
        </p:nvPicPr>
        <p:blipFill>
          <a:blip ns3:embed="Rc033cec9ab9a4271"/>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42ED5599-49A8-4847-BCA7-0A53D532FA34}"/>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3539405E-1155-4CFA-BD49-95B27A70F631}"/>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818056684"/>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AD90FD35-96F1-4DC9-85BB-E0DC05F4B8A1}"/>
              </a:ext>
            </a:extLst>
          </p:cNvPr>
          <p:cNvPicPr>
            <a:picLocks noChangeAspect="1"/>
          </p:cNvPicPr>
          <p:nvPr/>
        </p:nvPicPr>
        <p:blipFill>
          <a:blip ns3:embed="Rd2235e1d3208473d"/>
          <a:stretch/>
        </p:blipFill>
        <p:spPr>
          <a:xfrm>
            <a:off x="16941800" y="382588"/>
            <a:ext cx="1028700" cy="733425"/>
          </a:xfrm>
          <a:prstGeom prst="rect">
            <a:avLst/>
          </a:prstGeom>
        </p:spPr>
      </p:pic>
      <p:sp>
        <p:nvSpPr>
          <p:cNvPr id="2" name="part_heading">
            <a:extLst>
              <a:ext uri="{FF2B5EF4-FFF2-40B4-BE49-F238E27FC236}">
                <ns2:creationId id="{E0407400-E2BE-4445-9CA2-F982023D24D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2EA21AD1-D33D-48EF-B3FF-5840D90A368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1BC525E-7A20-495B-9A5B-0646B3F27A7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AD6497CB-9409-487D-BDAF-BCB4B9B959F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8EA743FC-A03C-4A39-9FA3-959D1B6978D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의 음수와 방출열 크기의 양수를 구별한다</a:t>
            </a:r>
          </a:p>
        </p:txBody>
      </p:sp>
      <p:sp>
        <p:nvSpPr>
          <p:cNvPr id="7" name="copyright">
            <a:extLst>
              <a:ext uri="{FF2B5EF4-FFF2-40B4-BE49-F238E27FC236}">
                <ns2:creationId id="{A0D7C377-06EA-484D-8324-557CE71B4EC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3682D20-753F-4760-BCC8-B33E8A77EBBC}"/>
              </a:ext>
            </a:extLst>
          </p:cNvPr>
          <p:cNvPicPr>
            <a:picLocks noChangeAspect="1"/>
          </p:cNvPicPr>
          <p:nvPr/>
        </p:nvPicPr>
        <p:blipFill>
          <a:blip ns3:embed="R5b32fb6afde147c6"/>
          <a:stretch/>
        </p:blipFill>
        <p:spPr>
          <a:xfrm>
            <a:off x="1961408" y="4667250"/>
            <a:ext cx="14365184" cy="723900"/>
          </a:xfrm>
          <a:prstGeom prst="rect">
            <a:avLst/>
          </a:prstGeom>
        </p:spPr>
      </p:pic>
      <p:pic>
        <p:nvPicPr>
          <p:cNvPr id="9" name="">
            <a:extLst>
              <a:ext uri="{FF2B5EF4-FFF2-40B4-BE49-F238E27FC236}">
                <ns2:creationId id="{4E4B5686-4027-45D8-AABC-D8D8E96FF0DE}"/>
              </a:ext>
            </a:extLst>
          </p:cNvPr>
          <p:cNvPicPr>
            <a:picLocks noChangeAspect="1"/>
          </p:cNvPicPr>
          <p:nvPr/>
        </p:nvPicPr>
        <p:blipFill>
          <a:blip ns3:embed="R94e9b7a39c364e0e"/>
          <a:stretch/>
        </p:blipFill>
        <p:spPr>
          <a:xfrm>
            <a:off x="1869688" y="5619750"/>
            <a:ext cx="14548624" cy="723900"/>
          </a:xfrm>
          <a:prstGeom prst="rect">
            <a:avLst/>
          </a:prstGeom>
        </p:spPr>
      </p:pic>
      <p:sp>
        <p:nvSpPr>
          <p:cNvPr id="10" name="strip-1">
            <a:extLst>
              <a:ext uri="{FF2B5EF4-FFF2-40B4-BE49-F238E27FC236}">
                <ns2:creationId id="{3B6DFF24-0425-45F1-8F34-BFB3E40BA312}"/>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62288034-AACD-4832-8829-27B28ED57F87}"/>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CDE40103-7948-483A-B764-4F2A424B8723}"/>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4F5198CD-AA7A-464D-A835-3BA2ECAE6490}"/>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90959016-A87B-42BB-BFA3-9D363134ADE8}"/>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684614E2-9976-413F-8C2F-872E0ACCB969}"/>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88D1FB18-58B1-40AB-8B67-0EA16A7F13DF}"/>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D535DAC6-38D0-4A96-9840-710CD1296138}"/>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08EED83B-8526-4A02-906F-42B88ADDE3BC}"/>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0C5E84D2-FB1F-47F6-9E6B-C78D7A067D04}"/>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1347837042"/>
      </p:ext>
    </p:extLst>
  </p:cSld>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C3D39B0D-5A50-483B-9D61-7FA354D9D262}"/>
              </a:ext>
            </a:extLst>
          </p:cNvPr>
          <p:cNvPicPr>
            <a:picLocks noChangeAspect="1"/>
          </p:cNvPicPr>
          <p:nvPr/>
        </p:nvPicPr>
        <p:blipFill>
          <a:blip ns3:embed="R09bc80af97a343ae"/>
          <a:stretch/>
        </p:blipFill>
        <p:spPr>
          <a:xfrm>
            <a:off x="16941800" y="382588"/>
            <a:ext cx="1028700" cy="733425"/>
          </a:xfrm>
          <a:prstGeom prst="rect">
            <a:avLst/>
          </a:prstGeom>
        </p:spPr>
      </p:pic>
      <p:sp>
        <p:nvSpPr>
          <p:cNvPr id="2" name="part_heading">
            <a:extLst>
              <a:ext uri="{FF2B5EF4-FFF2-40B4-BE49-F238E27FC236}">
                <ns2:creationId id="{F1FF8245-F676-4DF7-A93F-935C8A840FB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34586271-B65A-4863-A768-198FD159949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395EF16-CF97-4AAA-8E5B-BD51BECC618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A5BD263-17C7-4434-9FD4-A4D06EDA58B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1EA68282-91B6-42BA-84B2-C2CFAEDBFBF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09462A14-4BAF-4E02-97BE-4ADAF9FA720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6A4E894E-A628-426C-A90F-4E9AB8E79AC4}"/>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836343DB-D065-4A25-9997-94B79C336087}"/>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F04275FB-BC8B-40CA-8809-804F72ABEFF7}"/>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E8F9D7BA-39EA-4B95-8749-237C51C8D9E3}"/>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76FD27EF-F3B5-4783-9E6F-B635168F60C5}"/>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5F3FDC94-C6D6-44F9-B734-193BE53DE3D8}"/>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E3B0DAC3-5942-4F0C-A71E-E08910B95030}"/>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25528570-8063-4DC7-A670-F8DCC9A4DA1D}"/>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AE70CA32-8FBC-40A2-BB4B-8DE88D979CC5}"/>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E082E304-2532-43C4-84EB-D2A366DFA459}"/>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13B9DE62-9718-4559-BBC0-939ADF4CB740}"/>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F517B3D9-E05A-41B4-876F-FA0CD5B9957B}"/>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981268682"/>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E77C6554-D43A-4F71-BEC4-1C7568DAAFC5}"/>
              </a:ext>
            </a:extLst>
          </p:cNvPr>
          <p:cNvPicPr>
            <a:picLocks noChangeAspect="1"/>
          </p:cNvPicPr>
          <p:nvPr/>
        </p:nvPicPr>
        <p:blipFill>
          <a:blip ns3:embed="R84cfebe9bc584ebb"/>
          <a:stretch/>
        </p:blipFill>
        <p:spPr>
          <a:xfrm>
            <a:off x="16941800" y="382588"/>
            <a:ext cx="1028700" cy="733425"/>
          </a:xfrm>
          <a:prstGeom prst="rect">
            <a:avLst/>
          </a:prstGeom>
        </p:spPr>
      </p:pic>
      <p:sp>
        <p:nvSpPr>
          <p:cNvPr id="2" name="part_heading">
            <a:extLst>
              <a:ext uri="{FF2B5EF4-FFF2-40B4-BE49-F238E27FC236}">
                <ns2:creationId id="{E48ECD23-95BB-4BF4-8A3C-67418409F32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2F09CC24-870A-4FBC-AE14-6C4CA481987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AE50502-3C7D-4232-AAF0-454FA36AFFE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20A58C8A-4E58-47EE-8A69-5D5DB7A4D55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98966D77-11BC-40AA-B592-E8827AA7E75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71FADAEF-8049-41D7-87D6-A17D2479A2C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D1AC5836-C40F-4280-AC88-51DD3C08C5CA}"/>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CCA73B20-D213-4C48-8419-F4DCF18AC402}"/>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AB4C7642-6B6E-47AB-8456-7015BA68CFFA}"/>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4555C2A8-6701-4C78-912A-EBD4D6B88954}"/>
              </a:ext>
            </a:extLst>
          </p:cNvPr>
          <p:cNvPicPr>
            <a:picLocks noChangeAspect="1"/>
          </p:cNvPicPr>
          <p:nvPr/>
        </p:nvPicPr>
        <p:blipFill>
          <a:blip ns3:embed="R19df87f56776449c"/>
          <a:stretch/>
        </p:blipFill>
        <p:spPr>
          <a:xfrm>
            <a:off x="4476750" y="5018554"/>
            <a:ext cx="12001500" cy="554691"/>
          </a:xfrm>
          <a:prstGeom prst="rect">
            <a:avLst/>
          </a:prstGeom>
        </p:spPr>
      </p:pic>
      <p:sp>
        <p:nvSpPr>
          <p:cNvPr id="12" name="eq-ethanol-calculation">
            <a:extLst>
              <a:ext uri="{FF2B5EF4-FFF2-40B4-BE49-F238E27FC236}">
                <ns2:creationId id="{7C6181D1-2B0D-4C5C-A196-6B9978E910BA}"/>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E4E8834A-D5FE-4521-95EB-4E257A6290F5}"/>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A4AB8109-33F3-4C9B-A71B-24B45E2E3528}"/>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D9F7E968-BF38-4D4E-ADFC-4254F1E14210}"/>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F1E3D862-EA8E-4069-B9DC-68111F3EBCE6}"/>
              </a:ext>
            </a:extLst>
          </p:cNvPr>
          <p:cNvPicPr>
            <a:picLocks noChangeAspect="1"/>
          </p:cNvPicPr>
          <p:nvPr/>
        </p:nvPicPr>
        <p:blipFill>
          <a:blip ns3:embed="R8175d8e4c13a4d57"/>
          <a:stretch/>
        </p:blipFill>
        <p:spPr>
          <a:xfrm>
            <a:off x="4476750" y="7472773"/>
            <a:ext cx="12001500" cy="599254"/>
          </a:xfrm>
          <a:prstGeom prst="rect">
            <a:avLst/>
          </a:prstGeom>
        </p:spPr>
      </p:pic>
      <p:sp>
        <p:nvSpPr>
          <p:cNvPr id="17" name="eq-water-liquid-calculation">
            <a:extLst>
              <a:ext uri="{FF2B5EF4-FFF2-40B4-BE49-F238E27FC236}">
                <ns2:creationId id="{AE35991F-6035-4D60-BF64-DD6EEF5AD0B4}"/>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948009380"/>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AA69F663-41F5-442A-8C79-612479D6AA6F}"/>
              </a:ext>
            </a:extLst>
          </p:cNvPr>
          <p:cNvPicPr>
            <a:picLocks noChangeAspect="1"/>
          </p:cNvPicPr>
          <p:nvPr/>
        </p:nvPicPr>
        <p:blipFill>
          <a:blip ns3:embed="Rc762004f073e4361"/>
          <a:stretch/>
        </p:blipFill>
        <p:spPr>
          <a:xfrm>
            <a:off x="16941800" y="382588"/>
            <a:ext cx="1028700" cy="733425"/>
          </a:xfrm>
          <a:prstGeom prst="rect">
            <a:avLst/>
          </a:prstGeom>
        </p:spPr>
      </p:pic>
      <p:sp>
        <p:nvSpPr>
          <p:cNvPr id="2" name="part_heading">
            <a:extLst>
              <a:ext uri="{FF2B5EF4-FFF2-40B4-BE49-F238E27FC236}">
                <ns2:creationId id="{8150CFE6-770A-4EDF-922E-7EDBB9431F2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DA105D56-4478-437F-ABF7-FEFC2BB94B4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CEDB903-B725-4D25-867A-6E039B8634B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81B23403-F802-4229-9628-66B96D0EFAF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06E2C428-2216-4A06-8CB9-987954300E8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A064C8C9-A91E-4ABA-99F6-0D86022E1BB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E2D41A9-04EE-4310-9F2A-29BC3C3B5A66}"/>
              </a:ext>
            </a:extLst>
          </p:cNvPr>
          <p:cNvPicPr>
            <a:picLocks noChangeAspect="1"/>
          </p:cNvPicPr>
          <p:nvPr/>
        </p:nvPicPr>
        <p:blipFill>
          <a:blip ns3:embed="Re577893476ec4f50"/>
          <a:stretch/>
        </p:blipFill>
        <p:spPr>
          <a:xfrm>
            <a:off x="2190750" y="4766442"/>
            <a:ext cx="13906500" cy="3706865"/>
          </a:xfrm>
          <a:prstGeom prst="rect">
            <a:avLst/>
          </a:prstGeom>
        </p:spPr>
      </p:pic>
      <p:sp>
        <p:nvSpPr>
          <p:cNvPr id="9" name="takeaway-box">
            <a:extLst>
              <a:ext uri="{FF2B5EF4-FFF2-40B4-BE49-F238E27FC236}">
                <ns2:creationId id="{7C03E998-76B3-425E-B20D-0271E07EDB5C}"/>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89EFA845-C99A-4E88-AE36-606F060BFC30}"/>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560275782"/>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0C76065F-A81D-4611-96DC-3CAE8E25E804}"/>
              </a:ext>
            </a:extLst>
          </p:cNvPr>
          <p:cNvPicPr>
            <a:picLocks noChangeAspect="1"/>
          </p:cNvPicPr>
          <p:nvPr/>
        </p:nvPicPr>
        <p:blipFill>
          <a:blip ns3:embed="R9d663edaa6e246ee"/>
          <a:stretch/>
        </p:blipFill>
        <p:spPr>
          <a:xfrm>
            <a:off x="16941800" y="382588"/>
            <a:ext cx="1028700" cy="733425"/>
          </a:xfrm>
          <a:prstGeom prst="rect">
            <a:avLst/>
          </a:prstGeom>
        </p:spPr>
      </p:pic>
      <p:sp>
        <p:nvSpPr>
          <p:cNvPr id="2" name="part_heading">
            <a:extLst>
              <a:ext uri="{FF2B5EF4-FFF2-40B4-BE49-F238E27FC236}">
                <ns2:creationId id="{C4875B7E-776E-44AA-B49B-1C1E51E4250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36B17B72-D141-44A6-BA2F-0F505AA0454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7E4F673-F8A7-4847-BB8A-BF9BB715E82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E1751820-3B61-4E00-8217-A32EBC37927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9DBE2154-F5D1-4693-B556-ED8497BF6390}"/>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C7D1DC8E-AB18-4E0A-A5C6-DA3DB1532C88}"/>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E9E38D42-E9F2-4A26-A5DF-4CB7B27B2BC4}"/>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066EBBEE-0BB5-4A67-B6FF-99596F13F3D7}"/>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D022B99F-D74F-412A-BB08-B8FE8BB02B26}"/>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0DF1C1ED-C0C4-42CB-B327-826DBCF7BC4C}"/>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2E4162F0-B6BC-4B14-A87A-4BE938B53EC4}"/>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F841A282-C24E-493B-AA48-6910D22A7F42}"/>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7C8205FE-7020-4269-8437-E332C21A43A0}"/>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DAE79867-01FD-4D96-9FAA-A4AAEB4C1DFC}"/>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8C2DD1DF-EDA8-403F-8CF1-775FFC1F4D13}"/>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A6270578-32C8-47B5-8F7D-942A9C4467C1}"/>
              </a:ext>
            </a:extLst>
          </p:cNvPr>
          <p:cNvPicPr>
            <a:picLocks noChangeAspect="1"/>
          </p:cNvPicPr>
          <p:nvPr/>
        </p:nvPicPr>
        <p:blipFill>
          <a:blip ns3:embed="Rfe16a2ac086d4bc5"/>
          <a:stretch/>
        </p:blipFill>
        <p:spPr>
          <a:xfrm>
            <a:off x="12858750" y="6200795"/>
            <a:ext cx="3905250" cy="2933661"/>
          </a:xfrm>
          <a:prstGeom prst="rect">
            <a:avLst/>
          </a:prstGeom>
        </p:spPr>
      </p:pic>
    </p:spTree>
    <p:extLst>
      <p:ext uri="{BB962C8B-B14F-4D97-AF65-F5344CB8AC3E}">
        <ns4:creationId val="742498154"/>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2" name="">
            <a:extLst>
              <a:ext uri="{FF2B5EF4-FFF2-40B4-BE49-F238E27FC236}">
                <ns2:creationId id="{411B1D54-1895-4136-BD74-96D5D47A1200}"/>
              </a:ext>
            </a:extLst>
          </p:cNvPr>
          <p:cNvPicPr>
            <a:picLocks noChangeAspect="1"/>
          </p:cNvPicPr>
          <p:nvPr/>
        </p:nvPicPr>
        <p:blipFill>
          <a:blip ns3:embed="R716758e0ebe1496a"/>
          <a:stretch/>
        </p:blipFill>
        <p:spPr>
          <a:xfrm>
            <a:off x="16941800" y="382588"/>
            <a:ext cx="1028700" cy="733425"/>
          </a:xfrm>
          <a:prstGeom prst="rect">
            <a:avLst/>
          </a:prstGeom>
        </p:spPr>
      </p:pic>
      <p:sp>
        <p:nvSpPr>
          <p:cNvPr id="2" name="part_heading">
            <a:extLst>
              <a:ext uri="{FF2B5EF4-FFF2-40B4-BE49-F238E27FC236}">
                <ns2:creationId id="{BC126810-6B5A-4687-A1F0-0E42A9AF41C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2462F0DD-AA10-427C-A521-DBCF23A2326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794FF0C-F77D-453B-A9DE-C74240B4974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87EE07DB-42C3-472A-9157-09EC55210CA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BDEC39FE-AFAC-4F16-8229-021CF182453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09E0F780-A0EB-4D1A-952A-2BF89DE19CE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B3F84A0B-0537-4676-A5CD-F69F79733EF9}"/>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E66D3182-21DC-4DED-953D-93A8DC8213BA}"/>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연소 엔탈피(kJ/mol)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연소열(kJ/g)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9103371C-50DC-4686-BB18-A9A7392E3FDA}"/>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13060FC9-2FFC-4741-B177-69E4B4E70412}"/>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EECF2240-9A38-4A5F-B1C4-5DEA7419058E}"/>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113B93DC-DC88-47C6-96A9-F95386E32E24}"/>
              </a:ext>
            </a:extLst>
          </p:cNvPr>
          <p:cNvSpPr>
            <a:spLocks noGrp="1"/>
          </p:cNvSpPr>
          <p:nvPr/>
        </p:nvSpPr>
        <p:spPr>
          <a:xfrm>
            <a:off x="1524000" y="7572375"/>
            <a:ext cx="15240000" cy="14288"/>
          </a:xfrm>
          <a:prstGeom prst="rect">
            <a:avLst/>
          </a:prstGeom>
          <a:solidFill>
            <a:srgbClr val="777777"/>
          </a:solidFill>
          <a:ln w="0">
            <a:noFill/>
          </a:ln>
        </p:spPr>
      </p:sp>
      <p:sp>
        <p:nvSpPr>
          <p:cNvPr id="14" name="table-rounded-corner-0">
            <a:extLst>
              <a:ext uri="{FF2B5EF4-FFF2-40B4-BE49-F238E27FC236}">
                <ns2:creationId id="{23CF07B2-E785-4AAC-A8B7-025B3B478FC2}"/>
              </a:ext>
            </a:extLst>
          </p:cNvPr>
          <p:cNvSpPr>
            <a:spLocks noGrp="1"/>
          </p:cNvSpPr>
          <p:nvPr/>
        </p:nvSpPr>
        <p:spPr>
          <a:xfrm rot="0">
            <a:off x="1524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C29C989E-AA37-40E3-A32A-5DA45F83B131}"/>
              </a:ext>
            </a:extLst>
          </p:cNvPr>
          <p:cNvSpPr>
            <a:spLocks noGrp="1"/>
          </p:cNvSpPr>
          <p:nvPr/>
        </p:nvSpPr>
        <p:spPr>
          <a:xfrm rot="5400000">
            <a:off x="16535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0C9C2A95-88E1-4E33-B7AD-3F8B733549BA}"/>
              </a:ext>
            </a:extLst>
          </p:cNvPr>
          <p:cNvSpPr>
            <a:spLocks noGrp="1"/>
          </p:cNvSpPr>
          <p:nvPr/>
        </p:nvSpPr>
        <p:spPr>
          <a:xfrm rot="10800000">
            <a:off x="16535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64A0915E-277D-4018-913F-05D4698024B9}"/>
              </a:ext>
            </a:extLst>
          </p:cNvPr>
          <p:cNvSpPr>
            <a:spLocks noGrp="1"/>
          </p:cNvSpPr>
          <p:nvPr/>
        </p:nvSpPr>
        <p:spPr>
          <a:xfrm rot="16200000">
            <a:off x="1524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question-arrow">
            <a:extLst>
              <a:ext uri="{FF2B5EF4-FFF2-40B4-BE49-F238E27FC236}">
                <ns2:creationId id="{16D8E496-88E0-446F-97EC-48DEF676AFDB}"/>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9" name="question">
            <a:extLst>
              <a:ext uri="{FF2B5EF4-FFF2-40B4-BE49-F238E27FC236}">
                <ns2:creationId id="{795EFF4B-22FE-4605-ADB9-EE9112360F07}"/>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a:ext uri="{FF2B5EF4-FFF2-40B4-BE49-F238E27FC236}">
                <ns2:creationId id="{CE60D752-6FF4-4EDA-B5F2-7C5D85656667}"/>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a:ext uri="{FF2B5EF4-FFF2-40B4-BE49-F238E27FC236}">
                <ns2:creationId id="{B79AB80A-6A70-4539-86FC-C3E45C57B692}"/>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31261804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E6AB49D5-8AA7-4CF4-94F2-2598E043883D}"/>
              </a:ext>
            </a:extLst>
          </p:cNvPr>
          <p:cNvPicPr>
            <a:picLocks noChangeAspect="1"/>
          </p:cNvPicPr>
          <p:nvPr/>
        </p:nvPicPr>
        <p:blipFill>
          <a:blip ns3:embed="R7242d0a3d49543f8"/>
          <a:stretch/>
        </p:blipFill>
        <p:spPr>
          <a:xfrm>
            <a:off x="4859" y="0"/>
            <a:ext cx="18278283" cy="10287000"/>
          </a:xfrm>
          <a:prstGeom prst="rect">
            <a:avLst/>
          </a:prstGeom>
        </p:spPr>
      </p:pic>
      <p:sp>
        <p:nvSpPr>
          <p:cNvPr id="2" name="reference_green_fade">
            <a:extLst>
              <a:ext uri="{FF2B5EF4-FFF2-40B4-BE49-F238E27FC236}">
                <ns2:creationId id="{A39676F1-5EC6-4A39-8C40-3FDA89B33281}"/>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6C0837CB-F6B0-4915-9BD3-BB725F0702B7}"/>
              </a:ext>
            </a:extLst>
          </p:cNvPr>
          <p:cNvPicPr>
            <a:picLocks noChangeAspect="1"/>
          </p:cNvPicPr>
          <p:nvPr/>
        </p:nvPicPr>
        <p:blipFill>
          <a:blip ns3:embed="R69d6958f1a5d474f"/>
          <a:stretch/>
        </p:blipFill>
        <p:spPr>
          <a:xfrm>
            <a:off x="16916400" y="332392"/>
            <a:ext cx="1079500" cy="668717"/>
          </a:xfrm>
          <a:prstGeom prst="rect">
            <a:avLst/>
          </a:prstGeom>
        </p:spPr>
      </p:pic>
      <p:sp>
        <p:nvSpPr>
          <p:cNvPr id="4" name="copyright">
            <a:extLst>
              <a:ext uri="{FF2B5EF4-FFF2-40B4-BE49-F238E27FC236}">
                <ns2:creationId id="{653BA893-E747-47A4-92FC-D0D85421EF0C}"/>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097DCE33-0D1F-446D-9677-115ADD5458DF}"/>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4</a:t>
            </a:r>
          </a:p>
        </p:txBody>
      </p:sp>
      <p:sp>
        <p:nvSpPr>
          <p:cNvPr id="6" name="title">
            <a:extLst>
              <a:ext uri="{FF2B5EF4-FFF2-40B4-BE49-F238E27FC236}">
                <ns2:creationId id="{4104D99F-0907-4094-A37F-E92630ABF01D}"/>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6924CFEF-D6B7-43EF-8AF6-3DE86E5A9E51}"/>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909721105"/>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9B28E01E-7575-4A1E-9B80-28B2F9A952E6}"/>
              </a:ext>
            </a:extLst>
          </p:cNvPr>
          <p:cNvPicPr>
            <a:picLocks noChangeAspect="1"/>
          </p:cNvPicPr>
          <p:nvPr/>
        </p:nvPicPr>
        <p:blipFill>
          <a:blip ns3:embed="R662705c7e4704b5b"/>
          <a:stretch/>
        </p:blipFill>
        <p:spPr>
          <a:xfrm>
            <a:off x="16941800" y="382588"/>
            <a:ext cx="1028700" cy="733425"/>
          </a:xfrm>
          <a:prstGeom prst="rect">
            <a:avLst/>
          </a:prstGeom>
        </p:spPr>
      </p:pic>
      <p:sp>
        <p:nvSpPr>
          <p:cNvPr id="2" name="part_heading">
            <a:extLst>
              <a:ext uri="{FF2B5EF4-FFF2-40B4-BE49-F238E27FC236}">
                <ns2:creationId id="{DFB9D72B-1BE3-4623-99C4-4A71FCAACFA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D5D7F7A2-CD22-4E31-877B-8674DB3C847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FD62FCBE-26D0-4A67-8BEF-5BA06BED662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61A018BA-B29B-47E2-BE7B-A027F5EF240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D3FDF7CB-FB13-4489-BC93-6E5BC8C5706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EBCCD853-89FB-4BE5-9002-CD5129452DB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D91D4D2-F128-4D3C-BCA0-86D51EEC8797}"/>
              </a:ext>
            </a:extLst>
          </p:cNvPr>
          <p:cNvPicPr>
            <a:picLocks noChangeAspect="1"/>
          </p:cNvPicPr>
          <p:nvPr/>
        </p:nvPicPr>
        <p:blipFill>
          <a:blip ns3:embed="Ra4fe5fe50bb74f75"/>
          <a:stretch/>
        </p:blipFill>
        <p:spPr>
          <a:xfrm>
            <a:off x="2807847" y="4667250"/>
            <a:ext cx="5147556" cy="3857625"/>
          </a:xfrm>
          <a:prstGeom prst="rect">
            <a:avLst/>
          </a:prstGeom>
        </p:spPr>
      </p:pic>
      <p:sp>
        <p:nvSpPr>
          <p:cNvPr id="9" name="bond-explanation-panel">
            <a:extLst>
              <a:ext uri="{FF2B5EF4-FFF2-40B4-BE49-F238E27FC236}">
                <ns2:creationId id="{6111F27C-8E4B-4F40-A929-B9B249155558}"/>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8F8772B1-3EED-44BB-B06C-902C8AF38A67}"/>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D9F02B60-92D4-4B3A-953D-7EBADADCA9A3}"/>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D1F15CA5-512E-462F-B4AA-EFB32325AD16}"/>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D1AB7B3B-9B84-445C-B9E5-A7C019CCE8D6}"/>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9CA60967-B2CF-4358-BA30-9321EF53307C}"/>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8D0B77B2-9813-49E5-B606-3EB81B128719}"/>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406591B4-D89B-4ABA-8DBE-C7EF03180F72}"/>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5223F0A6-BDEF-4B75-927F-89A93752B560}"/>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2035202746"/>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5AFE95D2-CC92-4E20-A4DA-5CEA89358B39}"/>
              </a:ext>
            </a:extLst>
          </p:cNvPr>
          <p:cNvPicPr>
            <a:picLocks noChangeAspect="1"/>
          </p:cNvPicPr>
          <p:nvPr/>
        </p:nvPicPr>
        <p:blipFill>
          <a:blip ns3:embed="R684d1bf08eb946da"/>
          <a:stretch/>
        </p:blipFill>
        <p:spPr>
          <a:xfrm>
            <a:off x="16941800" y="382588"/>
            <a:ext cx="1028700" cy="733425"/>
          </a:xfrm>
          <a:prstGeom prst="rect">
            <a:avLst/>
          </a:prstGeom>
        </p:spPr>
      </p:pic>
      <p:sp>
        <p:nvSpPr>
          <p:cNvPr id="2" name="part_heading">
            <a:extLst>
              <a:ext uri="{FF2B5EF4-FFF2-40B4-BE49-F238E27FC236}">
                <ns2:creationId id="{93A98A2C-5C3A-44A6-B1EB-EF807FC7534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5BCBAF55-7FFE-4818-9DDD-CB29A84CD15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C52B445-F2A1-4482-8221-CB5DFEF0E1A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03ED0CEA-48C7-4659-967E-F7A466987A6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8162EB88-C486-44BA-9F4F-2DA39DC7477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8359B5D6-A144-45E4-B7A0-299E9DA5689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DABF5AF-EEE9-4B1F-8050-97A5C6BEAEBA}"/>
              </a:ext>
            </a:extLst>
          </p:cNvPr>
          <p:cNvPicPr>
            <a:picLocks noChangeAspect="1"/>
          </p:cNvPicPr>
          <p:nvPr/>
        </p:nvPicPr>
        <p:blipFill>
          <a:blip ns3:embed="R79ae7cf8fce74ba8"/>
          <a:stretch/>
        </p:blipFill>
        <p:spPr>
          <a:xfrm>
            <a:off x="2804805" y="4667250"/>
            <a:ext cx="5153641" cy="3857625"/>
          </a:xfrm>
          <a:prstGeom prst="rect">
            <a:avLst/>
          </a:prstGeom>
        </p:spPr>
      </p:pic>
      <p:sp>
        <p:nvSpPr>
          <p:cNvPr id="9" name="bond-explanation-panel">
            <a:extLst>
              <a:ext uri="{FF2B5EF4-FFF2-40B4-BE49-F238E27FC236}">
                <ns2:creationId id="{E2DD56A2-B2FA-441A-9727-302D7504BF49}"/>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65ED5686-E205-4B04-8981-1176064384F8}"/>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DE66E49B-A9D8-46F6-B2D6-F89116EE436C}"/>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7472A81A-B4AB-45DD-A678-141860BAF05D}"/>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E6F3B34C-5242-4789-B2C5-0C755CC75013}"/>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E7ACB4D6-764E-400D-A642-DF8586052C2F}"/>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0F4AFAF5-D399-45DC-BE4E-3338D61F1FED}"/>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5FA6228B-DD2A-4660-96C1-4AE616881159}"/>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D7717B3C-EF9D-43F3-AF4B-D8F614B042E1}"/>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648639833"/>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3BE9F9B0-FCB6-4DD9-8EBD-326612DADDCC}"/>
              </a:ext>
            </a:extLst>
          </p:cNvPr>
          <p:cNvPicPr>
            <a:picLocks noChangeAspect="1"/>
          </p:cNvPicPr>
          <p:nvPr/>
        </p:nvPicPr>
        <p:blipFill>
          <a:blip ns3:embed="R5fe5b30616ef4d40"/>
          <a:stretch/>
        </p:blipFill>
        <p:spPr>
          <a:xfrm>
            <a:off x="16941800" y="382588"/>
            <a:ext cx="1028700" cy="733425"/>
          </a:xfrm>
          <a:prstGeom prst="rect">
            <a:avLst/>
          </a:prstGeom>
        </p:spPr>
      </p:pic>
      <p:sp>
        <p:nvSpPr>
          <p:cNvPr id="2" name="part_heading">
            <a:extLst>
              <a:ext uri="{FF2B5EF4-FFF2-40B4-BE49-F238E27FC236}">
                <ns2:creationId id="{39E16AE1-41AF-44F2-9509-07CF461FD41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914C40AA-46DE-47F7-96B2-7C1F0C3D98A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38F03AD-EAEC-455F-9E7E-03678497CD7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14E855B7-6611-41F5-A537-149AEE9A555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8562C955-D93B-4EE8-93F0-9852A4B959E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FE74FC4B-6AC7-4ED0-8618-6CED8CCBD57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68BA3DC-8143-421B-A1D1-BCB81DDD7DD9}"/>
              </a:ext>
            </a:extLst>
          </p:cNvPr>
          <p:cNvPicPr>
            <a:picLocks noChangeAspect="1"/>
          </p:cNvPicPr>
          <p:nvPr/>
        </p:nvPicPr>
        <p:blipFill>
          <a:blip ns3:embed="R64f31355bdff4e27"/>
          <a:stretch/>
        </p:blipFill>
        <p:spPr>
          <a:xfrm>
            <a:off x="1578835" y="4476750"/>
            <a:ext cx="9986830" cy="5334000"/>
          </a:xfrm>
          <a:prstGeom prst="rect">
            <a:avLst/>
          </a:prstGeom>
        </p:spPr>
      </p:pic>
      <p:sp>
        <p:nvSpPr>
          <p:cNvPr id="9" name="reading-card-1">
            <a:extLst>
              <a:ext uri="{FF2B5EF4-FFF2-40B4-BE49-F238E27FC236}">
                <ns2:creationId id="{9D897420-83F1-4C98-A222-065DFD9B8E5A}"/>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DBC6293A-700D-4564-8FDD-E5827BE97400}"/>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CDC04A53-CB8B-4AB2-9D0F-A984AB49F1C2}"/>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171037A8-2DFB-4415-B02B-D0B5818D0E90}"/>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1980E34A-B587-4810-8D27-E91DCA651E9E}"/>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075F93EE-684A-4714-8847-DABF5A58E308}"/>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A5402208-AB61-4151-9418-5A6FE52FA2FB}"/>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CD109125-64D2-4801-A551-24CBEE10D2E0}"/>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C4A78C52-F578-4793-91D0-4D02714EAB64}"/>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AE6D2B40-B335-43C2-8080-1A8616D95C85}"/>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72A9860A-EF5B-4C69-A6CD-B91543D8C1C8}"/>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946D02F3-8236-4381-83E6-AF7B487DD79A}"/>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4B48786C-357A-402F-974F-838B9B31797D}"/>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9E14099E-0C72-4787-A1D4-058E66A3A661}"/>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4FB76CAE-1E92-43F5-BFD1-67517B703D71}"/>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335345169"/>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08CD900A-894E-4526-8374-5CDADEE566A9}"/>
              </a:ext>
            </a:extLst>
          </p:cNvPr>
          <p:cNvPicPr>
            <a:picLocks noChangeAspect="1"/>
          </p:cNvPicPr>
          <p:nvPr/>
        </p:nvPicPr>
        <p:blipFill>
          <a:blip ns3:embed="R743454aa52ff49fa"/>
          <a:stretch/>
        </p:blipFill>
        <p:spPr>
          <a:xfrm>
            <a:off x="16941800" y="382588"/>
            <a:ext cx="1028700" cy="733425"/>
          </a:xfrm>
          <a:prstGeom prst="rect">
            <a:avLst/>
          </a:prstGeom>
        </p:spPr>
      </p:pic>
      <p:sp>
        <p:nvSpPr>
          <p:cNvPr id="2" name="part_heading">
            <a:extLst>
              <a:ext uri="{FF2B5EF4-FFF2-40B4-BE49-F238E27FC236}">
                <ns2:creationId id="{1BF7D749-50CD-4497-B8A7-D79F4D3C1D9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058253B1-D311-4FB9-8E16-ACD9E20A36C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4D87293-A876-4961-A175-DE4DED44D79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3912976A-1E91-4E38-AFE1-C6D607A5C56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411AD9DB-6D5D-40EA-BB19-B05C12F3A4D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D842CD25-DC2E-47ED-AFD6-A52A0107602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306F3BC-A256-4EA3-950A-A15A909DE133}"/>
              </a:ext>
            </a:extLst>
          </p:cNvPr>
          <p:cNvPicPr>
            <a:picLocks noChangeAspect="1"/>
          </p:cNvPicPr>
          <p:nvPr/>
        </p:nvPicPr>
        <p:blipFill>
          <a:blip ns3:embed="Ra656f90504f14e45"/>
          <a:stretch/>
        </p:blipFill>
        <p:spPr>
          <a:xfrm>
            <a:off x="5869781" y="4191000"/>
            <a:ext cx="6548438" cy="714375"/>
          </a:xfrm>
          <a:prstGeom prst="rect">
            <a:avLst/>
          </a:prstGeom>
        </p:spPr>
      </p:pic>
      <p:pic>
        <p:nvPicPr>
          <p:cNvPr id="9" name="">
            <a:extLst>
              <a:ext uri="{FF2B5EF4-FFF2-40B4-BE49-F238E27FC236}">
                <ns2:creationId id="{E617B783-D85C-4213-B027-D81A1860B116}"/>
              </a:ext>
            </a:extLst>
          </p:cNvPr>
          <p:cNvPicPr>
            <a:picLocks noChangeAspect="1"/>
          </p:cNvPicPr>
          <p:nvPr/>
        </p:nvPicPr>
        <p:blipFill>
          <a:blip ns3:embed="Rf6564fd141fe4374"/>
          <a:stretch/>
        </p:blipFill>
        <p:spPr>
          <a:xfrm>
            <a:off x="3437359" y="5143500"/>
            <a:ext cx="11413282" cy="3190875"/>
          </a:xfrm>
          <a:prstGeom prst="rect">
            <a:avLst/>
          </a:prstGeom>
        </p:spPr>
      </p:pic>
      <p:sp>
        <p:nvSpPr>
          <p:cNvPr id="10" name="conclusion-box">
            <a:extLst>
              <a:ext uri="{FF2B5EF4-FFF2-40B4-BE49-F238E27FC236}">
                <ns2:creationId id="{0F4E8A47-A43A-4422-8E58-2432780E2F96}"/>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D88633E5-99E1-48A4-8382-1AB47C3917E4}"/>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369778102"/>
      </p:ext>
    </p:extLst>
  </p:cSld>
</p:sld>
</file>

<file path=ppt/slides/slide3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61B738A0-C6FC-415A-80E9-4CED4B345D37}"/>
              </a:ext>
            </a:extLst>
          </p:cNvPr>
          <p:cNvPicPr>
            <a:picLocks noChangeAspect="1"/>
          </p:cNvPicPr>
          <p:nvPr/>
        </p:nvPicPr>
        <p:blipFill>
          <a:blip ns3:embed="Rb2a218a458c64fe3"/>
          <a:stretch/>
        </p:blipFill>
        <p:spPr>
          <a:xfrm>
            <a:off x="16941800" y="382588"/>
            <a:ext cx="1028700" cy="733425"/>
          </a:xfrm>
          <a:prstGeom prst="rect">
            <a:avLst/>
          </a:prstGeom>
        </p:spPr>
      </p:pic>
      <p:sp>
        <p:nvSpPr>
          <p:cNvPr id="2" name="part_heading">
            <a:extLst>
              <a:ext uri="{FF2B5EF4-FFF2-40B4-BE49-F238E27FC236}">
                <ns2:creationId id="{8F858C84-DAAB-4DD0-88E3-2CBDBB4FC69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CDF1D16E-FAB4-4A4A-95BF-517739913DA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962314C-DBB8-4E73-A830-19D5C36E2A8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A0A746AF-5ABF-46AE-8AD0-875D4B15618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49C019B7-8E66-4557-AE4C-0C5DA6FC231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C8304724-4296-408A-BF8C-C51E30D5C53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8054F4A6-92D5-4E9C-ACC0-9A89C4763C6C}"/>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85669099-2236-44C7-8DEA-D20002C3C3C3}"/>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ctr"/>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79AE5EDC-E53F-409B-944E-765D5DF030F0}"/>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43D173B8-77D3-49A9-A40E-CD84D6102D09}"/>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CCD64D47-78F9-4C5A-A93D-F59CED3B0D31}"/>
              </a:ext>
            </a:extLst>
          </p:cNvPr>
          <p:cNvSpPr>
            <a:spLocks noGrp="1"/>
          </p:cNvSpPr>
          <p:nvPr/>
        </p:nvSpPr>
        <p:spPr>
          <a:xfrm>
            <a:off x="2286000" y="7358063"/>
            <a:ext cx="13716000" cy="14288"/>
          </a:xfrm>
          <a:prstGeom prst="rect">
            <a:avLst/>
          </a:prstGeom>
          <a:solidFill>
            <a:srgbClr val="777777"/>
          </a:solidFill>
          <a:ln w="0">
            <a:noFill/>
          </a:ln>
        </p:spPr>
      </p:sp>
      <p:sp>
        <p:nvSpPr>
          <p:cNvPr id="13" name="table-rounded-corner-0">
            <a:extLst>
              <a:ext uri="{FF2B5EF4-FFF2-40B4-BE49-F238E27FC236}">
                <ns2:creationId id="{92528439-7ECB-46A3-9306-C463FE262532}"/>
              </a:ext>
            </a:extLst>
          </p:cNvPr>
          <p:cNvSpPr>
            <a:spLocks noGrp="1"/>
          </p:cNvSpPr>
          <p:nvPr/>
        </p:nvSpPr>
        <p:spPr>
          <a:xfrm rot="0">
            <a:off x="2286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BC343383-80BC-4041-9506-DDC838342B18}"/>
              </a:ext>
            </a:extLst>
          </p:cNvPr>
          <p:cNvSpPr>
            <a:spLocks noGrp="1"/>
          </p:cNvSpPr>
          <p:nvPr/>
        </p:nvSpPr>
        <p:spPr>
          <a:xfrm rot="5400000">
            <a:off x="15773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57734CEF-71C9-4C93-B15D-B4E90748373A}"/>
              </a:ext>
            </a:extLst>
          </p:cNvPr>
          <p:cNvSpPr>
            <a:spLocks noGrp="1"/>
          </p:cNvSpPr>
          <p:nvPr/>
        </p:nvSpPr>
        <p:spPr>
          <a:xfrm rot="10800000">
            <a:off x="157734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47D8D739-00E5-42C0-B3EE-C34A3641C6BE}"/>
              </a:ext>
            </a:extLst>
          </p:cNvPr>
          <p:cNvSpPr>
            <a:spLocks noGrp="1"/>
          </p:cNvSpPr>
          <p:nvPr/>
        </p:nvSpPr>
        <p:spPr>
          <a:xfrm rot="16200000">
            <a:off x="22860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keaway-box">
            <a:extLst>
              <a:ext uri="{FF2B5EF4-FFF2-40B4-BE49-F238E27FC236}">
                <ns2:creationId id="{272C3D61-3949-487E-80E2-8818D5D071C8}"/>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8" name="takeaway">
            <a:extLst>
              <a:ext uri="{FF2B5EF4-FFF2-40B4-BE49-F238E27FC236}">
                <ns2:creationId id="{F10AD5A7-2203-4442-94A3-A331BD4AEBDF}"/>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614549929"/>
      </p:ext>
    </p:extLst>
  </p:cSld>
</p:sld>
</file>

<file path=ppt/slides/slide3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F6B16467-8187-4443-8E20-12AB9A11B2B0}"/>
              </a:ext>
            </a:extLst>
          </p:cNvPr>
          <p:cNvPicPr>
            <a:picLocks noChangeAspect="1"/>
          </p:cNvPicPr>
          <p:nvPr/>
        </p:nvPicPr>
        <p:blipFill>
          <a:blip ns3:embed="Rae87d785029145c3"/>
          <a:stretch/>
        </p:blipFill>
        <p:spPr>
          <a:xfrm>
            <a:off x="16941800" y="382588"/>
            <a:ext cx="1028700" cy="733425"/>
          </a:xfrm>
          <a:prstGeom prst="rect">
            <a:avLst/>
          </a:prstGeom>
        </p:spPr>
      </p:pic>
      <p:sp>
        <p:nvSpPr>
          <p:cNvPr id="2" name="part_heading">
            <a:extLst>
              <a:ext uri="{FF2B5EF4-FFF2-40B4-BE49-F238E27FC236}">
                <ns2:creationId id="{BE571597-883D-48E5-9DD2-AA697F0F774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4B01BB7E-A9F8-4B73-B9F1-4860148CBD0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7EC64D1-FBD0-4E11-B37F-42D9A4A6432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4BDCE89C-0213-4C4E-8CA4-83135D37B97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5EECCA6D-0313-4922-B25B-920B44EAD60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2701C99A-210B-498A-AA34-5CD8051F28E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5FB3167-2569-42D2-8E48-4DB98E996106}"/>
              </a:ext>
            </a:extLst>
          </p:cNvPr>
          <p:cNvPicPr>
            <a:picLocks noChangeAspect="1"/>
          </p:cNvPicPr>
          <p:nvPr/>
        </p:nvPicPr>
        <p:blipFill>
          <a:blip ns3:embed="R5040db3dad144123"/>
          <a:stretch/>
        </p:blipFill>
        <p:spPr>
          <a:xfrm>
            <a:off x="2136321" y="4676775"/>
            <a:ext cx="14015357" cy="714375"/>
          </a:xfrm>
          <a:prstGeom prst="rect">
            <a:avLst/>
          </a:prstGeom>
        </p:spPr>
      </p:pic>
      <p:sp>
        <p:nvSpPr>
          <p:cNvPr id="9" name="step-strip-0">
            <a:extLst>
              <a:ext uri="{FF2B5EF4-FFF2-40B4-BE49-F238E27FC236}">
                <ns2:creationId id="{6A1BB618-9BA1-4BF5-9560-3AED6B0DEFD7}"/>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E29AB7C1-768F-46D7-A8E1-428AB49780A5}"/>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EC6AC37B-28AE-43F1-B5F8-B2306E13915D}"/>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6D0FA319-0F2C-4A3E-B465-33EEBA66971E}"/>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F1366B6E-5104-4260-A90C-B50CFCF6DD63}"/>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B5D4AC0C-7493-462A-AA85-7F251F25FEDB}"/>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0FE45E9E-675E-4C80-B3D0-C97A2885F335}"/>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08370C90-25DB-45E3-9673-F223CD5B1355}"/>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3A6CE568-C4E4-47E8-9CB0-30B147CD6127}"/>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65A199E6-14A6-4BB7-82FC-DF80CC22B0CA}"/>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7FCFC184-7B75-4C7C-862F-3A45F84E7F81}"/>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88C8F4A9-9FB7-401A-AC6B-FAF48F1CD826}"/>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C02DAA39-A9F3-41EF-B011-930C76F3E4E9}"/>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7D47238F-8778-4F49-AA40-908F1FDBAE0F}"/>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29B9C659-A2D7-4C89-B06E-27034F673A0E}"/>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1835699245"/>
      </p:ext>
    </p:extLst>
  </p:cSld>
</p:sld>
</file>

<file path=ppt/slides/slide3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D50D6AEE-86C8-4AC2-A83D-B74D6214EEC7}"/>
              </a:ext>
            </a:extLst>
          </p:cNvPr>
          <p:cNvPicPr>
            <a:picLocks noChangeAspect="1"/>
          </p:cNvPicPr>
          <p:nvPr/>
        </p:nvPicPr>
        <p:blipFill>
          <a:blip ns3:embed="R915e888525f5406a"/>
          <a:stretch/>
        </p:blipFill>
        <p:spPr>
          <a:xfrm>
            <a:off x="16941800" y="382588"/>
            <a:ext cx="1028700" cy="733425"/>
          </a:xfrm>
          <a:prstGeom prst="rect">
            <a:avLst/>
          </a:prstGeom>
        </p:spPr>
      </p:pic>
      <p:sp>
        <p:nvSpPr>
          <p:cNvPr id="2" name="part_heading">
            <a:extLst>
              <a:ext uri="{FF2B5EF4-FFF2-40B4-BE49-F238E27FC236}">
                <ns2:creationId id="{7325DC2F-E485-4113-80F6-DF43C2CF49B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41351EAF-4CD3-48DD-BFF6-69BAC4437F9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8D70DE7-83FB-42A6-8EE7-8BD0FC6724C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30248688-6353-4219-8FE7-053C0981B65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B27360E4-1237-49CF-9DEF-CDAD2FB1F89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2BA31766-D627-443D-998F-91149169A13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471703C3-D139-4D5F-8255-7A519DF7C548}"/>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C14EE716-EB5B-4DF0-A5D1-F480A3219C47}"/>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50D39B9F-EE8A-4795-BE5C-2CD6730EEB3C}"/>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77C7CAE8-C898-41FF-89A1-DCE85BED90A6}"/>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6A860933-74A9-4309-91AE-20BEE9D7E933}"/>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5F869A51-A69A-4E26-8A41-382B973020A7}"/>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180FB891-1788-40BC-AF48-170A90519E92}"/>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F9D95A54-5DA8-4FFC-A986-D31E8530E35E}"/>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9D157580-FBD0-4B83-83A7-9EFDEE4D82DE}"/>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7" name="">
            <a:extLst>
              <a:ext uri="{FF2B5EF4-FFF2-40B4-BE49-F238E27FC236}">
                <ns2:creationId id="{CCCF76D1-5305-439E-9BCB-712E53C784FD}"/>
              </a:ext>
            </a:extLst>
          </p:cNvPr>
          <p:cNvPicPr>
            <a:picLocks noChangeAspect="1"/>
          </p:cNvPicPr>
          <p:nvPr/>
        </p:nvPicPr>
        <p:blipFill>
          <a:blip ns3:embed="R1cffd831b4aa4a1e"/>
          <a:stretch/>
        </p:blipFill>
        <p:spPr>
          <a:xfrm>
            <a:off x="1895084" y="8096250"/>
            <a:ext cx="14497833" cy="723900"/>
          </a:xfrm>
          <a:prstGeom prst="rect">
            <a:avLst/>
          </a:prstGeom>
        </p:spPr>
      </p:pic>
    </p:spTree>
    <p:extLst>
      <p:ext uri="{BB962C8B-B14F-4D97-AF65-F5344CB8AC3E}">
        <ns4:creationId val="221449332"/>
      </p:ext>
    </p:extLst>
  </p:cSld>
</p:sld>
</file>

<file path=ppt/slides/slide3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56C245F1-C6FB-4368-B66A-F6310D2C1775}"/>
              </a:ext>
            </a:extLst>
          </p:cNvPr>
          <p:cNvPicPr>
            <a:picLocks noChangeAspect="1"/>
          </p:cNvPicPr>
          <p:nvPr/>
        </p:nvPicPr>
        <p:blipFill>
          <a:blip ns3:embed="R3cee8f0f37f54c39"/>
          <a:stretch/>
        </p:blipFill>
        <p:spPr>
          <a:xfrm>
            <a:off x="16941800" y="382588"/>
            <a:ext cx="1028700" cy="733425"/>
          </a:xfrm>
          <a:prstGeom prst="rect">
            <a:avLst/>
          </a:prstGeom>
        </p:spPr>
      </p:pic>
      <p:sp>
        <p:nvSpPr>
          <p:cNvPr id="2" name="part_heading">
            <a:extLst>
              <a:ext uri="{FF2B5EF4-FFF2-40B4-BE49-F238E27FC236}">
                <ns2:creationId id="{37FF33C6-B3C4-42DA-98B1-2150896C103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209067C8-B43B-4184-87D9-63DDA8537D37}"/>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DB3036B4-5744-4DA4-B181-D56F370264D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반응을 비교한다</a:t>
            </a:r>
          </a:p>
        </p:txBody>
      </p:sp>
      <p:sp>
        <p:nvSpPr>
          <p:cNvPr id="5" name="explanation">
            <a:extLst>
              <a:ext uri="{FF2B5EF4-FFF2-40B4-BE49-F238E27FC236}">
                <ns2:creationId id="{5B2B75C2-2F2E-4118-8CA1-E8E5FE776E6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열의 이동 방향과 반응계의 엔탈피 변화를 함께 확인한다</a:t>
            </a:r>
          </a:p>
        </p:txBody>
      </p:sp>
      <p:sp>
        <p:nvSpPr>
          <p:cNvPr id="6" name="copyright">
            <a:extLst>
              <a:ext uri="{FF2B5EF4-FFF2-40B4-BE49-F238E27FC236}">
                <ns2:creationId id="{CA39F944-A7B9-4383-B448-AC73A47B978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5A083637-1B31-4B14-ADBA-376A69399FF7}"/>
              </a:ext>
            </a:extLst>
          </p:cNvPr>
          <p:cNvSpPr>
            <a:spLocks noGrp="1"/>
          </p:cNvSpPr>
          <p:nvPr/>
        </p:nvSpPr>
        <p:spPr>
          <a:xfrm>
            <a:off x="1905000" y="4524375"/>
            <a:ext cx="14478000" cy="3810000"/>
          </a:xfrm>
          <a:prstGeom prst="rect">
            <a:avLst/>
          </a:prstGeom>
          <a:solidFill>
            <a:srgbClr val="252525"/>
          </a:solidFill>
          <a:ln w="0">
            <a:noFill/>
          </a:ln>
        </p:spPr>
      </p:sp>
      <p:graphicFrame>
        <p:nvGraphicFramePr>
          <p:cNvPr id="8" name="">
            <a:extLst>
              <a:ext uri="{FF2B5EF4-FFF2-40B4-BE49-F238E27FC236}">
                <ns2:creationId id="{ADFF2FE7-0821-495F-8A70-EEF831895421}"/>
              </a:ext>
            </a:extLst>
          </p:cNvPr>
          <p:cNvGraphicFramePr/>
          <p:nvPr/>
        </p:nvGraphicFramePr>
        <p:xfrm>
          <a:off x="1905000" y="4524375"/>
          <a:ext cx="14478000" cy="3810000"/>
        </p:xfrm>
        <a:graphic>
          <a:graphicData uri="http://schemas.openxmlformats.org/drawingml/2006/table">
            <a:tbl>
              <a:tblPr/>
              <a:tblGrid>
                <a:gridCol w="3810000"/>
                <a:gridCol w="5334000"/>
                <a:gridCol w="5334000"/>
              </a:tblGrid>
              <a:tr h="762000">
                <a:tc>
                  <a:txBody>
                    <a:bodyPr lIns="114300" tIns="114300" rIns="114300" bIns="114300"/>
                    <a:lstStyle/>
                    <a:p>
                      <a:pPr algn="ctr"/>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반응계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반응계</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반응계의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엔탈피의 크기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BC1A8D46-7BED-4A58-84C5-C90D9457BA82}"/>
              </a:ext>
            </a:extLst>
          </p:cNvPr>
          <p:cNvSpPr>
            <a:spLocks noGrp="1"/>
          </p:cNvSpPr>
          <p:nvPr/>
        </p:nvSpPr>
        <p:spPr>
          <a:xfrm>
            <a:off x="1905000" y="5286375"/>
            <a:ext cx="14478000" cy="14288"/>
          </a:xfrm>
          <a:prstGeom prst="rect">
            <a:avLst/>
          </a:prstGeom>
          <a:solidFill>
            <a:srgbClr val="777777"/>
          </a:solidFill>
          <a:ln w="0">
            <a:noFill/>
          </a:ln>
        </p:spPr>
      </p:sp>
      <p:sp>
        <p:nvSpPr>
          <p:cNvPr id="10" name="table-row-rule-2">
            <a:extLst>
              <a:ext uri="{FF2B5EF4-FFF2-40B4-BE49-F238E27FC236}">
                <ns2:creationId id="{FF67CEE7-795A-4916-9C0F-559A7CE8988A}"/>
              </a:ext>
            </a:extLst>
          </p:cNvPr>
          <p:cNvSpPr>
            <a:spLocks noGrp="1"/>
          </p:cNvSpPr>
          <p:nvPr/>
        </p:nvSpPr>
        <p:spPr>
          <a:xfrm>
            <a:off x="1905000" y="6048375"/>
            <a:ext cx="14478000" cy="14288"/>
          </a:xfrm>
          <a:prstGeom prst="rect">
            <a:avLst/>
          </a:prstGeom>
          <a:solidFill>
            <a:srgbClr val="777777"/>
          </a:solidFill>
          <a:ln w="0">
            <a:noFill/>
          </a:ln>
        </p:spPr>
      </p:sp>
      <p:sp>
        <p:nvSpPr>
          <p:cNvPr id="11" name="table-row-rule-3">
            <a:extLst>
              <a:ext uri="{FF2B5EF4-FFF2-40B4-BE49-F238E27FC236}">
                <ns2:creationId id="{E2CD20C9-6E36-4E1E-A409-851DAEEC63CA}"/>
              </a:ext>
            </a:extLst>
          </p:cNvPr>
          <p:cNvSpPr>
            <a:spLocks noGrp="1"/>
          </p:cNvSpPr>
          <p:nvPr/>
        </p:nvSpPr>
        <p:spPr>
          <a:xfrm>
            <a:off x="1905000" y="6810375"/>
            <a:ext cx="14478000" cy="14288"/>
          </a:xfrm>
          <a:prstGeom prst="rect">
            <a:avLst/>
          </a:prstGeom>
          <a:solidFill>
            <a:srgbClr val="777777"/>
          </a:solidFill>
          <a:ln w="0">
            <a:noFill/>
          </a:ln>
        </p:spPr>
      </p:sp>
      <p:sp>
        <p:nvSpPr>
          <p:cNvPr id="12" name="table-row-rule-4">
            <a:extLst>
              <a:ext uri="{FF2B5EF4-FFF2-40B4-BE49-F238E27FC236}">
                <ns2:creationId id="{7BAC7015-724B-4161-8784-4A647A83CF6E}"/>
              </a:ext>
            </a:extLst>
          </p:cNvPr>
          <p:cNvSpPr>
            <a:spLocks noGrp="1"/>
          </p:cNvSpPr>
          <p:nvPr/>
        </p:nvSpPr>
        <p:spPr>
          <a:xfrm>
            <a:off x="1905000" y="7572375"/>
            <a:ext cx="14478000" cy="14288"/>
          </a:xfrm>
          <a:prstGeom prst="rect">
            <a:avLst/>
          </a:prstGeom>
          <a:solidFill>
            <a:srgbClr val="777777"/>
          </a:solidFill>
          <a:ln w="0">
            <a:noFill/>
          </a:ln>
        </p:spPr>
      </p:sp>
      <p:sp>
        <p:nvSpPr>
          <p:cNvPr id="13" name="table-rounded-corner-0">
            <a:extLst>
              <a:ext uri="{FF2B5EF4-FFF2-40B4-BE49-F238E27FC236}">
                <ns2:creationId id="{023CF3AB-4B2B-479E-8019-BDFC6D941506}"/>
              </a:ext>
            </a:extLst>
          </p:cNvPr>
          <p:cNvSpPr>
            <a:spLocks noGrp="1"/>
          </p:cNvSpPr>
          <p:nvPr/>
        </p:nvSpPr>
        <p:spPr>
          <a:xfrm rot="0">
            <a:off x="1905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6A241D45-F1F4-469C-8E1C-F92DD0FA2275}"/>
              </a:ext>
            </a:extLst>
          </p:cNvPr>
          <p:cNvSpPr>
            <a:spLocks noGrp="1"/>
          </p:cNvSpPr>
          <p:nvPr/>
        </p:nvSpPr>
        <p:spPr>
          <a:xfrm rot="5400000">
            <a:off x="16154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4EECDB57-3A91-46B5-B3ED-6F16BCDD1B3C}"/>
              </a:ext>
            </a:extLst>
          </p:cNvPr>
          <p:cNvSpPr>
            <a:spLocks noGrp="1"/>
          </p:cNvSpPr>
          <p:nvPr/>
        </p:nvSpPr>
        <p:spPr>
          <a:xfrm rot="10800000">
            <a:off x="16154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3C218114-3BEA-460B-964E-9ECA0560C11F}"/>
              </a:ext>
            </a:extLst>
          </p:cNvPr>
          <p:cNvSpPr>
            <a:spLocks noGrp="1"/>
          </p:cNvSpPr>
          <p:nvPr/>
        </p:nvSpPr>
        <p:spPr>
          <a:xfrm rot="16200000">
            <a:off x="1905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recap-other-relations">
            <a:extLst>
              <a:ext uri="{FF2B5EF4-FFF2-40B4-BE49-F238E27FC236}">
                <ns2:creationId id="{AB27001B-E534-4B94-BF7D-CAD3D49938B5}"/>
              </a:ext>
            </a:extLst>
          </p:cNvPr>
          <p:cNvSpPr>
            <a:spLocks noGrp="1"/>
          </p:cNvSpPr>
          <p:nvPr/>
        </p:nvSpPr>
        <p:spPr>
          <a:xfrm>
            <a:off x="1619250" y="8591550"/>
            <a:ext cx="15049500" cy="523875"/>
          </a:xfrm>
          <a:prstGeom prst="rect">
            <a:avLst/>
          </a:prstGeom>
          <a:noFill/>
          <a:ln w="0">
            <a:noFill/>
          </a:ln>
        </p:spPr>
        <p:txBody>
          <a:bodyPr wrap="none" lIns="0" tIns="0" rIns="0" bIns="0" anchor="t">
            <a:noAutofit/>
          </a:bodyPr>
          <a:lstStyle>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8" name="summary-bond-bar">
            <a:extLst>
              <a:ext uri="{FF2B5EF4-FFF2-40B4-BE49-F238E27FC236}">
                <ns2:creationId id="{5F62B57D-98EB-4AA3-9394-293137D47F57}"/>
              </a:ext>
            </a:extLst>
          </p:cNvPr>
          <p:cNvSpPr>
            <a:spLocks noGrp="1"/>
          </p:cNvSpPr>
          <p:nvPr/>
        </p:nvSpPr>
        <p:spPr>
          <a:xfrm>
            <a:off x="1905000" y="9191625"/>
            <a:ext cx="14478000" cy="619125"/>
          </a:xfrm>
          <a:prstGeom prst="roundRect">
            <a:avLst>
              <a:gd name="adj" fmla="val 24615"/>
            </a:avLst>
          </a:prstGeom>
          <a:solidFill>
            <a:srgbClr val="595959"/>
          </a:solidFill>
          <a:ln w="0">
            <a:noFill/>
          </a:ln>
        </p:spPr>
      </p:sp>
      <p:sp>
        <p:nvSpPr>
          <p:cNvPr id="19" name="summary-bond-equation">
            <a:extLst>
              <a:ext uri="{FF2B5EF4-FFF2-40B4-BE49-F238E27FC236}">
                <ns2:creationId id="{16436632-2AC4-49D7-A73A-FA65F1E4A268}"/>
              </a:ext>
            </a:extLst>
          </p:cNvPr>
          <p:cNvSpPr>
            <a:spLocks noGrp="1"/>
          </p:cNvSpPr>
          <p:nvPr/>
        </p:nvSpPr>
        <p:spPr>
          <a:xfrm>
            <a:off x="2095500" y="9324975"/>
            <a:ext cx="14097000" cy="428625"/>
          </a:xfrm>
          <a:prstGeom prst="rect">
            <a:avLst/>
          </a:prstGeom>
          <a:noFill/>
          <a:ln w="0">
            <a:noFill/>
          </a:ln>
        </p:spPr>
        <p:txBody>
          <a:bodyPr wrap="none" lIns="0" tIns="0" rIns="0" bIns="0" anchor="t">
            <a:noAutofit/>
          </a:bodyPr>
          <a:lstStyle>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ns4:creationId val="1563715048"/>
      </p:ext>
    </p:extLst>
  </p:cSld>
</p:sld>
</file>

<file path=ppt/slides/slide3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C37196A5-66DE-4C5C-9D6F-51540386368F}"/>
              </a:ext>
            </a:extLst>
          </p:cNvPr>
          <p:cNvPicPr>
            <a:picLocks noChangeAspect="1"/>
          </p:cNvPicPr>
          <p:nvPr/>
        </p:nvPicPr>
        <p:blipFill>
          <a:blip ns3:embed="R18603ac318c94d28"/>
          <a:stretch/>
        </p:blipFill>
        <p:spPr>
          <a:xfrm>
            <a:off x="16941800" y="382588"/>
            <a:ext cx="1028700" cy="733425"/>
          </a:xfrm>
          <a:prstGeom prst="rect">
            <a:avLst/>
          </a:prstGeom>
        </p:spPr>
      </p:pic>
      <p:sp>
        <p:nvSpPr>
          <p:cNvPr id="2" name="part_heading">
            <a:extLst>
              <a:ext uri="{FF2B5EF4-FFF2-40B4-BE49-F238E27FC236}">
                <ns2:creationId id="{850B46DB-A2FC-46E1-8ABE-F1968974C63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9A9BF285-12D1-439B-8EDB-8AD5CA21501E}"/>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B0EF1F77-D8B6-45EE-BF9E-53CD146187F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16FB53E8-1BFC-4F73-BB68-73909223542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3C018712-1F1A-4154-9A00-0285C10530D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D77E6427-3FE6-46F7-91E0-5D89AB99EA35}"/>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6B36EFFF-2D4E-4831-AF39-F2A309B1F8C3}"/>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270E2508-278D-42A6-94D5-59A598E201B6}"/>
              </a:ext>
            </a:extLst>
          </p:cNvPr>
          <p:cNvPicPr>
            <a:picLocks noChangeAspect="1"/>
          </p:cNvPicPr>
          <p:nvPr/>
        </p:nvPicPr>
        <p:blipFill>
          <a:blip ns3:embed="Rec5bb823899a42f9"/>
          <a:stretch/>
        </p:blipFill>
        <p:spPr>
          <a:xfrm>
            <a:off x="1809750" y="6081617"/>
            <a:ext cx="4095750" cy="3076766"/>
          </a:xfrm>
          <a:prstGeom prst="rect">
            <a:avLst/>
          </a:prstGeom>
        </p:spPr>
      </p:pic>
      <p:sp>
        <p:nvSpPr>
          <p:cNvPr id="10" name="recap-card-1">
            <a:extLst>
              <a:ext uri="{FF2B5EF4-FFF2-40B4-BE49-F238E27FC236}">
                <ns2:creationId id="{F1A625A0-8AFD-43F1-87F2-D3E5593230EB}"/>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0B520513-348E-4827-80F7-F32984206ABD}"/>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845E21E8-CB3F-4D65-A045-F8A136661119}"/>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52A5456F-F778-4216-A002-34BEA79AA9AA}"/>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FC5DF40A-D135-4A91-B966-6B6575C4E399}"/>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86BC052D-614E-4E3E-8C3C-9B9203C47DE6}"/>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1474BDBA-2F15-412B-B2BF-86D3CF377239}"/>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BD5A8AC2-DF37-4268-975B-558D41CF3460}"/>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DC3A08AC-27D9-421D-A417-6B9EB9AB348A}"/>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6CDA4962-520D-4A6B-A383-B2D81B060038}"/>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9508B519-0A1E-41AD-8CB5-0FBC74FCD4F7}"/>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1" name="exit-reaction">
            <a:extLst>
              <a:ext uri="{FF2B5EF4-FFF2-40B4-BE49-F238E27FC236}">
                <ns2:creationId id="{1BDA6EB9-CDB9-412C-A9C4-34F1B8DDF84F}"/>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2" name="exit-instruction">
            <a:extLst>
              <a:ext uri="{FF2B5EF4-FFF2-40B4-BE49-F238E27FC236}">
                <ns2:creationId id="{4C43802F-90C2-41BF-ABBC-B164C213B305}"/>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3" name="answer-1">
            <a:extLst>
              <a:ext uri="{FF2B5EF4-FFF2-40B4-BE49-F238E27FC236}">
                <ns2:creationId id="{C5427FF5-CF67-4CCA-A0CF-CB461EDA6359}"/>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79155711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2026-10-19T23:58:38.4530000Z</dcterms:created>
  <dcterms:modified xsi:type="dcterms:W3CDTF">2026-10-19T23:58:38.4530000Z</dcterms:modified>
</coreProperties>
</file>