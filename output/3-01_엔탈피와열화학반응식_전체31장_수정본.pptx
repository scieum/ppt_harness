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ed3ec2c6e846ab" /><Relationship Type="http://schemas.openxmlformats.org/officeDocument/2006/relationships/extended-properties" Target="/docProps/app.xml" Id="R01441413035f4065" /><Relationship Type="http://schemas.openxmlformats.org/officeDocument/2006/relationships/officeDocument" Target="/ppt/presentation.xml" Id="Re2c19707a8dd4efc" /></Relationships>
</file>

<file path=ppt/presentation.xml><?xml version="1.0" encoding="utf-8"?>
<p:presentation xmlns:p="http://schemas.openxmlformats.org/presentationml/2006/main">
  <p:sldMasterIdLst>
    <p:sldMasterId xmlns:r="http://schemas.openxmlformats.org/officeDocument/2006/relationships" id="2147483648" r:id="R7eb202039ed84eab"/>
  </p:sldMasterIdLst>
  <p:notesMasterIdLst>
    <p:notesMasterId xmlns:r="http://schemas.openxmlformats.org/officeDocument/2006/relationships" r:id="Rff254ae60ab14d7a"/>
  </p:notesMasterIdLst>
  <p:sldIdLst>
    <p:sldId xmlns:r="http://schemas.openxmlformats.org/officeDocument/2006/relationships" id="256" r:id="R087713de035f4560"/>
    <p:sldId xmlns:r="http://schemas.openxmlformats.org/officeDocument/2006/relationships" id="257" r:id="Rccaa1c935f81470c"/>
    <p:sldId xmlns:r="http://schemas.openxmlformats.org/officeDocument/2006/relationships" id="258" r:id="R3e6ba04225fa4dcf"/>
    <p:sldId xmlns:r="http://schemas.openxmlformats.org/officeDocument/2006/relationships" id="259" r:id="R1276b569b8f34c96"/>
    <p:sldId xmlns:r="http://schemas.openxmlformats.org/officeDocument/2006/relationships" id="260" r:id="R24818cda57024d3a"/>
    <p:sldId xmlns:r="http://schemas.openxmlformats.org/officeDocument/2006/relationships" id="261" r:id="Rc261b217e35d4226"/>
    <p:sldId xmlns:r="http://schemas.openxmlformats.org/officeDocument/2006/relationships" id="262" r:id="Rd1c8d8f061114b62"/>
    <p:sldId xmlns:r="http://schemas.openxmlformats.org/officeDocument/2006/relationships" id="263" r:id="R96d17a4590a5460b"/>
    <p:sldId xmlns:r="http://schemas.openxmlformats.org/officeDocument/2006/relationships" id="264" r:id="Rb1f6d32b4ac14c54"/>
    <p:sldId xmlns:r="http://schemas.openxmlformats.org/officeDocument/2006/relationships" id="265" r:id="Rc2015a29bd554f70"/>
    <p:sldId xmlns:r="http://schemas.openxmlformats.org/officeDocument/2006/relationships" id="266" r:id="R8c1fa05029f145c9"/>
    <p:sldId xmlns:r="http://schemas.openxmlformats.org/officeDocument/2006/relationships" id="267" r:id="R9ecdbcd1155a4b3c"/>
    <p:sldId xmlns:r="http://schemas.openxmlformats.org/officeDocument/2006/relationships" id="268" r:id="Ra69179c002454f43"/>
    <p:sldId xmlns:r="http://schemas.openxmlformats.org/officeDocument/2006/relationships" id="269" r:id="Rb6a3b3352ff44421"/>
    <p:sldId xmlns:r="http://schemas.openxmlformats.org/officeDocument/2006/relationships" id="270" r:id="R5badf0ea16d64536"/>
    <p:sldId xmlns:r="http://schemas.openxmlformats.org/officeDocument/2006/relationships" id="271" r:id="R94316bd1b32f4b9d"/>
    <p:sldId xmlns:r="http://schemas.openxmlformats.org/officeDocument/2006/relationships" id="272" r:id="Rbe8755c7d1f348d8"/>
    <p:sldId xmlns:r="http://schemas.openxmlformats.org/officeDocument/2006/relationships" id="273" r:id="R8b9c1358654241ec"/>
    <p:sldId xmlns:r="http://schemas.openxmlformats.org/officeDocument/2006/relationships" id="274" r:id="R538d566681ca4fed"/>
    <p:sldId xmlns:r="http://schemas.openxmlformats.org/officeDocument/2006/relationships" id="275" r:id="R001a78b601914408"/>
    <p:sldId xmlns:r="http://schemas.openxmlformats.org/officeDocument/2006/relationships" id="276" r:id="R0fb7455ef8bd4532"/>
    <p:sldId xmlns:r="http://schemas.openxmlformats.org/officeDocument/2006/relationships" id="277" r:id="R0092b0920fbc4682"/>
    <p:sldId xmlns:r="http://schemas.openxmlformats.org/officeDocument/2006/relationships" id="278" r:id="R720f0f839e8a412f"/>
    <p:sldId xmlns:r="http://schemas.openxmlformats.org/officeDocument/2006/relationships" id="279" r:id="R051d95257f944689"/>
    <p:sldId xmlns:r="http://schemas.openxmlformats.org/officeDocument/2006/relationships" id="280" r:id="R6297571c0e914d21"/>
    <p:sldId xmlns:r="http://schemas.openxmlformats.org/officeDocument/2006/relationships" id="281" r:id="Rfbb20be7e0734582"/>
    <p:sldId xmlns:r="http://schemas.openxmlformats.org/officeDocument/2006/relationships" id="282" r:id="Rf5236bc1fa784d6c"/>
    <p:sldId xmlns:r="http://schemas.openxmlformats.org/officeDocument/2006/relationships" id="283" r:id="Ra2610f5bd8a04b8f"/>
    <p:sldId xmlns:r="http://schemas.openxmlformats.org/officeDocument/2006/relationships" id="284" r:id="R7e0d53cea8334dcd"/>
    <p:sldId xmlns:r="http://schemas.openxmlformats.org/officeDocument/2006/relationships" id="285" r:id="R3df0de38a7504948"/>
    <p:sldId xmlns:r="http://schemas.openxmlformats.org/officeDocument/2006/relationships" id="286" r:id="R463cee18b44c446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722216bf374a4f" /><Relationship Type="http://schemas.openxmlformats.org/officeDocument/2006/relationships/slideMaster" Target="/ppt/slideMasters/slideMaster1.xml" Id="R7eb202039ed84eab" /><Relationship Type="http://schemas.openxmlformats.org/officeDocument/2006/relationships/notesMaster" Target="/ppt/notesMasters/notesMaster1.xml" Id="Rff254ae60ab14d7a" /><Relationship Type="http://schemas.openxmlformats.org/officeDocument/2006/relationships/presProps" Target="/ppt/presProps.xml" Id="Rc6fffb52cc6447fb" /><Relationship Type="http://schemas.openxmlformats.org/officeDocument/2006/relationships/tableStyles" Target="/ppt/tableStyles.xml" Id="R4f74ebdae1264f53" /><Relationship Type="http://schemas.openxmlformats.org/officeDocument/2006/relationships/slide" Target="/ppt/slides/slide1.xml" Id="R087713de035f4560" /><Relationship Type="http://schemas.openxmlformats.org/officeDocument/2006/relationships/slide" Target="/ppt/slides/slide2.xml" Id="Rccaa1c935f81470c" /><Relationship Type="http://schemas.openxmlformats.org/officeDocument/2006/relationships/slide" Target="/ppt/slides/slide3.xml" Id="R3e6ba04225fa4dcf" /><Relationship Type="http://schemas.openxmlformats.org/officeDocument/2006/relationships/slide" Target="/ppt/slides/slide4.xml" Id="R1276b569b8f34c96" /><Relationship Type="http://schemas.openxmlformats.org/officeDocument/2006/relationships/slide" Target="/ppt/slides/slide5.xml" Id="R24818cda57024d3a" /><Relationship Type="http://schemas.openxmlformats.org/officeDocument/2006/relationships/slide" Target="/ppt/slides/slide6.xml" Id="Rc261b217e35d4226" /><Relationship Type="http://schemas.openxmlformats.org/officeDocument/2006/relationships/slide" Target="/ppt/slides/slide7.xml" Id="Rd1c8d8f061114b62" /><Relationship Type="http://schemas.openxmlformats.org/officeDocument/2006/relationships/slide" Target="/ppt/slides/slide8.xml" Id="R96d17a4590a5460b" /><Relationship Type="http://schemas.openxmlformats.org/officeDocument/2006/relationships/slide" Target="/ppt/slides/slide9.xml" Id="Rb1f6d32b4ac14c54" /><Relationship Type="http://schemas.openxmlformats.org/officeDocument/2006/relationships/slide" Target="/ppt/slides/slide10.xml" Id="Rc2015a29bd554f70" /><Relationship Type="http://schemas.openxmlformats.org/officeDocument/2006/relationships/slide" Target="/ppt/slides/slide11.xml" Id="R8c1fa05029f145c9" /><Relationship Type="http://schemas.openxmlformats.org/officeDocument/2006/relationships/slide" Target="/ppt/slides/slide12.xml" Id="R9ecdbcd1155a4b3c" /><Relationship Type="http://schemas.openxmlformats.org/officeDocument/2006/relationships/slide" Target="/ppt/slides/slide13.xml" Id="Ra69179c002454f43" /><Relationship Type="http://schemas.openxmlformats.org/officeDocument/2006/relationships/slide" Target="/ppt/slides/slide14.xml" Id="Rb6a3b3352ff44421" /><Relationship Type="http://schemas.openxmlformats.org/officeDocument/2006/relationships/slide" Target="/ppt/slides/slide15.xml" Id="R5badf0ea16d64536" /><Relationship Type="http://schemas.openxmlformats.org/officeDocument/2006/relationships/slide" Target="/ppt/slides/slide16.xml" Id="R94316bd1b32f4b9d" /><Relationship Type="http://schemas.openxmlformats.org/officeDocument/2006/relationships/slide" Target="/ppt/slides/slide17.xml" Id="Rbe8755c7d1f348d8" /><Relationship Type="http://schemas.openxmlformats.org/officeDocument/2006/relationships/slide" Target="/ppt/slides/slide18.xml" Id="R8b9c1358654241ec" /><Relationship Type="http://schemas.openxmlformats.org/officeDocument/2006/relationships/slide" Target="/ppt/slides/slide19.xml" Id="R538d566681ca4fed" /><Relationship Type="http://schemas.openxmlformats.org/officeDocument/2006/relationships/slide" Target="/ppt/slides/slide20.xml" Id="R001a78b601914408" /><Relationship Type="http://schemas.openxmlformats.org/officeDocument/2006/relationships/slide" Target="/ppt/slides/slide21.xml" Id="R0fb7455ef8bd4532" /><Relationship Type="http://schemas.openxmlformats.org/officeDocument/2006/relationships/slide" Target="/ppt/slides/slide22.xml" Id="R0092b0920fbc4682" /><Relationship Type="http://schemas.openxmlformats.org/officeDocument/2006/relationships/slide" Target="/ppt/slides/slide23.xml" Id="R720f0f839e8a412f" /><Relationship Type="http://schemas.openxmlformats.org/officeDocument/2006/relationships/slide" Target="/ppt/slides/slide24.xml" Id="R051d95257f944689" /><Relationship Type="http://schemas.openxmlformats.org/officeDocument/2006/relationships/slide" Target="/ppt/slides/slide25.xml" Id="R6297571c0e914d21" /><Relationship Type="http://schemas.openxmlformats.org/officeDocument/2006/relationships/slide" Target="/ppt/slides/slide26.xml" Id="Rfbb20be7e0734582" /><Relationship Type="http://schemas.openxmlformats.org/officeDocument/2006/relationships/slide" Target="/ppt/slides/slide27.xml" Id="Rf5236bc1fa784d6c" /><Relationship Type="http://schemas.openxmlformats.org/officeDocument/2006/relationships/slide" Target="/ppt/slides/slide28.xml" Id="Ra2610f5bd8a04b8f" /><Relationship Type="http://schemas.openxmlformats.org/officeDocument/2006/relationships/slide" Target="/ppt/slides/slide29.xml" Id="R7e0d53cea8334dcd" /><Relationship Type="http://schemas.openxmlformats.org/officeDocument/2006/relationships/slide" Target="/ppt/slides/slide30.xml" Id="R3df0de38a7504948" /><Relationship Type="http://schemas.openxmlformats.org/officeDocument/2006/relationships/slide" Target="/ppt/slides/slide31.xml" Id="R463cee18b44c44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b809886be348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4d751af0064cab" /><Relationship Type="http://schemas.openxmlformats.org/officeDocument/2006/relationships/notesMaster" Target="/ppt/notesMasters/notesMaster1.xml" Id="R07378b3682c849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f19b7ad9f54fb9" /><Relationship Type="http://schemas.openxmlformats.org/officeDocument/2006/relationships/notesMaster" Target="/ppt/notesMasters/notesMaster1.xml" Id="Ra83d133599074f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a0b27f10654fc4" /><Relationship Type="http://schemas.openxmlformats.org/officeDocument/2006/relationships/notesMaster" Target="/ppt/notesMasters/notesMaster1.xml" Id="R3a8b22140cfc4c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07823339c14660" /><Relationship Type="http://schemas.openxmlformats.org/officeDocument/2006/relationships/notesMaster" Target="/ppt/notesMasters/notesMaster1.xml" Id="R49275b94fd0943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906fecb7e548f9" /><Relationship Type="http://schemas.openxmlformats.org/officeDocument/2006/relationships/notesMaster" Target="/ppt/notesMasters/notesMaster1.xml" Id="Rf18b68371ffe45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189efa14514e22" /><Relationship Type="http://schemas.openxmlformats.org/officeDocument/2006/relationships/notesMaster" Target="/ppt/notesMasters/notesMaster1.xml" Id="Re061fb4c67684f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9ea08a605d4938" /><Relationship Type="http://schemas.openxmlformats.org/officeDocument/2006/relationships/notesMaster" Target="/ppt/notesMasters/notesMaster1.xml" Id="Rf06c87b7402749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a1c1756a6d42de" /><Relationship Type="http://schemas.openxmlformats.org/officeDocument/2006/relationships/notesMaster" Target="/ppt/notesMasters/notesMaster1.xml" Id="Rb2738121037d4a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a7370081cd4e35" /><Relationship Type="http://schemas.openxmlformats.org/officeDocument/2006/relationships/notesMaster" Target="/ppt/notesMasters/notesMaster1.xml" Id="R90ec30b72b4b4d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0abd73f58a4c3a" /><Relationship Type="http://schemas.openxmlformats.org/officeDocument/2006/relationships/notesMaster" Target="/ppt/notesMasters/notesMaster1.xml" Id="R01cf80f59d9747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ae40f196b942bb" /><Relationship Type="http://schemas.openxmlformats.org/officeDocument/2006/relationships/notesMaster" Target="/ppt/notesMasters/notesMaster1.xml" Id="R1f705de382ab48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a138bfcd9e49e1" /><Relationship Type="http://schemas.openxmlformats.org/officeDocument/2006/relationships/notesMaster" Target="/ppt/notesMasters/notesMaster1.xml" Id="R8af408e9992f43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32b5d4aac44ffd" /><Relationship Type="http://schemas.openxmlformats.org/officeDocument/2006/relationships/notesMaster" Target="/ppt/notesMasters/notesMaster1.xml" Id="R37c31f51946947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68689557864919" /><Relationship Type="http://schemas.openxmlformats.org/officeDocument/2006/relationships/notesMaster" Target="/ppt/notesMasters/notesMaster1.xml" Id="Rc6c0e2469e344a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f53e41f9724190" /><Relationship Type="http://schemas.openxmlformats.org/officeDocument/2006/relationships/notesMaster" Target="/ppt/notesMasters/notesMaster1.xml" Id="R5498a64535364d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60f9a557034f96" /><Relationship Type="http://schemas.openxmlformats.org/officeDocument/2006/relationships/notesMaster" Target="/ppt/notesMasters/notesMaster1.xml" Id="R2297de58af4443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a7ef321e4a4279" /><Relationship Type="http://schemas.openxmlformats.org/officeDocument/2006/relationships/notesMaster" Target="/ppt/notesMasters/notesMaster1.xml" Id="R71cf39944ce943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20fdf736b14d41" /><Relationship Type="http://schemas.openxmlformats.org/officeDocument/2006/relationships/notesMaster" Target="/ppt/notesMasters/notesMaster1.xml" Id="R282bf56b06e04b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d8eed1f2c44316" /><Relationship Type="http://schemas.openxmlformats.org/officeDocument/2006/relationships/notesMaster" Target="/ppt/notesMasters/notesMaster1.xml" Id="Rb1d1bf3c37ef4c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29ef038c26401a" /><Relationship Type="http://schemas.openxmlformats.org/officeDocument/2006/relationships/notesMaster" Target="/ppt/notesMasters/notesMaster1.xml" Id="R848acd02a9304e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e8df4e21024cdd" /><Relationship Type="http://schemas.openxmlformats.org/officeDocument/2006/relationships/notesMaster" Target="/ppt/notesMasters/notesMaster1.xml" Id="R4dc7841391c84d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5473c6d2d74cc3" /><Relationship Type="http://schemas.openxmlformats.org/officeDocument/2006/relationships/notesMaster" Target="/ppt/notesMasters/notesMaster1.xml" Id="R57ef85f8bf054a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cb8ccd1775416e" /><Relationship Type="http://schemas.openxmlformats.org/officeDocument/2006/relationships/notesMaster" Target="/ppt/notesMasters/notesMaster1.xml" Id="Re9e79dc37d4042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3d6d9153b14486" /><Relationship Type="http://schemas.openxmlformats.org/officeDocument/2006/relationships/notesMaster" Target="/ppt/notesMasters/notesMaster1.xml" Id="Red34ed50af094d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efd33e54664af8" /><Relationship Type="http://schemas.openxmlformats.org/officeDocument/2006/relationships/notesMaster" Target="/ppt/notesMasters/notesMaster1.xml" Id="R061508e741ae4c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df1b0e94dd4c08" /><Relationship Type="http://schemas.openxmlformats.org/officeDocument/2006/relationships/notesMaster" Target="/ppt/notesMasters/notesMaster1.xml" Id="R2fef7ce87de04a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8e3b72468234e9d" /><Relationship Type="http://schemas.openxmlformats.org/officeDocument/2006/relationships/notesMaster" Target="/ppt/notesMasters/notesMaster1.xml" Id="Re575ea4689644d9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4681ad23c144b5" /><Relationship Type="http://schemas.openxmlformats.org/officeDocument/2006/relationships/notesMaster" Target="/ppt/notesMasters/notesMaster1.xml" Id="R929154e0f58c4a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b4ec6818d5482d" /><Relationship Type="http://schemas.openxmlformats.org/officeDocument/2006/relationships/notesMaster" Target="/ppt/notesMasters/notesMaster1.xml" Id="R3306931547664e8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b3a01a11a64ede" /><Relationship Type="http://schemas.openxmlformats.org/officeDocument/2006/relationships/notesMaster" Target="/ppt/notesMasters/notesMaster1.xml" Id="Rd15a52ca27334c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5fc90512cdc41f8" /><Relationship Type="http://schemas.openxmlformats.org/officeDocument/2006/relationships/notesMaster" Target="/ppt/notesMasters/notesMaster1.xml" Id="R5076d0d1257c4e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2a78917ce849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cfb807cbc941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8b3eb9c1f044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81fc95217c45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dd173dcc4449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ea8437fb634e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60B847-4440-4D36-8C20-A1EE952B333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3D5298-7711-4793-B1C4-59E4DABDE83B}"/>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BD6A19-5EF8-4378-86E4-4D1EAD8B137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5D64FF-CC1F-44D5-B5B9-F7CFD98B70F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B42D53-A942-4E20-A7F7-8FDA3DB84F8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229DBA-B39A-4083-B1A1-BE09AEA9EC9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4BA91-5B88-4937-9643-8ED7A03905E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5669D4-C467-4A1B-9B64-CF63FA344334}"/>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60656B-16B8-4615-B68F-67FBB5ACD0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DC8D90-DA9F-482B-ACC9-FD175FF97B1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5db2fd73364d2c" /><Relationship Type="http://schemas.openxmlformats.org/officeDocument/2006/relationships/slideLayout" Target="/ppt/slideLayouts/slideLayout1.xml" Id="R8863e357be2d4872" /><Relationship Type="http://schemas.openxmlformats.org/officeDocument/2006/relationships/slideLayout" Target="/ppt/slideLayouts/slideLayout2.xml" Id="R04773f9263794de2" /><Relationship Type="http://schemas.openxmlformats.org/officeDocument/2006/relationships/slideLayout" Target="/ppt/slideLayouts/slideLayout3.xml" Id="Rf1901b802d394aae" /><Relationship Type="http://schemas.openxmlformats.org/officeDocument/2006/relationships/slideLayout" Target="/ppt/slideLayouts/slideLayout4.xml" Id="R712ac03dfe3a4d4c" /><Relationship Type="http://schemas.openxmlformats.org/officeDocument/2006/relationships/slideLayout" Target="/ppt/slideLayouts/slideLayout5.xml" Id="Reb3c9696aee14480" /><Relationship Type="http://schemas.openxmlformats.org/officeDocument/2006/relationships/slideLayout" Target="/ppt/slideLayouts/slideLayout6.xml" Id="Rd89c63817e8a47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63e357be2d4872"/>
    <p:sldLayoutId xmlns:r="http://schemas.openxmlformats.org/officeDocument/2006/relationships" id="2147483650" r:id="R04773f9263794de2"/>
    <p:sldLayoutId xmlns:r="http://schemas.openxmlformats.org/officeDocument/2006/relationships" id="2147483651" r:id="Rf1901b802d394aae"/>
    <p:sldLayoutId xmlns:r="http://schemas.openxmlformats.org/officeDocument/2006/relationships" id="2147483652" r:id="R712ac03dfe3a4d4c"/>
    <p:sldLayoutId xmlns:r="http://schemas.openxmlformats.org/officeDocument/2006/relationships" id="2147483653" r:id="Reb3c9696aee14480"/>
    <p:sldLayoutId xmlns:r="http://schemas.openxmlformats.org/officeDocument/2006/relationships" id="2147483654" r:id="Rd89c63817e8a47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7263ea736440c7" /><Relationship Type="http://schemas.openxmlformats.org/officeDocument/2006/relationships/image" Target="/ppt/media/image.png" Id="R4bb7f90c99b440ca" /><Relationship Type="http://schemas.openxmlformats.org/officeDocument/2006/relationships/image" Target="/ppt/media/image2.png" Id="R199c728d6b244f34" /><Relationship Type="http://schemas.openxmlformats.org/officeDocument/2006/relationships/image" Target="/ppt/media/image3.png" Id="Rd347150129964741" /><Relationship Type="http://schemas.openxmlformats.org/officeDocument/2006/relationships/image" Target="/ppt/media/image4.png" Id="R5593de7b418a42e6" /><Relationship Type="http://schemas.openxmlformats.org/officeDocument/2006/relationships/notesSlide" Target="/ppt/notesSlides/notesSlide1.xml" Id="R654d117f959740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297195639854484" /><Relationship Type="http://schemas.openxmlformats.org/officeDocument/2006/relationships/image" Target="/ppt/media/image5.png" Id="R27d3cfcd74f64efe" /><Relationship Type="http://schemas.openxmlformats.org/officeDocument/2006/relationships/image" Target="/ppt/media/image6.png" Id="R0b7945fd896346a9" /><Relationship Type="http://schemas.openxmlformats.org/officeDocument/2006/relationships/image" Target="/ppt/media/image7.png" Id="R43250d134f914e68" /><Relationship Type="http://schemas.openxmlformats.org/officeDocument/2006/relationships/image" Target="/ppt/media/image8.png" Id="R01e210e407a04d32" /><Relationship Type="http://schemas.openxmlformats.org/officeDocument/2006/relationships/image" Target="/ppt/media/image9.png" Id="Rb1f77ebd29a74e87" /><Relationship Type="http://schemas.openxmlformats.org/officeDocument/2006/relationships/image" Target="/ppt/media/image10.png" Id="Rd0d0f094628d47cd" /><Relationship Type="http://schemas.openxmlformats.org/officeDocument/2006/relationships/image" Target="/ppt/media/image11.png" Id="R418420b72df24af0" /><Relationship Type="http://schemas.openxmlformats.org/officeDocument/2006/relationships/image" Target="/ppt/media/image12.png" Id="R7ab331da1a644741" /><Relationship Type="http://schemas.openxmlformats.org/officeDocument/2006/relationships/image" Target="/ppt/media/image13.png" Id="R2ec3a1f79e4948cc" /><Relationship Type="http://schemas.openxmlformats.org/officeDocument/2006/relationships/notesSlide" Target="/ppt/notesSlides/notesSlide2.xml" Id="Reb76b3bddea14b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92d1c930d3416c" /><Relationship Type="http://schemas.openxmlformats.org/officeDocument/2006/relationships/image" Target="/ppt/media/image14.png" Id="Rf251729358f6481e" /><Relationship Type="http://schemas.openxmlformats.org/officeDocument/2006/relationships/image" Target="/ppt/media/image15.png" Id="R06967a94e99b44d1" /><Relationship Type="http://schemas.openxmlformats.org/officeDocument/2006/relationships/image" Target="/ppt/media/image16.png" Id="Re82b45a3142e45a6" /><Relationship Type="http://schemas.openxmlformats.org/officeDocument/2006/relationships/notesSlide" Target="/ppt/notesSlides/notesSlide3.xml" Id="Rc13ae80b931f44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db53407ff5421a" /><Relationship Type="http://schemas.openxmlformats.org/officeDocument/2006/relationships/image" Target="/ppt/media/image17.png" Id="Rc19a935f81ce4cd5" /><Relationship Type="http://schemas.openxmlformats.org/officeDocument/2006/relationships/image" Target="/ppt/media/image18.png" Id="R73eeb5d807574350" /><Relationship Type="http://schemas.openxmlformats.org/officeDocument/2006/relationships/notesSlide" Target="/ppt/notesSlides/notesSlide4.xml" Id="Rad3f49baf2b241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a25829a2ac43ce" /><Relationship Type="http://schemas.openxmlformats.org/officeDocument/2006/relationships/image" Target="/ppt/media/image19.png" Id="Rba5951a7ee6b41bc" /><Relationship Type="http://schemas.openxmlformats.org/officeDocument/2006/relationships/image" Target="/ppt/media/image20.png" Id="R9314e0f6b4624174" /><Relationship Type="http://schemas.openxmlformats.org/officeDocument/2006/relationships/notesSlide" Target="/ppt/notesSlides/notesSlide5.xml" Id="R9cbf0af6661a42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6c7fc07de342e0" /><Relationship Type="http://schemas.openxmlformats.org/officeDocument/2006/relationships/image" Target="/ppt/media/image21.png" Id="R22622ff6d4524fa7" /><Relationship Type="http://schemas.openxmlformats.org/officeDocument/2006/relationships/image" Target="/ppt/media/image22.png" Id="R29421dfc7b5b4a86" /><Relationship Type="http://schemas.openxmlformats.org/officeDocument/2006/relationships/image" Target="/ppt/media/image23.png" Id="Reaa309b2fb034036" /><Relationship Type="http://schemas.openxmlformats.org/officeDocument/2006/relationships/notesSlide" Target="/ppt/notesSlides/notesSlide6.xml" Id="R954d0527e5224f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28a4dbab8c4563" /><Relationship Type="http://schemas.openxmlformats.org/officeDocument/2006/relationships/image" Target="/ppt/media/image24.png" Id="R5efe870fbf814766" /><Relationship Type="http://schemas.openxmlformats.org/officeDocument/2006/relationships/image" Target="/ppt/media/image25.png" Id="R3faad988ddb4468f" /><Relationship Type="http://schemas.openxmlformats.org/officeDocument/2006/relationships/image" Target="/ppt/media/image26.png" Id="Rc1bab2e0b0354459" /><Relationship Type="http://schemas.openxmlformats.org/officeDocument/2006/relationships/notesSlide" Target="/ppt/notesSlides/notesSlide7.xml" Id="R380f7da6109d4e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01c532cef540f6" /><Relationship Type="http://schemas.openxmlformats.org/officeDocument/2006/relationships/image" Target="/ppt/media/image27.png" Id="Rb0096a3b792c4676" /><Relationship Type="http://schemas.openxmlformats.org/officeDocument/2006/relationships/image" Target="/ppt/media/image28.png" Id="Rcc11e2ca0f2740cb" /><Relationship Type="http://schemas.openxmlformats.org/officeDocument/2006/relationships/notesSlide" Target="/ppt/notesSlides/notesSlide8.xml" Id="R182a9f3814bf4d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65ef8d385b4e99" /><Relationship Type="http://schemas.openxmlformats.org/officeDocument/2006/relationships/image" Target="/ppt/media/image29.png" Id="Rac6ca155f7474573" /><Relationship Type="http://schemas.openxmlformats.org/officeDocument/2006/relationships/image" Target="/ppt/media/image30.png" Id="R4ba6991025ae4680" /><Relationship Type="http://schemas.openxmlformats.org/officeDocument/2006/relationships/notesSlide" Target="/ppt/notesSlides/notesSlide9.xml" Id="R1f830cc917f9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e87c4ddbd843e8" /><Relationship Type="http://schemas.openxmlformats.org/officeDocument/2006/relationships/image" Target="/ppt/media/image31.png" Id="R2d757bada1f942e5" /><Relationship Type="http://schemas.openxmlformats.org/officeDocument/2006/relationships/image" Target="/ppt/media/image32.png" Id="R42b8eca3ba4c4a3f" /><Relationship Type="http://schemas.openxmlformats.org/officeDocument/2006/relationships/image" Target="/ppt/media/image33.png" Id="R7776a12612b24f79" /><Relationship Type="http://schemas.openxmlformats.org/officeDocument/2006/relationships/notesSlide" Target="/ppt/notesSlides/notesSlide10.xml" Id="R93d85f36626b4c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e770c55aee4fee" /><Relationship Type="http://schemas.openxmlformats.org/officeDocument/2006/relationships/image" Target="/ppt/media/image34.png" Id="R0ba3e633913a4c5f" /><Relationship Type="http://schemas.openxmlformats.org/officeDocument/2006/relationships/image" Target="/ppt/media/image35.png" Id="Rfae29aacd83c44b7" /><Relationship Type="http://schemas.openxmlformats.org/officeDocument/2006/relationships/notesSlide" Target="/ppt/notesSlides/notesSlide11.xml" Id="R5930aaecc2ac42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b4cbfc9608246c8" /><Relationship Type="http://schemas.openxmlformats.org/officeDocument/2006/relationships/image" Target="/ppt/media/image36.png" Id="R74dcbdcd2cb3485d" /><Relationship Type="http://schemas.openxmlformats.org/officeDocument/2006/relationships/image" Target="/ppt/media/image37.png" Id="Rc531be134f204612" /><Relationship Type="http://schemas.openxmlformats.org/officeDocument/2006/relationships/image" Target="/ppt/media/image38.png" Id="Rc7a2ded74b8b415e" /><Relationship Type="http://schemas.openxmlformats.org/officeDocument/2006/relationships/notesSlide" Target="/ppt/notesSlides/notesSlide12.xml" Id="Rc2ba63e89a4b4f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70f0167d4fc4ccc" /><Relationship Type="http://schemas.openxmlformats.org/officeDocument/2006/relationships/image" Target="/ppt/media/image39.png" Id="R8e24e333956f49da" /><Relationship Type="http://schemas.openxmlformats.org/officeDocument/2006/relationships/image" Target="/ppt/media/image40.png" Id="R162c07718f8542bd" /><Relationship Type="http://schemas.openxmlformats.org/officeDocument/2006/relationships/notesSlide" Target="/ppt/notesSlides/notesSlide13.xml" Id="Rac5be3cdd06649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4c16e161f04af1" /><Relationship Type="http://schemas.openxmlformats.org/officeDocument/2006/relationships/image" Target="/ppt/media/image41.png" Id="R52f72cf0a84a487d" /><Relationship Type="http://schemas.openxmlformats.org/officeDocument/2006/relationships/image" Target="/ppt/media/image42.png" Id="R141d3068f3e248a4" /><Relationship Type="http://schemas.openxmlformats.org/officeDocument/2006/relationships/notesSlide" Target="/ppt/notesSlides/notesSlide14.xml" Id="R16e26ecd7f4647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536218263bc4a7f" /><Relationship Type="http://schemas.openxmlformats.org/officeDocument/2006/relationships/image" Target="/ppt/media/image43.png" Id="R54cfedb18f654969" /><Relationship Type="http://schemas.openxmlformats.org/officeDocument/2006/relationships/image" Target="/ppt/media/image44.png" Id="R20d70002a94a4cb4" /><Relationship Type="http://schemas.openxmlformats.org/officeDocument/2006/relationships/image" Target="/ppt/media/image45.png" Id="Rb77776bd826745df" /><Relationship Type="http://schemas.openxmlformats.org/officeDocument/2006/relationships/notesSlide" Target="/ppt/notesSlides/notesSlide15.xml" Id="R32ac448eca244d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bf00552a614e00" /><Relationship Type="http://schemas.openxmlformats.org/officeDocument/2006/relationships/image" Target="/ppt/media/image46.png" Id="R187317a24948434f" /><Relationship Type="http://schemas.openxmlformats.org/officeDocument/2006/relationships/image" Target="/ppt/media/image47.png" Id="R9a777e1931ce458b" /><Relationship Type="http://schemas.openxmlformats.org/officeDocument/2006/relationships/image" Target="/ppt/media/image48.png" Id="R1e8634ac99c84e51" /><Relationship Type="http://schemas.openxmlformats.org/officeDocument/2006/relationships/notesSlide" Target="/ppt/notesSlides/notesSlide16.xml" Id="R3d8e8305e1d74a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85d393c9f14ab3" /><Relationship Type="http://schemas.openxmlformats.org/officeDocument/2006/relationships/image" Target="/ppt/media/image49.png" Id="Ra17f358e36244bc6" /><Relationship Type="http://schemas.openxmlformats.org/officeDocument/2006/relationships/notesSlide" Target="/ppt/notesSlides/notesSlide17.xml" Id="R700f89b5528745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fd536f2cac84551" /><Relationship Type="http://schemas.openxmlformats.org/officeDocument/2006/relationships/image" Target="/ppt/media/image50.png" Id="R8fc3c5479ca8478d" /><Relationship Type="http://schemas.openxmlformats.org/officeDocument/2006/relationships/image" Target="/ppt/media/image51.png" Id="R5f3fd362dc3143c8" /><Relationship Type="http://schemas.openxmlformats.org/officeDocument/2006/relationships/image" Target="/ppt/media/image52.png" Id="Re12aeca03e9a49b3" /><Relationship Type="http://schemas.openxmlformats.org/officeDocument/2006/relationships/notesSlide" Target="/ppt/notesSlides/notesSlide18.xml" Id="R9a1b3b32067a42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114f4e971c84698" /><Relationship Type="http://schemas.openxmlformats.org/officeDocument/2006/relationships/image" Target="/ppt/media/image53.png" Id="Rda4b9000c2ce4378" /><Relationship Type="http://schemas.openxmlformats.org/officeDocument/2006/relationships/image" Target="/ppt/media/image54.png" Id="R4c4eb1d7f310418a" /><Relationship Type="http://schemas.openxmlformats.org/officeDocument/2006/relationships/notesSlide" Target="/ppt/notesSlides/notesSlide19.xml" Id="R21a5f1c6a5be4b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41b4266a2ef44b1" /><Relationship Type="http://schemas.openxmlformats.org/officeDocument/2006/relationships/image" Target="/ppt/media/image55.png" Id="R03879765d7184647" /><Relationship Type="http://schemas.openxmlformats.org/officeDocument/2006/relationships/image" Target="/ppt/media/image56.png" Id="R26b6272777b248d7" /><Relationship Type="http://schemas.openxmlformats.org/officeDocument/2006/relationships/notesSlide" Target="/ppt/notesSlides/notesSlide20.xml" Id="R103c2ba7304748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12ac1e6dac848a5" /><Relationship Type="http://schemas.openxmlformats.org/officeDocument/2006/relationships/image" Target="/ppt/media/image57.png" Id="R318b41ea6ce14d81" /><Relationship Type="http://schemas.openxmlformats.org/officeDocument/2006/relationships/notesSlide" Target="/ppt/notesSlides/notesSlide21.xml" Id="Ra34c5f6da0e14d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ff8efe980c2445f" /><Relationship Type="http://schemas.openxmlformats.org/officeDocument/2006/relationships/image" Target="/ppt/media/image58.png" Id="R0b8f555f3f8540b1" /><Relationship Type="http://schemas.openxmlformats.org/officeDocument/2006/relationships/image" Target="/ppt/media/image59.png" Id="R413936b38ccf44fd" /><Relationship Type="http://schemas.openxmlformats.org/officeDocument/2006/relationships/notesSlide" Target="/ppt/notesSlides/notesSlide22.xml" Id="Rb2cf096c592a42e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fc2c568f98d4436" /><Relationship Type="http://schemas.openxmlformats.org/officeDocument/2006/relationships/image" Target="/ppt/media/image60.png" Id="Racb1a017805448c1" /><Relationship Type="http://schemas.openxmlformats.org/officeDocument/2006/relationships/image" Target="/ppt/media/image61.png" Id="Rd9e9b94f7b6c43c5" /><Relationship Type="http://schemas.openxmlformats.org/officeDocument/2006/relationships/notesSlide" Target="/ppt/notesSlides/notesSlide23.xml" Id="R37a7fcb332f246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076cdf5d354a4b" /><Relationship Type="http://schemas.openxmlformats.org/officeDocument/2006/relationships/image" Target="/ppt/media/image62.png" Id="R935746e1624044c6" /><Relationship Type="http://schemas.openxmlformats.org/officeDocument/2006/relationships/image" Target="/ppt/media/image63.png" Id="Refb23a109cf0484d" /><Relationship Type="http://schemas.openxmlformats.org/officeDocument/2006/relationships/notesSlide" Target="/ppt/notesSlides/notesSlide24.xml" Id="R9ae0575714e746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47a8f42791d46de" /><Relationship Type="http://schemas.openxmlformats.org/officeDocument/2006/relationships/image" Target="/ppt/media/image64.png" Id="Rf5bc2c1726844f82" /><Relationship Type="http://schemas.openxmlformats.org/officeDocument/2006/relationships/image" Target="/ppt/media/image65.png" Id="R08af138f422549d4" /><Relationship Type="http://schemas.openxmlformats.org/officeDocument/2006/relationships/notesSlide" Target="/ppt/notesSlides/notesSlide25.xml" Id="Re6e9c2d233a54e8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dc0a348c2e446cf" /><Relationship Type="http://schemas.openxmlformats.org/officeDocument/2006/relationships/image" Target="/ppt/media/image66.png" Id="R44945888195e4ca8" /><Relationship Type="http://schemas.openxmlformats.org/officeDocument/2006/relationships/image" Target="/ppt/media/image67.png" Id="R47e884c5731840cb" /><Relationship Type="http://schemas.openxmlformats.org/officeDocument/2006/relationships/image" Target="/ppt/media/image68.png" Id="R64df4ffe631d4259" /><Relationship Type="http://schemas.openxmlformats.org/officeDocument/2006/relationships/notesSlide" Target="/ppt/notesSlides/notesSlide26.xml" Id="R08b9bb243d1c4c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82b415f5b424da4" /><Relationship Type="http://schemas.openxmlformats.org/officeDocument/2006/relationships/image" Target="/ppt/media/image69.png" Id="Rf2f656a5991047b2" /><Relationship Type="http://schemas.openxmlformats.org/officeDocument/2006/relationships/notesSlide" Target="/ppt/notesSlides/notesSlide27.xml" Id="R63c8c4e718284c4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6dd8c742bdb4ded" /><Relationship Type="http://schemas.openxmlformats.org/officeDocument/2006/relationships/image" Target="/ppt/media/image70.png" Id="Raa3c2c57b8e2493e" /><Relationship Type="http://schemas.openxmlformats.org/officeDocument/2006/relationships/image" Target="/ppt/media/image71.png" Id="Rdef1620bb7cd4d06" /><Relationship Type="http://schemas.openxmlformats.org/officeDocument/2006/relationships/notesSlide" Target="/ppt/notesSlides/notesSlide28.xml" Id="Rcd692b16f1f9475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7ee3482f62e4480" /><Relationship Type="http://schemas.openxmlformats.org/officeDocument/2006/relationships/image" Target="/ppt/media/image72.png" Id="R6ec8fbee74d84c20" /><Relationship Type="http://schemas.openxmlformats.org/officeDocument/2006/relationships/image" Target="/ppt/media/image73.png" Id="Rfac596c679d544a7" /><Relationship Type="http://schemas.openxmlformats.org/officeDocument/2006/relationships/notesSlide" Target="/ppt/notesSlides/notesSlide29.xml" Id="R48cadd501bf6448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5e2b3403c9d4a76" /><Relationship Type="http://schemas.openxmlformats.org/officeDocument/2006/relationships/image" Target="/ppt/media/image74.png" Id="R7c7ae13ebe29486a" /><Relationship Type="http://schemas.openxmlformats.org/officeDocument/2006/relationships/notesSlide" Target="/ppt/notesSlides/notesSlide30.xml" Id="R3b3fee57faae44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2af7f994442485f" /><Relationship Type="http://schemas.openxmlformats.org/officeDocument/2006/relationships/image" Target="/ppt/media/image75.png" Id="Rd0e5ec561ddc4492" /><Relationship Type="http://schemas.openxmlformats.org/officeDocument/2006/relationships/image" Target="/ppt/media/image76.png" Id="R81067f747d1943fb" /><Relationship Type="http://schemas.openxmlformats.org/officeDocument/2006/relationships/notesSlide" Target="/ppt/notesSlides/notesSlide31.xml" Id="R4528c1d18b334aeb"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DC965A9D-53AC-4DAA-B0D4-5A96BAE9E2E2}"/>
              </a:ext>
            </a:extLst>
          </p:cNvPr>
          <p:cNvPicPr>
            <a:picLocks noChangeAspect="1"/>
          </p:cNvPicPr>
          <p:nvPr/>
        </p:nvPicPr>
        <p:blipFill>
          <a:blip ns3:embed="R4bb7f90c99b440ca"/>
          <a:stretch/>
        </p:blipFill>
        <p:spPr>
          <a:xfrm>
            <a:off x="4859" y="0"/>
            <a:ext cx="18278283" cy="10287000"/>
          </a:xfrm>
          <a:prstGeom prst="rect">
            <a:avLst/>
          </a:prstGeom>
        </p:spPr>
      </p:pic>
      <p:sp>
        <p:nvSpPr>
          <p:cNvPr id="2" name="reference_green_fade">
            <a:extLst>
              <a:ext uri="{FF2B5EF4-FFF2-40B4-BE49-F238E27FC236}">
                <ns2:creationId id="{0572B4E7-D427-4F99-9F75-EF3D53DAC12D}"/>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3D70A9C5-E6EF-49DB-AFC2-005D02E3687A}"/>
              </a:ext>
            </a:extLst>
          </p:cNvPr>
          <p:cNvPicPr>
            <a:picLocks noChangeAspect="1"/>
          </p:cNvPicPr>
          <p:nvPr/>
        </p:nvPicPr>
        <p:blipFill>
          <a:blip ns3:embed="R199c728d6b244f34"/>
          <a:stretch/>
        </p:blipFill>
        <p:spPr>
          <a:xfrm>
            <a:off x="16941800" y="382588"/>
            <a:ext cx="1028700" cy="733425"/>
          </a:xfrm>
          <a:prstGeom prst="rect">
            <a:avLst/>
          </a:prstGeom>
        </p:spPr>
      </p:pic>
      <p:sp>
        <p:nvSpPr>
          <p:cNvPr id="4" name="copyright">
            <a:extLst>
              <a:ext uri="{FF2B5EF4-FFF2-40B4-BE49-F238E27FC236}">
                <ns2:creationId id="{825E3C1B-B4AC-4816-8DB0-F17A43530DDD}"/>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BF1BD194-A95C-4D15-B2A8-1C86417F4F67}"/>
              </a:ext>
            </a:extLst>
          </p:cNvPr>
          <p:cNvPicPr>
            <a:picLocks noChangeAspect="1"/>
          </p:cNvPicPr>
          <p:nvPr/>
        </p:nvPicPr>
        <p:blipFill>
          <a:blip ns3:embed="Rd347150129964741"/>
          <a:stretch/>
        </p:blipFill>
        <p:spPr>
          <a:xfrm>
            <a:off x="1320800" y="5207000"/>
            <a:ext cx="1447800" cy="609600"/>
          </a:xfrm>
          <a:prstGeom prst="rect">
            <a:avLst/>
          </a:prstGeom>
        </p:spPr>
      </p:pic>
      <p:pic>
        <p:nvPicPr>
          <p:cNvPr id="6" name="">
            <a:extLst>
              <a:ext uri="{FF2B5EF4-FFF2-40B4-BE49-F238E27FC236}">
                <ns2:creationId id="{D3DA6D45-6984-42FB-AB8F-1E611751382A}"/>
              </a:ext>
            </a:extLst>
          </p:cNvPr>
          <p:cNvPicPr>
            <a:picLocks noChangeAspect="1"/>
          </p:cNvPicPr>
          <p:nvPr/>
        </p:nvPicPr>
        <p:blipFill>
          <a:blip ns3:embed="R5593de7b418a42e6"/>
          <a:stretch/>
        </p:blipFill>
        <p:spPr>
          <a:xfrm>
            <a:off x="15252700" y="410251"/>
            <a:ext cx="1473200" cy="627298"/>
          </a:xfrm>
          <a:prstGeom prst="rect">
            <a:avLst/>
          </a:prstGeom>
        </p:spPr>
      </p:pic>
      <p:sp>
        <p:nvSpPr>
          <p:cNvPr id="7" name="title-line0">
            <a:extLst>
              <a:ext uri="{FF2B5EF4-FFF2-40B4-BE49-F238E27FC236}">
                <ns2:creationId id="{A02C6A94-9596-4FDD-A5D2-0B21152D1F6B}"/>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5C4C3347-0437-43E0-9904-E167FE1B8D92}"/>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33FF0A35-5406-418A-9A4D-B588DFD26A15}"/>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012359794"/>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EAC294DC-1AAF-4F2C-8394-07264FFF724C}"/>
              </a:ext>
            </a:extLst>
          </p:cNvPr>
          <p:cNvPicPr>
            <a:picLocks noChangeAspect="1"/>
          </p:cNvPicPr>
          <p:nvPr/>
        </p:nvPicPr>
        <p:blipFill>
          <a:blip ns3:embed="R27d3cfcd74f64efe"/>
          <a:stretch/>
        </p:blipFill>
        <p:spPr>
          <a:xfrm>
            <a:off x="1981200" y="4205950"/>
            <a:ext cx="13017500" cy="3792800"/>
          </a:xfrm>
          <a:prstGeom prst="rect">
            <a:avLst/>
          </a:prstGeom>
        </p:spPr>
      </p:pic>
      <p:pic>
        <p:nvPicPr>
          <p:cNvPr id="2" name="">
            <a:extLst>
              <a:ext uri="{FF2B5EF4-FFF2-40B4-BE49-F238E27FC236}">
                <ns2:creationId id="{E02DE984-70A5-445B-B856-DC35F697FEAC}"/>
              </a:ext>
            </a:extLst>
          </p:cNvPr>
          <p:cNvPicPr>
            <a:picLocks noChangeAspect="1"/>
          </p:cNvPicPr>
          <p:nvPr/>
        </p:nvPicPr>
        <p:blipFill>
          <a:blip ns3:embed="R0b7945fd896346a9"/>
          <a:stretch/>
        </p:blipFill>
        <p:spPr>
          <a:xfrm>
            <a:off x="4321175" y="4800600"/>
            <a:ext cx="2419350" cy="1981200"/>
          </a:xfrm>
          <a:prstGeom prst="rect">
            <a:avLst/>
          </a:prstGeom>
        </p:spPr>
      </p:pic>
      <p:pic>
        <p:nvPicPr>
          <p:cNvPr id="3" name="">
            <a:extLst>
              <a:ext uri="{FF2B5EF4-FFF2-40B4-BE49-F238E27FC236}">
                <ns2:creationId id="{15311B9E-AE64-478D-83C6-AF7823C85B61}"/>
              </a:ext>
            </a:extLst>
          </p:cNvPr>
          <p:cNvPicPr>
            <a:picLocks noChangeAspect="1"/>
          </p:cNvPicPr>
          <p:nvPr/>
        </p:nvPicPr>
        <p:blipFill>
          <a:blip ns3:embed="R43250d134f914e68"/>
          <a:stretch/>
        </p:blipFill>
        <p:spPr>
          <a:xfrm>
            <a:off x="8004175" y="4800600"/>
            <a:ext cx="2419350" cy="1981200"/>
          </a:xfrm>
          <a:prstGeom prst="rect">
            <a:avLst/>
          </a:prstGeom>
        </p:spPr>
      </p:pic>
      <p:pic>
        <p:nvPicPr>
          <p:cNvPr id="4" name="">
            <a:extLst>
              <a:ext uri="{FF2B5EF4-FFF2-40B4-BE49-F238E27FC236}">
                <ns2:creationId id="{87A34031-3514-4880-A347-29D24A4D631F}"/>
              </a:ext>
            </a:extLst>
          </p:cNvPr>
          <p:cNvPicPr>
            <a:picLocks noChangeAspect="1"/>
          </p:cNvPicPr>
          <p:nvPr/>
        </p:nvPicPr>
        <p:blipFill>
          <a:blip ns3:embed="R01e210e407a04d32"/>
          <a:stretch/>
        </p:blipFill>
        <p:spPr>
          <a:xfrm>
            <a:off x="11696700" y="4788250"/>
            <a:ext cx="2425700" cy="2158300"/>
          </a:xfrm>
          <a:prstGeom prst="rect">
            <a:avLst/>
          </a:prstGeom>
        </p:spPr>
      </p:pic>
      <p:pic>
        <p:nvPicPr>
          <p:cNvPr id="5" name="">
            <a:extLst>
              <a:ext uri="{FF2B5EF4-FFF2-40B4-BE49-F238E27FC236}">
                <ns2:creationId id="{9A95B663-5091-4E08-9C00-C478BCD7C222}"/>
              </a:ext>
            </a:extLst>
          </p:cNvPr>
          <p:cNvPicPr>
            <a:picLocks noChangeAspect="1"/>
          </p:cNvPicPr>
          <p:nvPr/>
        </p:nvPicPr>
        <p:blipFill>
          <a:blip ns3:embed="Rb1f77ebd29a74e87"/>
          <a:stretch/>
        </p:blipFill>
        <p:spPr>
          <a:xfrm>
            <a:off x="14834480" y="4203700"/>
            <a:ext cx="353840" cy="1587500"/>
          </a:xfrm>
          <a:prstGeom prst="rect">
            <a:avLst/>
          </a:prstGeom>
        </p:spPr>
      </p:pic>
      <p:pic>
        <p:nvPicPr>
          <p:cNvPr id="6" name="">
            <a:extLst>
              <a:ext uri="{FF2B5EF4-FFF2-40B4-BE49-F238E27FC236}">
                <ns2:creationId id="{53E15BB6-91A3-4C88-8534-9F7D0C90A487}"/>
              </a:ext>
            </a:extLst>
          </p:cNvPr>
          <p:cNvPicPr>
            <a:picLocks noChangeAspect="1"/>
          </p:cNvPicPr>
          <p:nvPr/>
        </p:nvPicPr>
        <p:blipFill>
          <a:blip ns3:embed="Rd0d0f094628d47cd"/>
          <a:stretch/>
        </p:blipFill>
        <p:spPr>
          <a:xfrm>
            <a:off x="14644856" y="4330700"/>
            <a:ext cx="402887" cy="901700"/>
          </a:xfrm>
          <a:prstGeom prst="rect">
            <a:avLst/>
          </a:prstGeom>
        </p:spPr>
      </p:pic>
      <p:pic>
        <p:nvPicPr>
          <p:cNvPr id="7" name="">
            <a:extLst>
              <a:ext uri="{FF2B5EF4-FFF2-40B4-BE49-F238E27FC236}">
                <ns2:creationId id="{6280AB8A-9ED9-4CF3-AEE9-5A833FCE6461}"/>
              </a:ext>
            </a:extLst>
          </p:cNvPr>
          <p:cNvPicPr>
            <a:picLocks noChangeAspect="1"/>
          </p:cNvPicPr>
          <p:nvPr/>
        </p:nvPicPr>
        <p:blipFill>
          <a:blip ns3:embed="R418420b72df24af0"/>
          <a:stretch/>
        </p:blipFill>
        <p:spPr>
          <a:xfrm>
            <a:off x="14644856" y="7099300"/>
            <a:ext cx="402887" cy="901700"/>
          </a:xfrm>
          <a:prstGeom prst="rect">
            <a:avLst/>
          </a:prstGeom>
        </p:spPr>
      </p:pic>
      <p:pic>
        <p:nvPicPr>
          <p:cNvPr id="8" name="">
            <a:extLst>
              <a:ext uri="{FF2B5EF4-FFF2-40B4-BE49-F238E27FC236}">
                <ns2:creationId id="{34DCDDED-17F5-4935-A9AC-02CD3CC1790F}"/>
              </a:ext>
            </a:extLst>
          </p:cNvPr>
          <p:cNvPicPr>
            <a:picLocks noChangeAspect="1"/>
          </p:cNvPicPr>
          <p:nvPr/>
        </p:nvPicPr>
        <p:blipFill>
          <a:blip ns3:embed="R7ab331da1a644741"/>
          <a:stretch/>
        </p:blipFill>
        <p:spPr>
          <a:xfrm>
            <a:off x="14784556" y="6667500"/>
            <a:ext cx="402887" cy="901700"/>
          </a:xfrm>
          <a:prstGeom prst="rect">
            <a:avLst/>
          </a:prstGeom>
        </p:spPr>
      </p:pic>
      <p:pic>
        <p:nvPicPr>
          <p:cNvPr id="9" name="">
            <a:extLst>
              <a:ext uri="{FF2B5EF4-FFF2-40B4-BE49-F238E27FC236}">
                <ns2:creationId id="{4E894026-184D-4A06-9EB9-6FE1BE9EDABB}"/>
              </a:ext>
            </a:extLst>
          </p:cNvPr>
          <p:cNvPicPr>
            <a:picLocks noChangeAspect="1"/>
          </p:cNvPicPr>
          <p:nvPr/>
        </p:nvPicPr>
        <p:blipFill>
          <a:blip ns3:embed="R2ec3a1f79e4948cc"/>
          <a:stretch/>
        </p:blipFill>
        <p:spPr>
          <a:xfrm>
            <a:off x="16941800" y="382588"/>
            <a:ext cx="1028700" cy="733425"/>
          </a:xfrm>
          <a:prstGeom prst="rect">
            <a:avLst/>
          </a:prstGeom>
        </p:spPr>
      </p:pic>
      <p:sp>
        <p:nvSpPr>
          <p:cNvPr id="10" name="copyright">
            <a:extLst>
              <a:ext uri="{FF2B5EF4-FFF2-40B4-BE49-F238E27FC236}">
                <ns2:creationId id="{DD7770F4-6642-4B02-8361-4BB445A43A2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3F14A041-8B52-4C41-BDF4-33188A637CA3}"/>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6F3639DB-1899-4423-B9FF-4CB22ED15322}"/>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54236F51-CA9A-470F-A611-4B3D3F0FD5C8}"/>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D6876CAF-7B2F-449C-9B07-4905059A6767}"/>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A262F10B-3B3D-4870-A6B4-0BA1FF97329F}"/>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01FB0953-73BD-4792-A204-9BC56C268594}"/>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2C88BCD7-0527-443F-BEB4-59C55AE66AB6}"/>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07F492FB-1724-4481-AF97-E6E9C781557C}"/>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53B73A97-5473-4A52-B0FD-E3E4F974685D}"/>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96F94CF4-1DA1-4C96-9D56-456A33AD531A}"/>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749352469"/>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2A1467A2-3EEE-45A2-8B94-E3989499E872}"/>
              </a:ext>
            </a:extLst>
          </p:cNvPr>
          <p:cNvPicPr>
            <a:picLocks noChangeAspect="1"/>
          </p:cNvPicPr>
          <p:nvPr/>
        </p:nvPicPr>
        <p:blipFill>
          <a:blip ns3:embed="Rf251729358f6481e"/>
          <a:stretch/>
        </p:blipFill>
        <p:spPr>
          <a:xfrm>
            <a:off x="1482979" y="4038600"/>
            <a:ext cx="15322041" cy="3683000"/>
          </a:xfrm>
          <a:prstGeom prst="rect">
            <a:avLst/>
          </a:prstGeom>
        </p:spPr>
      </p:pic>
      <p:pic>
        <p:nvPicPr>
          <p:cNvPr id="2" name="">
            <a:extLst>
              <a:ext uri="{FF2B5EF4-FFF2-40B4-BE49-F238E27FC236}">
                <ns2:creationId id="{5B23C667-B71E-405D-B78F-1A2EFEE72707}"/>
              </a:ext>
            </a:extLst>
          </p:cNvPr>
          <p:cNvPicPr>
            <a:picLocks noChangeAspect="1"/>
          </p:cNvPicPr>
          <p:nvPr/>
        </p:nvPicPr>
        <p:blipFill>
          <a:blip ns3:embed="R06967a94e99b44d1"/>
          <a:stretch/>
        </p:blipFill>
        <p:spPr>
          <a:xfrm>
            <a:off x="15914688" y="5372100"/>
            <a:ext cx="2066925" cy="4381500"/>
          </a:xfrm>
          <a:prstGeom prst="rect">
            <a:avLst/>
          </a:prstGeom>
        </p:spPr>
      </p:pic>
      <p:pic>
        <p:nvPicPr>
          <p:cNvPr id="3" name="">
            <a:extLst>
              <a:ext uri="{FF2B5EF4-FFF2-40B4-BE49-F238E27FC236}">
                <ns2:creationId id="{30A8D038-6D09-44AA-9470-3A1A7A19ACB0}"/>
              </a:ext>
            </a:extLst>
          </p:cNvPr>
          <p:cNvPicPr>
            <a:picLocks noChangeAspect="1"/>
          </p:cNvPicPr>
          <p:nvPr/>
        </p:nvPicPr>
        <p:blipFill>
          <a:blip ns3:embed="Re82b45a3142e45a6"/>
          <a:stretch/>
        </p:blipFill>
        <p:spPr>
          <a:xfrm>
            <a:off x="16941800" y="382588"/>
            <a:ext cx="1028700" cy="733425"/>
          </a:xfrm>
          <a:prstGeom prst="rect">
            <a:avLst/>
          </a:prstGeom>
        </p:spPr>
      </p:pic>
      <p:sp>
        <p:nvSpPr>
          <p:cNvPr id="4" name="copyright">
            <a:extLst>
              <a:ext uri="{FF2B5EF4-FFF2-40B4-BE49-F238E27FC236}">
                <ns2:creationId id="{29EAF0DB-2CF6-4E0C-9A34-0E721E76A6F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EA628F58-ECFE-474F-8F3C-C64B51360BF9}"/>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B3AB4981-6693-4632-A173-F3D18831A986}"/>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08F90C41-08FE-4531-A93D-F87EFA028A3D}"/>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B438EE54-0F6C-4FBB-9BD8-78338DD8CC69}"/>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B3E72A5D-B42F-458A-86B9-D9C256DC8382}"/>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D4994512-907E-437C-B7F6-1FAC84315ECF}"/>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E61AF0ED-138B-4256-AC3C-FBABF0A2389B}"/>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3D8BF198-9E16-4B65-A6F3-FDE60FA2D11A}"/>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B081A00B-9131-409F-AEBE-CC0F574FEC02}"/>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7D9C8A50-1A1D-4182-B120-21F4F46BF18B}"/>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48590253"/>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BCA91436-911C-4545-B082-98AE2E14308E}"/>
              </a:ext>
            </a:extLst>
          </p:cNvPr>
          <p:cNvPicPr>
            <a:picLocks noChangeAspect="1"/>
          </p:cNvPicPr>
          <p:nvPr/>
        </p:nvPicPr>
        <p:blipFill>
          <a:blip ns3:embed="Rc19a935f81ce4cd5"/>
          <a:stretch/>
        </p:blipFill>
        <p:spPr>
          <a:xfrm>
            <a:off x="16941800" y="382588"/>
            <a:ext cx="1028700" cy="733425"/>
          </a:xfrm>
          <a:prstGeom prst="rect">
            <a:avLst/>
          </a:prstGeom>
        </p:spPr>
      </p:pic>
      <p:sp>
        <p:nvSpPr>
          <p:cNvPr id="2" name="copyright">
            <a:extLst>
              <a:ext uri="{FF2B5EF4-FFF2-40B4-BE49-F238E27FC236}">
                <ns2:creationId id="{D60D86C1-2AD2-49AD-AE35-0F1F5D9770B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5C14121B-9A1D-46E6-9946-BD3C2471CFB6}"/>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72395863-D26C-4A80-8E7A-B7DEF19122F0}"/>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8F0CAAFC-D142-4898-A708-856BD88CB951}"/>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42AA57D0-89A0-44F0-9E47-8B528B020C7B}"/>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77816ABF-92E7-4E37-9D71-1DFBA846AFE4}"/>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670B4814-E7F6-4C18-9BE1-677579B9ECBA}"/>
              </a:ext>
            </a:extLst>
          </p:cNvPr>
          <p:cNvPicPr>
            <a:picLocks noChangeAspect="1"/>
          </p:cNvPicPr>
          <p:nvPr/>
        </p:nvPicPr>
        <p:blipFill>
          <a:blip ns3:embed="R73eeb5d807574350"/>
          <a:stretch/>
        </p:blipFill>
        <p:spPr>
          <a:xfrm>
            <a:off x="5715000" y="4722634"/>
            <a:ext cx="6858000" cy="5151794"/>
          </a:xfrm>
          <a:prstGeom prst="rect">
            <a:avLst/>
          </a:prstGeom>
        </p:spPr>
      </p:pic>
    </p:spTree>
    <p:extLst>
      <p:ext uri="{BB962C8B-B14F-4D97-AF65-F5344CB8AC3E}">
        <ns4:creationId val="139162309"/>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1DBE30D-42A9-4481-8830-6557DDE4CA43}"/>
              </a:ext>
            </a:extLst>
          </p:cNvPr>
          <p:cNvPicPr>
            <a:picLocks noChangeAspect="1"/>
          </p:cNvPicPr>
          <p:nvPr/>
        </p:nvPicPr>
        <p:blipFill>
          <a:blip ns3:embed="Rba5951a7ee6b41bc"/>
          <a:stretch/>
        </p:blipFill>
        <p:spPr>
          <a:xfrm>
            <a:off x="4859" y="0"/>
            <a:ext cx="18278283" cy="10287000"/>
          </a:xfrm>
          <a:prstGeom prst="rect">
            <a:avLst/>
          </a:prstGeom>
        </p:spPr>
      </p:pic>
      <p:sp>
        <p:nvSpPr>
          <p:cNvPr id="2" name="reference_green_fade">
            <a:extLst>
              <a:ext uri="{FF2B5EF4-FFF2-40B4-BE49-F238E27FC236}">
                <ns2:creationId id="{F678B9A7-D736-4A2F-A87D-F4AC37F76F0F}"/>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3ECF2630-7BA1-422A-AF1B-9A5A281253F0}"/>
              </a:ext>
            </a:extLst>
          </p:cNvPr>
          <p:cNvPicPr>
            <a:picLocks noChangeAspect="1"/>
          </p:cNvPicPr>
          <p:nvPr/>
        </p:nvPicPr>
        <p:blipFill>
          <a:blip ns3:embed="R9314e0f6b4624174"/>
          <a:stretch/>
        </p:blipFill>
        <p:spPr>
          <a:xfrm>
            <a:off x="16916400" y="332392"/>
            <a:ext cx="1079500" cy="668717"/>
          </a:xfrm>
          <a:prstGeom prst="rect">
            <a:avLst/>
          </a:prstGeom>
        </p:spPr>
      </p:pic>
      <p:sp>
        <p:nvSpPr>
          <p:cNvPr id="4" name="copyright">
            <a:extLst>
              <a:ext uri="{FF2B5EF4-FFF2-40B4-BE49-F238E27FC236}">
                <ns2:creationId id="{98C4BA0F-1911-4B82-9E4A-7991A38323A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942A4AE4-795F-4915-8655-647A549B2AD6}"/>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3DD05F07-37FB-4AD2-BC0E-EDE9FFD5F150}"/>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486C9528-8729-4777-A165-C1021C00D8A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71311637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8434A835-5740-44D2-8C27-F5B6EDDD60D7}"/>
              </a:ext>
            </a:extLst>
          </p:cNvPr>
          <p:cNvPicPr>
            <a:picLocks noChangeAspect="1"/>
          </p:cNvPicPr>
          <p:nvPr/>
        </p:nvPicPr>
        <p:blipFill>
          <a:blip ns3:embed="R22622ff6d4524fa7"/>
          <a:stretch/>
        </p:blipFill>
        <p:spPr>
          <a:xfrm>
            <a:off x="16941800" y="382588"/>
            <a:ext cx="1028700" cy="733425"/>
          </a:xfrm>
          <a:prstGeom prst="rect">
            <a:avLst/>
          </a:prstGeom>
        </p:spPr>
      </p:pic>
      <p:sp>
        <p:nvSpPr>
          <p:cNvPr id="2" name="part_heading">
            <a:extLst>
              <a:ext uri="{FF2B5EF4-FFF2-40B4-BE49-F238E27FC236}">
                <ns2:creationId id="{421D340D-FF48-4151-868F-DBC87A0F2B3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4A48B0B-E3D5-4B28-8217-4F2EA99B0A8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2CFC8B5-B40C-4FAA-AD3E-5E15379C365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0320C327-0A31-4685-8504-96DCD807BFC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82FF4AE9-B6F6-4A68-A48E-883A24B2749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138BD13E-7173-4738-A673-6BEC5643337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60651FE-A6BB-41F6-ACA8-D4E000C7C64B}"/>
              </a:ext>
            </a:extLst>
          </p:cNvPr>
          <p:cNvPicPr>
            <a:picLocks noChangeAspect="1"/>
          </p:cNvPicPr>
          <p:nvPr/>
        </p:nvPicPr>
        <p:blipFill>
          <a:blip ns3:embed="R29421dfc7b5b4a86"/>
          <a:stretch/>
        </p:blipFill>
        <p:spPr>
          <a:xfrm>
            <a:off x="2884112" y="4762500"/>
            <a:ext cx="5280776" cy="4857750"/>
          </a:xfrm>
          <a:prstGeom prst="rect">
            <a:avLst/>
          </a:prstGeom>
        </p:spPr>
      </p:pic>
      <p:pic>
        <p:nvPicPr>
          <p:cNvPr id="9" name="">
            <a:extLst>
              <a:ext uri="{FF2B5EF4-FFF2-40B4-BE49-F238E27FC236}">
                <ns2:creationId id="{05FF6E8C-E981-457D-B71B-1F2B51718B73}"/>
              </a:ext>
            </a:extLst>
          </p:cNvPr>
          <p:cNvPicPr>
            <a:picLocks noChangeAspect="1"/>
          </p:cNvPicPr>
          <p:nvPr/>
        </p:nvPicPr>
        <p:blipFill>
          <a:blip ns3:embed="Reaa309b2fb034036"/>
          <a:stretch/>
        </p:blipFill>
        <p:spPr>
          <a:xfrm>
            <a:off x="10116062" y="4762500"/>
            <a:ext cx="5294877" cy="4857750"/>
          </a:xfrm>
          <a:prstGeom prst="rect">
            <a:avLst/>
          </a:prstGeom>
        </p:spPr>
      </p:pic>
    </p:spTree>
    <p:extLst>
      <p:ext uri="{BB962C8B-B14F-4D97-AF65-F5344CB8AC3E}">
        <ns4:creationId val="1332369544"/>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DA493660-8A2F-4BD4-B461-1F49E41E1773}"/>
              </a:ext>
            </a:extLst>
          </p:cNvPr>
          <p:cNvPicPr>
            <a:picLocks noChangeAspect="1"/>
          </p:cNvPicPr>
          <p:nvPr/>
        </p:nvPicPr>
        <p:blipFill>
          <a:blip ns3:embed="R5efe870fbf814766"/>
          <a:stretch/>
        </p:blipFill>
        <p:spPr>
          <a:xfrm>
            <a:off x="16941800" y="382588"/>
            <a:ext cx="1028700" cy="733425"/>
          </a:xfrm>
          <a:prstGeom prst="rect">
            <a:avLst/>
          </a:prstGeom>
        </p:spPr>
      </p:pic>
      <p:sp>
        <p:nvSpPr>
          <p:cNvPr id="2" name="part_heading">
            <a:extLst>
              <a:ext uri="{FF2B5EF4-FFF2-40B4-BE49-F238E27FC236}">
                <ns2:creationId id="{3BAFBDA4-C95F-493D-AE0F-ED972D04D24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C6838A9-FD1F-44AD-95A6-5FB9CD25D33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0627712-837A-4CF0-A691-1B3F15D1041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34FAFF3-4D03-4B76-AA0B-D0ADC5BC433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27B35F7C-2198-44E2-A74D-3D8FCCFEB3B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AED3048F-C95B-461A-ACDC-787B6A50985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C91A0E5-20C8-4B97-BEF9-8091D7523A7B}"/>
              </a:ext>
            </a:extLst>
          </p:cNvPr>
          <p:cNvPicPr>
            <a:picLocks noChangeAspect="1"/>
          </p:cNvPicPr>
          <p:nvPr/>
        </p:nvPicPr>
        <p:blipFill>
          <a:blip ns3:embed="R3faad988ddb4468f"/>
          <a:stretch/>
        </p:blipFill>
        <p:spPr>
          <a:xfrm>
            <a:off x="1838727" y="4762500"/>
            <a:ext cx="14610545" cy="723900"/>
          </a:xfrm>
          <a:prstGeom prst="rect">
            <a:avLst/>
          </a:prstGeom>
        </p:spPr>
      </p:pic>
      <p:pic>
        <p:nvPicPr>
          <p:cNvPr id="9" name="">
            <a:extLst>
              <a:ext uri="{FF2B5EF4-FFF2-40B4-BE49-F238E27FC236}">
                <ns2:creationId id="{BA3D80C3-1685-461E-818E-4C62E5CBE2C5}"/>
              </a:ext>
            </a:extLst>
          </p:cNvPr>
          <p:cNvPicPr>
            <a:picLocks noChangeAspect="1"/>
          </p:cNvPicPr>
          <p:nvPr/>
        </p:nvPicPr>
        <p:blipFill>
          <a:blip ns3:embed="Rc1bab2e0b0354459"/>
          <a:stretch/>
        </p:blipFill>
        <p:spPr>
          <a:xfrm>
            <a:off x="3050349" y="5810250"/>
            <a:ext cx="12187303" cy="723900"/>
          </a:xfrm>
          <a:prstGeom prst="rect">
            <a:avLst/>
          </a:prstGeom>
        </p:spPr>
      </p:pic>
      <p:sp>
        <p:nvSpPr>
          <p:cNvPr id="10" name="interpretation-panel">
            <a:extLst>
              <a:ext uri="{FF2B5EF4-FFF2-40B4-BE49-F238E27FC236}">
                <ns2:creationId id="{6694D67D-3DF0-42C6-A750-253A5B7D2542}"/>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C08B0341-59DF-4A91-9C33-4239F570978F}"/>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95C1D8E5-F7E3-4688-963F-6EBC93116B1E}"/>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397338137"/>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03C82C64-7085-4BA7-B088-DC71F9390079}"/>
              </a:ext>
            </a:extLst>
          </p:cNvPr>
          <p:cNvPicPr>
            <a:picLocks noChangeAspect="1"/>
          </p:cNvPicPr>
          <p:nvPr/>
        </p:nvPicPr>
        <p:blipFill>
          <a:blip ns3:embed="Rb0096a3b792c4676"/>
          <a:stretch/>
        </p:blipFill>
        <p:spPr>
          <a:xfrm>
            <a:off x="16941800" y="382588"/>
            <a:ext cx="1028700" cy="733425"/>
          </a:xfrm>
          <a:prstGeom prst="rect">
            <a:avLst/>
          </a:prstGeom>
        </p:spPr>
      </p:pic>
      <p:sp>
        <p:nvSpPr>
          <p:cNvPr id="2" name="part_heading">
            <a:extLst>
              <a:ext uri="{FF2B5EF4-FFF2-40B4-BE49-F238E27FC236}">
                <ns2:creationId id="{33E00E61-FE69-4A98-99F5-C65386F7CFB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F3AF714-4726-4C74-823C-F6DBBBDE7D4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026B9F2-68AE-4F65-946C-F56D228B65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5CAAB38-B351-4F6F-B142-AFA904DBED7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7C6D442A-7077-40A1-BB61-5D33311F31E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57CD5097-038F-43DF-9788-8012D91D2EC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B6A9627-B83E-468C-B9FC-2F099223A8F3}"/>
              </a:ext>
            </a:extLst>
          </p:cNvPr>
          <p:cNvPicPr>
            <a:picLocks noChangeAspect="1"/>
          </p:cNvPicPr>
          <p:nvPr/>
        </p:nvPicPr>
        <p:blipFill>
          <a:blip ns3:embed="Rcc11e2ca0f2740cb"/>
          <a:stretch/>
        </p:blipFill>
        <p:spPr>
          <a:xfrm>
            <a:off x="5003602" y="4524375"/>
            <a:ext cx="8280797" cy="4762500"/>
          </a:xfrm>
          <a:prstGeom prst="rect">
            <a:avLst/>
          </a:prstGeom>
        </p:spPr>
      </p:pic>
    </p:spTree>
    <p:extLst>
      <p:ext uri="{BB962C8B-B14F-4D97-AF65-F5344CB8AC3E}">
        <ns4:creationId val="35403580"/>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9066434-F65C-4E5D-813A-83981A260914}"/>
              </a:ext>
            </a:extLst>
          </p:cNvPr>
          <p:cNvPicPr>
            <a:picLocks noChangeAspect="1"/>
          </p:cNvPicPr>
          <p:nvPr/>
        </p:nvPicPr>
        <p:blipFill>
          <a:blip ns3:embed="Rac6ca155f7474573"/>
          <a:stretch/>
        </p:blipFill>
        <p:spPr>
          <a:xfrm>
            <a:off x="16941800" y="382588"/>
            <a:ext cx="1028700" cy="733425"/>
          </a:xfrm>
          <a:prstGeom prst="rect">
            <a:avLst/>
          </a:prstGeom>
        </p:spPr>
      </p:pic>
      <p:sp>
        <p:nvSpPr>
          <p:cNvPr id="2" name="part_heading">
            <a:extLst>
              <a:ext uri="{FF2B5EF4-FFF2-40B4-BE49-F238E27FC236}">
                <ns2:creationId id="{AEDDE67D-DCF9-4345-973A-DA951069B92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09D2349-0C2A-4A08-B3D5-DFEF70BA2CB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36B9EFE-419E-4054-8651-26BC95E362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A88AB50-7C2D-40D3-90A1-72D92976B8A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BE8834D6-EF13-4E90-B589-FF921B821BF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E3D2F1B6-3763-4C34-B319-FAF9618C3C0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C236FD2-19F5-4238-85E3-7235F6A00D70}"/>
              </a:ext>
            </a:extLst>
          </p:cNvPr>
          <p:cNvPicPr>
            <a:picLocks noChangeAspect="1"/>
          </p:cNvPicPr>
          <p:nvPr/>
        </p:nvPicPr>
        <p:blipFill>
          <a:blip ns3:embed="R4ba6991025ae4680"/>
          <a:stretch/>
        </p:blipFill>
        <p:spPr>
          <a:xfrm>
            <a:off x="4000500" y="5017064"/>
            <a:ext cx="10287000" cy="2062622"/>
          </a:xfrm>
          <a:prstGeom prst="rect">
            <a:avLst/>
          </a:prstGeom>
        </p:spPr>
      </p:pic>
      <p:sp>
        <p:nvSpPr>
          <p:cNvPr id="9" name="takeaway-box">
            <a:extLst>
              <a:ext uri="{FF2B5EF4-FFF2-40B4-BE49-F238E27FC236}">
                <ns2:creationId id="{1B5F90CA-CF4E-42DC-AA7F-B95F257E91D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87C697A9-B698-4C52-B13A-51CACDE6F51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878059644"/>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A3A58BCF-210B-4B64-B01F-81D11F4BAD19}"/>
              </a:ext>
            </a:extLst>
          </p:cNvPr>
          <p:cNvPicPr>
            <a:picLocks noChangeAspect="1"/>
          </p:cNvPicPr>
          <p:nvPr/>
        </p:nvPicPr>
        <p:blipFill>
          <a:blip ns3:embed="R2d757bada1f942e5"/>
          <a:stretch/>
        </p:blipFill>
        <p:spPr>
          <a:xfrm>
            <a:off x="16941800" y="382588"/>
            <a:ext cx="1028700" cy="733425"/>
          </a:xfrm>
          <a:prstGeom prst="rect">
            <a:avLst/>
          </a:prstGeom>
        </p:spPr>
      </p:pic>
      <p:sp>
        <p:nvSpPr>
          <p:cNvPr id="2" name="part_heading">
            <a:extLst>
              <a:ext uri="{FF2B5EF4-FFF2-40B4-BE49-F238E27FC236}">
                <ns2:creationId id="{51EB6350-6D46-4F1E-9BD6-23EC502017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168919C-9282-464E-9C19-4769A750834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38825C6-111F-4709-85F1-47CD31F37CE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FED156D-72E3-4F6E-9438-03C1192D29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34571A0B-D7E7-4675-A2B5-CDDDD25D98E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656DF17D-F119-49CE-9A04-A500BBCE537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675A4DB-F579-4B4B-8F6B-4B1272BD21E6}"/>
              </a:ext>
            </a:extLst>
          </p:cNvPr>
          <p:cNvPicPr>
            <a:picLocks noChangeAspect="1"/>
          </p:cNvPicPr>
          <p:nvPr/>
        </p:nvPicPr>
        <p:blipFill>
          <a:blip ns3:embed="R42b8eca3ba4c4a3f"/>
          <a:stretch/>
        </p:blipFill>
        <p:spPr>
          <a:xfrm>
            <a:off x="2000250" y="4675188"/>
            <a:ext cx="14287500" cy="793750"/>
          </a:xfrm>
          <a:prstGeom prst="rect">
            <a:avLst/>
          </a:prstGeom>
        </p:spPr>
      </p:pic>
      <p:pic>
        <p:nvPicPr>
          <p:cNvPr id="9" name="">
            <a:extLst>
              <a:ext uri="{FF2B5EF4-FFF2-40B4-BE49-F238E27FC236}">
                <ns2:creationId id="{0951BC8E-10BE-40F5-B742-9F48C2A3CDBB}"/>
              </a:ext>
            </a:extLst>
          </p:cNvPr>
          <p:cNvPicPr>
            <a:picLocks noChangeAspect="1"/>
          </p:cNvPicPr>
          <p:nvPr/>
        </p:nvPicPr>
        <p:blipFill>
          <a:blip ns3:embed="R7776a12612b24f79"/>
          <a:stretch/>
        </p:blipFill>
        <p:spPr>
          <a:xfrm>
            <a:off x="7098994" y="5810250"/>
            <a:ext cx="4090013" cy="3762375"/>
          </a:xfrm>
          <a:prstGeom prst="rect">
            <a:avLst/>
          </a:prstGeom>
        </p:spPr>
      </p:pic>
    </p:spTree>
    <p:extLst>
      <p:ext uri="{BB962C8B-B14F-4D97-AF65-F5344CB8AC3E}">
        <ns4:creationId val="645024150"/>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5DF2C670-7397-4685-802A-F18DEBD60021}"/>
              </a:ext>
            </a:extLst>
          </p:cNvPr>
          <p:cNvPicPr>
            <a:picLocks noChangeAspect="1"/>
          </p:cNvPicPr>
          <p:nvPr/>
        </p:nvPicPr>
        <p:blipFill>
          <a:blip ns3:embed="R0ba3e633913a4c5f"/>
          <a:stretch/>
        </p:blipFill>
        <p:spPr>
          <a:xfrm>
            <a:off x="16941800" y="382588"/>
            <a:ext cx="1028700" cy="733425"/>
          </a:xfrm>
          <a:prstGeom prst="rect">
            <a:avLst/>
          </a:prstGeom>
        </p:spPr>
      </p:pic>
      <p:sp>
        <p:nvSpPr>
          <p:cNvPr id="2" name="part_heading">
            <a:extLst>
              <a:ext uri="{FF2B5EF4-FFF2-40B4-BE49-F238E27FC236}">
                <ns2:creationId id="{E6410899-173B-4625-B67E-CB706426CF0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189DB53-EBEB-40D9-A538-747660FE80E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D7A2800-79FF-4313-9152-E3946C589C3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7521D12-DCE0-4B7A-82E0-047CB21A6A5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3879E5E7-6FCE-44EF-8896-0EE3DB0AB8C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E6F20E22-89BF-4297-B384-6B44FEB8A3E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B49125A-7F55-4491-86ED-A1754F398AC7}"/>
              </a:ext>
            </a:extLst>
          </p:cNvPr>
          <p:cNvPicPr>
            <a:picLocks noChangeAspect="1"/>
          </p:cNvPicPr>
          <p:nvPr/>
        </p:nvPicPr>
        <p:blipFill>
          <a:blip ns3:embed="Rfae29aacd83c44b7"/>
          <a:stretch/>
        </p:blipFill>
        <p:spPr>
          <a:xfrm>
            <a:off x="2000250" y="4622107"/>
            <a:ext cx="14287500" cy="4681336"/>
          </a:xfrm>
          <a:prstGeom prst="rect">
            <a:avLst/>
          </a:prstGeom>
        </p:spPr>
      </p:pic>
    </p:spTree>
    <p:extLst>
      <p:ext uri="{BB962C8B-B14F-4D97-AF65-F5344CB8AC3E}">
        <ns4:creationId val="1882063218"/>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898F91C-1138-420F-9898-6BA30DEF3BCD}"/>
              </a:ext>
            </a:extLst>
          </p:cNvPr>
          <p:cNvPicPr>
            <a:picLocks noChangeAspect="1"/>
          </p:cNvPicPr>
          <p:nvPr/>
        </p:nvPicPr>
        <p:blipFill>
          <a:blip ns3:embed="R74dcbdcd2cb3485d"/>
          <a:stretch/>
        </p:blipFill>
        <p:spPr>
          <a:xfrm>
            <a:off x="16941800" y="382588"/>
            <a:ext cx="1028700" cy="733425"/>
          </a:xfrm>
          <a:prstGeom prst="rect">
            <a:avLst/>
          </a:prstGeom>
        </p:spPr>
      </p:pic>
      <p:sp>
        <p:nvSpPr>
          <p:cNvPr id="2" name="part_heading">
            <a:extLst>
              <a:ext uri="{FF2B5EF4-FFF2-40B4-BE49-F238E27FC236}">
                <ns2:creationId id="{73DE7AD2-C3AE-4A98-A20F-A7B1569ED14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F7E6C795-0AAD-4389-97D8-267EE3E20BA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029004A-EC45-48C9-B5BC-D8D06F50FE8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A5B55CF4-9DB9-4459-9976-26F13465C47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49460796-0483-44D5-9404-F84034AAB874}"/>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8CE6E857-F517-4464-AB17-C188E8A9A170}"/>
              </a:ext>
            </a:extLst>
          </p:cNvPr>
          <p:cNvPicPr>
            <a:picLocks noChangeAspect="1"/>
          </p:cNvPicPr>
          <p:nvPr/>
        </p:nvPicPr>
        <p:blipFill>
          <a:blip ns3:embed="Rc531be134f204612"/>
          <a:stretch/>
        </p:blipFill>
        <p:spPr>
          <a:xfrm>
            <a:off x="11283641" y="4095750"/>
            <a:ext cx="5340968" cy="5286375"/>
          </a:xfrm>
          <a:prstGeom prst="rect">
            <a:avLst/>
          </a:prstGeom>
        </p:spPr>
      </p:pic>
      <p:pic>
        <p:nvPicPr>
          <p:cNvPr id="8" name="">
            <a:extLst>
              <a:ext uri="{FF2B5EF4-FFF2-40B4-BE49-F238E27FC236}">
                <ns2:creationId id="{62BDDF27-A2A6-4306-8F1B-B0A7D325386F}"/>
              </a:ext>
            </a:extLst>
          </p:cNvPr>
          <p:cNvPicPr>
            <a:picLocks noChangeAspect="1"/>
          </p:cNvPicPr>
          <p:nvPr/>
        </p:nvPicPr>
        <p:blipFill>
          <a:blip ns3:embed="Rc7a2ded74b8b415e"/>
          <a:stretch/>
        </p:blipFill>
        <p:spPr>
          <a:xfrm>
            <a:off x="2778125" y="5619750"/>
            <a:ext cx="5207000" cy="1190625"/>
          </a:xfrm>
          <a:prstGeom prst="rect">
            <a:avLst/>
          </a:prstGeom>
        </p:spPr>
      </p:pic>
      <p:sp>
        <p:nvSpPr>
          <p:cNvPr id="9" name="symbols">
            <a:extLst>
              <a:ext uri="{FF2B5EF4-FFF2-40B4-BE49-F238E27FC236}">
                <ns2:creationId id="{37B6499A-3EC6-49AA-A0FB-B93415AD091E}"/>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421521413"/>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4E7213B4-37F6-4C46-9CA9-D57338ACF834}"/>
              </a:ext>
            </a:extLst>
          </p:cNvPr>
          <p:cNvPicPr>
            <a:picLocks noChangeAspect="1"/>
          </p:cNvPicPr>
          <p:nvPr/>
        </p:nvPicPr>
        <p:blipFill>
          <a:blip ns3:embed="R8e24e333956f49da"/>
          <a:stretch/>
        </p:blipFill>
        <p:spPr>
          <a:xfrm>
            <a:off x="16941800" y="382588"/>
            <a:ext cx="1028700" cy="733425"/>
          </a:xfrm>
          <a:prstGeom prst="rect">
            <a:avLst/>
          </a:prstGeom>
        </p:spPr>
      </p:pic>
      <p:sp>
        <p:nvSpPr>
          <p:cNvPr id="2" name="part_heading">
            <a:extLst>
              <a:ext uri="{FF2B5EF4-FFF2-40B4-BE49-F238E27FC236}">
                <ns2:creationId id="{9EFAF51F-BCA6-4AF4-B8E1-45C53A8C6C0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848453F6-3557-49CE-A95C-9851845BC31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98BEBCC-27FC-427D-80A2-2BC4FD56CA4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3FD67E1-AEA6-4F2D-BC4B-B9D62C707B2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096F2D34-EB06-4E6F-91AF-8B47A973DA8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3DB1A799-0D86-4440-BE5F-3723D1C1341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E7EF444-F73C-4999-A89D-6DD44659D9B9}"/>
              </a:ext>
            </a:extLst>
          </p:cNvPr>
          <p:cNvPicPr>
            <a:picLocks noChangeAspect="1"/>
          </p:cNvPicPr>
          <p:nvPr/>
        </p:nvPicPr>
        <p:blipFill>
          <a:blip ns3:embed="R162c07718f8542bd"/>
          <a:stretch/>
        </p:blipFill>
        <p:spPr>
          <a:xfrm>
            <a:off x="3587303" y="4667250"/>
            <a:ext cx="11113394" cy="723900"/>
          </a:xfrm>
          <a:prstGeom prst="rect">
            <a:avLst/>
          </a:prstGeom>
        </p:spPr>
      </p:pic>
      <p:sp>
        <p:nvSpPr>
          <p:cNvPr id="9" name="q1">
            <a:extLst>
              <a:ext uri="{FF2B5EF4-FFF2-40B4-BE49-F238E27FC236}">
                <ns2:creationId id="{6692B570-68CF-4A9E-876F-B52A4B9BB191}"/>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58909412-A174-4B7F-A91E-AEDC48361703}"/>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6DCD2A0E-EF33-4FE2-97CA-E1A6CD1425A1}"/>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198DA65B-3C3C-49E4-9C33-FC740291812F}"/>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5130796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6434E63-25B9-4418-8050-A479BDE19174}"/>
              </a:ext>
            </a:extLst>
          </p:cNvPr>
          <p:cNvPicPr>
            <a:picLocks noChangeAspect="1"/>
          </p:cNvPicPr>
          <p:nvPr/>
        </p:nvPicPr>
        <p:blipFill>
          <a:blip ns3:embed="R52f72cf0a84a487d"/>
          <a:stretch/>
        </p:blipFill>
        <p:spPr>
          <a:xfrm>
            <a:off x="4859" y="0"/>
            <a:ext cx="18278283" cy="10287000"/>
          </a:xfrm>
          <a:prstGeom prst="rect">
            <a:avLst/>
          </a:prstGeom>
        </p:spPr>
      </p:pic>
      <p:sp>
        <p:nvSpPr>
          <p:cNvPr id="2" name="reference_green_fade">
            <a:extLst>
              <a:ext uri="{FF2B5EF4-FFF2-40B4-BE49-F238E27FC236}">
                <ns2:creationId id="{AAF88472-2976-4858-81E6-E4B65C9DCF6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BD3CF64-A2F5-4DFA-B2B7-0C6C5F368622}"/>
              </a:ext>
            </a:extLst>
          </p:cNvPr>
          <p:cNvPicPr>
            <a:picLocks noChangeAspect="1"/>
          </p:cNvPicPr>
          <p:nvPr/>
        </p:nvPicPr>
        <p:blipFill>
          <a:blip ns3:embed="R141d3068f3e248a4"/>
          <a:stretch/>
        </p:blipFill>
        <p:spPr>
          <a:xfrm>
            <a:off x="16916400" y="332392"/>
            <a:ext cx="1079500" cy="668717"/>
          </a:xfrm>
          <a:prstGeom prst="rect">
            <a:avLst/>
          </a:prstGeom>
        </p:spPr>
      </p:pic>
      <p:sp>
        <p:nvSpPr>
          <p:cNvPr id="4" name="copyright">
            <a:extLst>
              <a:ext uri="{FF2B5EF4-FFF2-40B4-BE49-F238E27FC236}">
                <ns2:creationId id="{E0916A1A-78E9-4101-80C8-409C84E3E5A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FBFE3E7E-9A52-442D-8491-F89006E09388}"/>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6D6806DA-FF2E-4ED8-9DA9-9FA7505E41D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5CE9AB81-0969-4030-854C-4D06F0D2D9F8}"/>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624017123"/>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DF1DA922-364B-45FF-B9C6-FCA4D970CB16}"/>
              </a:ext>
            </a:extLst>
          </p:cNvPr>
          <p:cNvPicPr>
            <a:picLocks noChangeAspect="1"/>
          </p:cNvPicPr>
          <p:nvPr/>
        </p:nvPicPr>
        <p:blipFill>
          <a:blip ns3:embed="R54cfedb18f654969"/>
          <a:stretch/>
        </p:blipFill>
        <p:spPr>
          <a:xfrm>
            <a:off x="16941800" y="382588"/>
            <a:ext cx="1028700" cy="733425"/>
          </a:xfrm>
          <a:prstGeom prst="rect">
            <a:avLst/>
          </a:prstGeom>
        </p:spPr>
      </p:pic>
      <p:sp>
        <p:nvSpPr>
          <p:cNvPr id="2" name="part_heading">
            <a:extLst>
              <a:ext uri="{FF2B5EF4-FFF2-40B4-BE49-F238E27FC236}">
                <ns2:creationId id="{9AB71B0A-3FCA-450A-B310-3FA2D3657A6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C3BA9BD3-5C67-46BB-9A19-B001C065AD7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B6A0E160-21F4-4E00-805D-8A75F0264B9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BB1BFED7-43EB-4A1C-B546-2F3EABA7774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710F3472-7876-4198-8EA3-F0EEE1E1249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2319818F-0562-4EBD-B55B-026381BED75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9D6971F0-907A-47CE-98F1-F565BF6D0BF7}"/>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715A6894-C46A-486D-B95F-88B71CFB33F7}"/>
              </a:ext>
            </a:extLst>
          </p:cNvPr>
          <p:cNvPicPr>
            <a:picLocks noChangeAspect="1"/>
          </p:cNvPicPr>
          <p:nvPr/>
        </p:nvPicPr>
        <p:blipFill>
          <a:blip ns3:embed="R20d70002a94a4cb4"/>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83D936A9-F05C-4818-9690-BE9A49A2B506}"/>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8E7796DF-B80B-47ED-A462-0ADB2EB86373}"/>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98A80705-5C2D-434A-A4DC-6048A262BDCE}"/>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B31AEBD3-F4CE-4B28-BEE3-421A8E44918D}"/>
              </a:ext>
            </a:extLst>
          </p:cNvPr>
          <p:cNvPicPr>
            <a:picLocks noChangeAspect="1"/>
          </p:cNvPicPr>
          <p:nvPr/>
        </p:nvPicPr>
        <p:blipFill>
          <a:blip ns3:embed="Rb77776bd826745df"/>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84AE3596-57EE-4EB6-901A-49D8664BF5BF}"/>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A2FEFC27-5963-4940-B952-AF5AB55995E5}"/>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61717723"/>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9F3107F1-4D6B-4B8C-80EE-A5A8472513BE}"/>
              </a:ext>
            </a:extLst>
          </p:cNvPr>
          <p:cNvPicPr>
            <a:picLocks noChangeAspect="1"/>
          </p:cNvPicPr>
          <p:nvPr/>
        </p:nvPicPr>
        <p:blipFill>
          <a:blip ns3:embed="R187317a24948434f"/>
          <a:stretch/>
        </p:blipFill>
        <p:spPr>
          <a:xfrm>
            <a:off x="16941800" y="382588"/>
            <a:ext cx="1028700" cy="733425"/>
          </a:xfrm>
          <a:prstGeom prst="rect">
            <a:avLst/>
          </a:prstGeom>
        </p:spPr>
      </p:pic>
      <p:sp>
        <p:nvSpPr>
          <p:cNvPr id="2" name="part_heading">
            <a:extLst>
              <a:ext uri="{FF2B5EF4-FFF2-40B4-BE49-F238E27FC236}">
                <ns2:creationId id="{8F75EFD7-BEC8-4235-AD8B-E0A22140E20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54F397C-F05A-4BDD-886C-7BAF73C43F3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C4A76A7-7048-4C79-B12C-01B78C98AD9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BEC7006-3FAD-4ABB-8EBD-14576F129D4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E390854C-AAEE-4F78-AC26-608E734F476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0D960816-ED23-4AA5-BA6C-C99EC217991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9D53321-02DB-4A2F-931A-80D08B0BEB0F}"/>
              </a:ext>
            </a:extLst>
          </p:cNvPr>
          <p:cNvPicPr>
            <a:picLocks noChangeAspect="1"/>
          </p:cNvPicPr>
          <p:nvPr/>
        </p:nvPicPr>
        <p:blipFill>
          <a:blip ns3:embed="R9a777e1931ce458b"/>
          <a:stretch/>
        </p:blipFill>
        <p:spPr>
          <a:xfrm>
            <a:off x="1961408" y="4667250"/>
            <a:ext cx="14365184" cy="723900"/>
          </a:xfrm>
          <a:prstGeom prst="rect">
            <a:avLst/>
          </a:prstGeom>
        </p:spPr>
      </p:pic>
      <p:pic>
        <p:nvPicPr>
          <p:cNvPr id="9" name="">
            <a:extLst>
              <a:ext uri="{FF2B5EF4-FFF2-40B4-BE49-F238E27FC236}">
                <ns2:creationId id="{82DA370B-8D07-48D0-AF50-A53D7FDF39BC}"/>
              </a:ext>
            </a:extLst>
          </p:cNvPr>
          <p:cNvPicPr>
            <a:picLocks noChangeAspect="1"/>
          </p:cNvPicPr>
          <p:nvPr/>
        </p:nvPicPr>
        <p:blipFill>
          <a:blip ns3:embed="R1e8634ac99c84e51"/>
          <a:stretch/>
        </p:blipFill>
        <p:spPr>
          <a:xfrm>
            <a:off x="1869688" y="5619750"/>
            <a:ext cx="14548624" cy="723900"/>
          </a:xfrm>
          <a:prstGeom prst="rect">
            <a:avLst/>
          </a:prstGeom>
        </p:spPr>
      </p:pic>
      <p:sp>
        <p:nvSpPr>
          <p:cNvPr id="10" name="strip-1">
            <a:extLst>
              <a:ext uri="{FF2B5EF4-FFF2-40B4-BE49-F238E27FC236}">
                <ns2:creationId id="{BB46BD46-1071-498B-9E54-3C28CF53581B}"/>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DF44A2B2-0FBE-4913-86E4-133ED996DC26}"/>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EDA4962D-2496-46D4-B246-06161935D82E}"/>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F8E48389-1F46-4AC4-90D5-33DE4D17D0D2}"/>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F482B549-87CF-4B03-BDE3-3C488DCC0EC1}"/>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F8AF030A-D421-4C0E-83E8-451156AE8E1A}"/>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6C519996-3D5F-486A-905A-6A83CE55541D}"/>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FAC45B22-E761-4AD2-9F54-4F0C86902BCD}"/>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DB19A103-74FB-4D2A-B047-795C6134FB69}"/>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B5F27B45-7B45-410D-B183-155E4F0ACD21}"/>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26214653"/>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49A1745-ECF9-4EF3-A0F9-5B6C85438BEB}"/>
              </a:ext>
            </a:extLst>
          </p:cNvPr>
          <p:cNvPicPr>
            <a:picLocks noChangeAspect="1"/>
          </p:cNvPicPr>
          <p:nvPr/>
        </p:nvPicPr>
        <p:blipFill>
          <a:blip ns3:embed="Ra17f358e36244bc6"/>
          <a:stretch/>
        </p:blipFill>
        <p:spPr>
          <a:xfrm>
            <a:off x="16941800" y="382588"/>
            <a:ext cx="1028700" cy="733425"/>
          </a:xfrm>
          <a:prstGeom prst="rect">
            <a:avLst/>
          </a:prstGeom>
        </p:spPr>
      </p:pic>
      <p:sp>
        <p:nvSpPr>
          <p:cNvPr id="2" name="part_heading">
            <a:extLst>
              <a:ext uri="{FF2B5EF4-FFF2-40B4-BE49-F238E27FC236}">
                <ns2:creationId id="{1C6A3EA1-8928-49A3-B232-3B904AC75C0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D468C70-56EE-422C-AD80-7365C3944F8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08347BB-F2C8-4E2E-9618-13A219B5595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988F89D-C364-49E1-A2CC-8A18DA08204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35785E05-F716-4E9D-89E1-B1FE75C400A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F56E4D39-64A5-49C7-A00B-A4EA821D612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0017599B-2784-44AE-9653-7E1D92BDBECD}"/>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7076A3F1-C337-4747-905C-A9624965E44C}"/>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3CB1EF5A-F7EE-442A-97F9-010FBC99B006}"/>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FA752F01-A31C-4DC9-A0C3-2FFD72B7FBF3}"/>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BB353EEE-93F5-490F-803E-BE9FC41A3F17}"/>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9AF4AFD3-C086-416A-98D0-1A40260EF871}"/>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7D3D8759-22BD-4FB6-A088-7189C83D3C96}"/>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7A024F35-6913-4D84-906A-3E3AB9543BEC}"/>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DA8890C4-115F-4FFE-9D6F-5856D7C917A3}"/>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2BC28FFF-B682-4B36-A0B4-2E42C324B9BC}"/>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419FFA0F-26AA-42F7-A664-961C4963E51A}"/>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D9569540-C993-4A27-958C-CB348E77A1EF}"/>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937693358"/>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3346CECA-4978-468E-9B05-DE103789F2DF}"/>
              </a:ext>
            </a:extLst>
          </p:cNvPr>
          <p:cNvPicPr>
            <a:picLocks noChangeAspect="1"/>
          </p:cNvPicPr>
          <p:nvPr/>
        </p:nvPicPr>
        <p:blipFill>
          <a:blip ns3:embed="R8fc3c5479ca8478d"/>
          <a:stretch/>
        </p:blipFill>
        <p:spPr>
          <a:xfrm>
            <a:off x="16941800" y="382588"/>
            <a:ext cx="1028700" cy="733425"/>
          </a:xfrm>
          <a:prstGeom prst="rect">
            <a:avLst/>
          </a:prstGeom>
        </p:spPr>
      </p:pic>
      <p:sp>
        <p:nvSpPr>
          <p:cNvPr id="2" name="part_heading">
            <a:extLst>
              <a:ext uri="{FF2B5EF4-FFF2-40B4-BE49-F238E27FC236}">
                <ns2:creationId id="{AF3ABF39-4003-4BD8-9F60-595019C49AE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8A59645A-12A3-4216-A731-02FEED1E8D1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1647F53-1E32-433E-B2C9-278AC091364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4B6F524-C8A6-4EDD-B825-16844766539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9EAFDC9A-5E11-41E7-B99A-F767CD9EA25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677CF084-CAD2-40B8-A4EC-4A0BF22BC95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1EEC5770-81E1-46A9-8EC9-45A110E9D687}"/>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815B214A-659D-4EF0-B647-3C8E7962D698}"/>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5F56BD3C-43AA-4C8F-A7B4-1995721D25A3}"/>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2AE607F3-047B-40A9-B5EB-D911902395F9}"/>
              </a:ext>
            </a:extLst>
          </p:cNvPr>
          <p:cNvPicPr>
            <a:picLocks noChangeAspect="1"/>
          </p:cNvPicPr>
          <p:nvPr/>
        </p:nvPicPr>
        <p:blipFill>
          <a:blip ns3:embed="R5f3fd362dc3143c8"/>
          <a:stretch/>
        </p:blipFill>
        <p:spPr>
          <a:xfrm>
            <a:off x="4476750" y="5018554"/>
            <a:ext cx="12001500" cy="554691"/>
          </a:xfrm>
          <a:prstGeom prst="rect">
            <a:avLst/>
          </a:prstGeom>
        </p:spPr>
      </p:pic>
      <p:sp>
        <p:nvSpPr>
          <p:cNvPr id="12" name="eq-ethanol-calculation">
            <a:extLst>
              <a:ext uri="{FF2B5EF4-FFF2-40B4-BE49-F238E27FC236}">
                <ns2:creationId id="{2531324E-75BB-4923-A616-02E71CC2B3EE}"/>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34AFB656-7112-4ABB-8173-60A535306F2E}"/>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A178A287-E4B3-4D7F-8AE2-CC19F57A1CE1}"/>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731625FF-1AEC-4C52-AAEE-B24CDA4E31BB}"/>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7524299C-02A6-4680-9004-C9C33E2AFCBB}"/>
              </a:ext>
            </a:extLst>
          </p:cNvPr>
          <p:cNvPicPr>
            <a:picLocks noChangeAspect="1"/>
          </p:cNvPicPr>
          <p:nvPr/>
        </p:nvPicPr>
        <p:blipFill>
          <a:blip ns3:embed="Re12aeca03e9a49b3"/>
          <a:stretch/>
        </p:blipFill>
        <p:spPr>
          <a:xfrm>
            <a:off x="4476750" y="7472773"/>
            <a:ext cx="12001500" cy="599254"/>
          </a:xfrm>
          <a:prstGeom prst="rect">
            <a:avLst/>
          </a:prstGeom>
        </p:spPr>
      </p:pic>
      <p:sp>
        <p:nvSpPr>
          <p:cNvPr id="17" name="eq-water-liquid-calculation">
            <a:extLst>
              <a:ext uri="{FF2B5EF4-FFF2-40B4-BE49-F238E27FC236}">
                <ns2:creationId id="{C433196D-B06C-4B88-8A7F-2284D073837C}"/>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479396572"/>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DD3E3E4D-0CBA-424D-A714-79FCE2052583}"/>
              </a:ext>
            </a:extLst>
          </p:cNvPr>
          <p:cNvPicPr>
            <a:picLocks noChangeAspect="1"/>
          </p:cNvPicPr>
          <p:nvPr/>
        </p:nvPicPr>
        <p:blipFill>
          <a:blip ns3:embed="Rda4b9000c2ce4378"/>
          <a:stretch/>
        </p:blipFill>
        <p:spPr>
          <a:xfrm>
            <a:off x="16941800" y="382588"/>
            <a:ext cx="1028700" cy="733425"/>
          </a:xfrm>
          <a:prstGeom prst="rect">
            <a:avLst/>
          </a:prstGeom>
        </p:spPr>
      </p:pic>
      <p:sp>
        <p:nvSpPr>
          <p:cNvPr id="2" name="part_heading">
            <a:extLst>
              <a:ext uri="{FF2B5EF4-FFF2-40B4-BE49-F238E27FC236}">
                <ns2:creationId id="{F21E581F-AE4F-4FC6-AE26-208B371F54B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6BB345BD-E5E1-4C9D-9D41-BC48470EF72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3A59FD5-81EA-447E-9DF8-24F1AF0DDB5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E3ADDFCF-63E2-47A4-8C8B-616071A776F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327B43FE-3862-4253-855A-F2213C1A992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B28CA72A-61DC-42C4-90D7-B97986E0177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E91ED04-9356-4B8A-8CA1-1861686DEC4C}"/>
              </a:ext>
            </a:extLst>
          </p:cNvPr>
          <p:cNvPicPr>
            <a:picLocks noChangeAspect="1"/>
          </p:cNvPicPr>
          <p:nvPr/>
        </p:nvPicPr>
        <p:blipFill>
          <a:blip ns3:embed="R4c4eb1d7f310418a"/>
          <a:stretch/>
        </p:blipFill>
        <p:spPr>
          <a:xfrm>
            <a:off x="2190750" y="4766442"/>
            <a:ext cx="13906500" cy="3706865"/>
          </a:xfrm>
          <a:prstGeom prst="rect">
            <a:avLst/>
          </a:prstGeom>
        </p:spPr>
      </p:pic>
      <p:sp>
        <p:nvSpPr>
          <p:cNvPr id="9" name="takeaway-box">
            <a:extLst>
              <a:ext uri="{FF2B5EF4-FFF2-40B4-BE49-F238E27FC236}">
                <ns2:creationId id="{746A9AA7-04A4-4DE1-86D1-A9CEF707ADC2}"/>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2ED86BA2-238D-4252-911A-27BEF3FE4A1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402239096"/>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1D7BE1CD-0C57-4B89-8029-CD84B679D4E1}"/>
              </a:ext>
            </a:extLst>
          </p:cNvPr>
          <p:cNvPicPr>
            <a:picLocks noChangeAspect="1"/>
          </p:cNvPicPr>
          <p:nvPr/>
        </p:nvPicPr>
        <p:blipFill>
          <a:blip ns3:embed="R03879765d7184647"/>
          <a:stretch/>
        </p:blipFill>
        <p:spPr>
          <a:xfrm>
            <a:off x="16941800" y="382588"/>
            <a:ext cx="1028700" cy="733425"/>
          </a:xfrm>
          <a:prstGeom prst="rect">
            <a:avLst/>
          </a:prstGeom>
        </p:spPr>
      </p:pic>
      <p:sp>
        <p:nvSpPr>
          <p:cNvPr id="2" name="part_heading">
            <a:extLst>
              <a:ext uri="{FF2B5EF4-FFF2-40B4-BE49-F238E27FC236}">
                <ns2:creationId id="{183F2EC0-7C74-4325-B3D4-B31FAA734A8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085534A7-2C63-420F-9B3F-87F208A5744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FF0817F-8722-4E43-B806-876031499C5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A17FE071-0C49-4270-A4BC-06DCA2667E4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C455F951-7AC1-413C-9A04-54785BFB18DF}"/>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1C8D0EF8-7BDB-49C6-90AF-4907CA78B1E5}"/>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36600174-633D-4C5E-A50C-C83A2E11088E}"/>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4DBE0D4D-C871-4C36-AB4E-FE4CE5DD3510}"/>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ED3886DA-C062-49DB-9095-4D33FDCF2439}"/>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50EDF1DC-3CFD-40B4-AB91-8E1D733A957C}"/>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BDAC922E-05E7-4498-8315-F88760D04F64}"/>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075124E8-2E9A-4735-BD44-9534CD0A6CF3}"/>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DB6DC428-DAA1-4B81-8E08-53747981B8BC}"/>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3E502B97-9C70-403D-AE47-EC8189F35708}"/>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C231FAF2-A96B-4AE0-BD4C-F01F5B6726D2}"/>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7B295570-265A-4989-A24F-F0A28B215431}"/>
              </a:ext>
            </a:extLst>
          </p:cNvPr>
          <p:cNvPicPr>
            <a:picLocks noChangeAspect="1"/>
          </p:cNvPicPr>
          <p:nvPr/>
        </p:nvPicPr>
        <p:blipFill>
          <a:blip ns3:embed="R26b6272777b248d7"/>
          <a:stretch/>
        </p:blipFill>
        <p:spPr>
          <a:xfrm>
            <a:off x="12858750" y="6200795"/>
            <a:ext cx="3905250" cy="2933661"/>
          </a:xfrm>
          <a:prstGeom prst="rect">
            <a:avLst/>
          </a:prstGeom>
        </p:spPr>
      </p:pic>
    </p:spTree>
    <p:extLst>
      <p:ext uri="{BB962C8B-B14F-4D97-AF65-F5344CB8AC3E}">
        <ns4:creationId val="915269874"/>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F889D0DE-C5BD-40BA-B258-BBB716E3A936}"/>
              </a:ext>
            </a:extLst>
          </p:cNvPr>
          <p:cNvPicPr>
            <a:picLocks noChangeAspect="1"/>
          </p:cNvPicPr>
          <p:nvPr/>
        </p:nvPicPr>
        <p:blipFill>
          <a:blip ns3:embed="R318b41ea6ce14d81"/>
          <a:stretch/>
        </p:blipFill>
        <p:spPr>
          <a:xfrm>
            <a:off x="16941800" y="382588"/>
            <a:ext cx="1028700" cy="733425"/>
          </a:xfrm>
          <a:prstGeom prst="rect">
            <a:avLst/>
          </a:prstGeom>
        </p:spPr>
      </p:pic>
      <p:sp>
        <p:nvSpPr>
          <p:cNvPr id="2" name="part_heading">
            <a:extLst>
              <a:ext uri="{FF2B5EF4-FFF2-40B4-BE49-F238E27FC236}">
                <ns2:creationId id="{6FAEC851-8B86-491C-8F71-39331D864E9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D5129EC1-7601-4289-91D7-186F3ED94FC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41BDA60-D588-4814-8264-7B3028DD1A1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5DE4733-C00A-46DD-8764-BAC2DD3354F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C6397455-7C6A-4DA8-A186-6163D12212E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E139335B-C318-4412-91D9-B7D136CB1EC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1CD771BA-78D5-412B-880D-600D44C19623}"/>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BF8CC99F-84C1-4966-AA08-C54600273A63}"/>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22178823-60CD-4F89-90ED-C626EFE9F393}"/>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C90D218B-9457-4DD3-ADB0-6D1086A3BF3D}"/>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D04F0E4A-7ACB-48D7-9755-6D5634BD5EB5}"/>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8B77F70B-A135-4B44-AB64-E09CCADBB618}"/>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5E629F26-8802-4613-A6F9-7E284EB8F942}"/>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B789965F-0672-4E69-B0D1-7850338CDE63}"/>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1F5E9512-C1F3-4920-89C8-77EE9C6CA0F8}"/>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27828801-D817-4678-81BB-3DF1FC986C8D}"/>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4CFEEC16-F18E-4E73-A3ED-A1A9E614547D}"/>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68BA2A80-32C0-4FC0-AE1C-9F0B16253D15}"/>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25F9E057-B308-426E-A3F9-5788411ED7AC}"/>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F53FEDCA-0E32-4037-8DB8-62CE8900D208}"/>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55339405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ED87A3DF-50C4-46B0-B227-0708F36870D9}"/>
              </a:ext>
            </a:extLst>
          </p:cNvPr>
          <p:cNvPicPr>
            <a:picLocks noChangeAspect="1"/>
          </p:cNvPicPr>
          <p:nvPr/>
        </p:nvPicPr>
        <p:blipFill>
          <a:blip ns3:embed="R0b8f555f3f8540b1"/>
          <a:stretch/>
        </p:blipFill>
        <p:spPr>
          <a:xfrm>
            <a:off x="4859" y="0"/>
            <a:ext cx="18278283" cy="10287000"/>
          </a:xfrm>
          <a:prstGeom prst="rect">
            <a:avLst/>
          </a:prstGeom>
        </p:spPr>
      </p:pic>
      <p:sp>
        <p:nvSpPr>
          <p:cNvPr id="2" name="reference_green_fade">
            <a:extLst>
              <a:ext uri="{FF2B5EF4-FFF2-40B4-BE49-F238E27FC236}">
                <ns2:creationId id="{9A66A666-5139-41C8-9010-F5329DCF7D6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313F1333-21D4-43B3-B81F-39D5585120D8}"/>
              </a:ext>
            </a:extLst>
          </p:cNvPr>
          <p:cNvPicPr>
            <a:picLocks noChangeAspect="1"/>
          </p:cNvPicPr>
          <p:nvPr/>
        </p:nvPicPr>
        <p:blipFill>
          <a:blip ns3:embed="R413936b38ccf44fd"/>
          <a:stretch/>
        </p:blipFill>
        <p:spPr>
          <a:xfrm>
            <a:off x="16916400" y="332392"/>
            <a:ext cx="1079500" cy="668717"/>
          </a:xfrm>
          <a:prstGeom prst="rect">
            <a:avLst/>
          </a:prstGeom>
        </p:spPr>
      </p:pic>
      <p:sp>
        <p:nvSpPr>
          <p:cNvPr id="4" name="copyright">
            <a:extLst>
              <a:ext uri="{FF2B5EF4-FFF2-40B4-BE49-F238E27FC236}">
                <ns2:creationId id="{A3E34F8F-7931-4806-9469-138C59136A7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45B6759D-6274-45E6-8283-E906FBCE1B10}"/>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314787ED-FCFF-411D-9823-B6D1C441E97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ED7C4CEC-20ED-4B49-9CE8-1CACFDB65CE8}"/>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772094974"/>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9B68397-0348-4D72-B304-46A19BE11DDA}"/>
              </a:ext>
            </a:extLst>
          </p:cNvPr>
          <p:cNvPicPr>
            <a:picLocks noChangeAspect="1"/>
          </p:cNvPicPr>
          <p:nvPr/>
        </p:nvPicPr>
        <p:blipFill>
          <a:blip ns3:embed="Racb1a017805448c1"/>
          <a:stretch/>
        </p:blipFill>
        <p:spPr>
          <a:xfrm>
            <a:off x="16941800" y="382588"/>
            <a:ext cx="1028700" cy="733425"/>
          </a:xfrm>
          <a:prstGeom prst="rect">
            <a:avLst/>
          </a:prstGeom>
        </p:spPr>
      </p:pic>
      <p:sp>
        <p:nvSpPr>
          <p:cNvPr id="2" name="part_heading">
            <a:extLst>
              <a:ext uri="{FF2B5EF4-FFF2-40B4-BE49-F238E27FC236}">
                <ns2:creationId id="{2FFFDDF7-156C-4B36-B5FC-94F27D9252D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D999EE0-4CD9-4FB9-B75F-CCE7C467935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418E597-4E97-4111-A664-61E32094075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89C0BB8E-D00E-421B-A8EF-39DB708DED3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52020C24-0ED7-4438-925C-6C4D86B628C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8D13AF44-60B7-4BF7-B4ED-A128AACB2E8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20F10BB-CD61-4669-AA35-912E1A72EAB7}"/>
              </a:ext>
            </a:extLst>
          </p:cNvPr>
          <p:cNvPicPr>
            <a:picLocks noChangeAspect="1"/>
          </p:cNvPicPr>
          <p:nvPr/>
        </p:nvPicPr>
        <p:blipFill>
          <a:blip ns3:embed="Rd9e9b94f7b6c43c5"/>
          <a:stretch/>
        </p:blipFill>
        <p:spPr>
          <a:xfrm>
            <a:off x="2807847" y="4667250"/>
            <a:ext cx="5147556" cy="3857625"/>
          </a:xfrm>
          <a:prstGeom prst="rect">
            <a:avLst/>
          </a:prstGeom>
        </p:spPr>
      </p:pic>
      <p:sp>
        <p:nvSpPr>
          <p:cNvPr id="9" name="bond-explanation-panel">
            <a:extLst>
              <a:ext uri="{FF2B5EF4-FFF2-40B4-BE49-F238E27FC236}">
                <ns2:creationId id="{0835EF81-F21F-4AE5-87BB-A8005BC4C15B}"/>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9092BDA-70F9-4BF3-8D75-0494FF0E29B7}"/>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AF447A1C-9503-45DE-BC86-F31DC8BC6A46}"/>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CFB86FE4-20E8-4AFB-8138-288C7E249617}"/>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B074B401-5298-4B13-9F4E-2226B46F3212}"/>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34592DDA-7CE3-4CD8-B109-1A6B4C752D96}"/>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24A05CA2-5C62-4762-A266-118B04C20329}"/>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FC6C5A1F-FD23-44E7-A637-F047AC199236}"/>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2EBD9BAC-567C-4B1C-B679-0195FECB91CC}"/>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847921230"/>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EE8DDECD-5833-4BC1-B775-B6993C869B7A}"/>
              </a:ext>
            </a:extLst>
          </p:cNvPr>
          <p:cNvPicPr>
            <a:picLocks noChangeAspect="1"/>
          </p:cNvPicPr>
          <p:nvPr/>
        </p:nvPicPr>
        <p:blipFill>
          <a:blip ns3:embed="R935746e1624044c6"/>
          <a:stretch/>
        </p:blipFill>
        <p:spPr>
          <a:xfrm>
            <a:off x="16941800" y="382588"/>
            <a:ext cx="1028700" cy="733425"/>
          </a:xfrm>
          <a:prstGeom prst="rect">
            <a:avLst/>
          </a:prstGeom>
        </p:spPr>
      </p:pic>
      <p:sp>
        <p:nvSpPr>
          <p:cNvPr id="2" name="part_heading">
            <a:extLst>
              <a:ext uri="{FF2B5EF4-FFF2-40B4-BE49-F238E27FC236}">
                <ns2:creationId id="{6EEA5622-E579-43FC-ADB6-510F683C664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337336F-2916-41B1-9E33-57AC9180CF9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0D47EC8-AE15-47C8-AEC6-B8FC9FC689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A0082493-1354-4EF5-9623-A92A01C32E8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63F09A62-1018-4F97-B64C-C127EAB90B1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4B1C4261-1EBB-4A1A-8721-85EF18C9481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633158F-114B-4156-8C8D-E73C06F98416}"/>
              </a:ext>
            </a:extLst>
          </p:cNvPr>
          <p:cNvPicPr>
            <a:picLocks noChangeAspect="1"/>
          </p:cNvPicPr>
          <p:nvPr/>
        </p:nvPicPr>
        <p:blipFill>
          <a:blip ns3:embed="Refb23a109cf0484d"/>
          <a:stretch/>
        </p:blipFill>
        <p:spPr>
          <a:xfrm>
            <a:off x="2804805" y="4667250"/>
            <a:ext cx="5153641" cy="3857625"/>
          </a:xfrm>
          <a:prstGeom prst="rect">
            <a:avLst/>
          </a:prstGeom>
        </p:spPr>
      </p:pic>
      <p:sp>
        <p:nvSpPr>
          <p:cNvPr id="9" name="bond-explanation-panel">
            <a:extLst>
              <a:ext uri="{FF2B5EF4-FFF2-40B4-BE49-F238E27FC236}">
                <ns2:creationId id="{B19D0425-F0A4-4490-9628-5CBC342F14AC}"/>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1483B3EE-BE0E-4768-861D-4043A9F34A6B}"/>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23BE98AD-AF29-437E-BC98-65AE74EA0023}"/>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E86DC843-F4CC-408C-B682-1194E7C5957F}"/>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DA4523B0-08C6-4981-80A1-A1C94E7F3317}"/>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A198E392-DCC1-43BF-9212-A91A43280166}"/>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F9A08828-036C-45A6-8308-327D4E9AF6CF}"/>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835DA4A1-0C43-4FDA-A59D-0357D5481849}"/>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B697C378-1D92-4E42-BACC-385347472205}"/>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3176975"/>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4188F0B1-F356-4C54-AD57-94CAFD1180BE}"/>
              </a:ext>
            </a:extLst>
          </p:cNvPr>
          <p:cNvPicPr>
            <a:picLocks noChangeAspect="1"/>
          </p:cNvPicPr>
          <p:nvPr/>
        </p:nvPicPr>
        <p:blipFill>
          <a:blip ns3:embed="Rf5bc2c1726844f82"/>
          <a:stretch/>
        </p:blipFill>
        <p:spPr>
          <a:xfrm>
            <a:off x="16941800" y="382588"/>
            <a:ext cx="1028700" cy="733425"/>
          </a:xfrm>
          <a:prstGeom prst="rect">
            <a:avLst/>
          </a:prstGeom>
        </p:spPr>
      </p:pic>
      <p:sp>
        <p:nvSpPr>
          <p:cNvPr id="2" name="part_heading">
            <a:extLst>
              <a:ext uri="{FF2B5EF4-FFF2-40B4-BE49-F238E27FC236}">
                <ns2:creationId id="{286F8C68-7A52-407C-AA08-AC3C47A12BC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F1C7D84E-B068-4632-B011-730A7AD2F10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16A4A86-2F79-448B-9999-610436458F3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A06B2279-B0C0-4E6E-B564-B0D91154BED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D81B90B3-1146-4FC6-B278-A4B85839618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F4B94777-1131-463E-9B6A-88A30EAB971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BE97FF9-7A6A-44D8-BFB0-8D6BCDE65E3D}"/>
              </a:ext>
            </a:extLst>
          </p:cNvPr>
          <p:cNvPicPr>
            <a:picLocks noChangeAspect="1"/>
          </p:cNvPicPr>
          <p:nvPr/>
        </p:nvPicPr>
        <p:blipFill>
          <a:blip ns3:embed="R08af138f422549d4"/>
          <a:stretch/>
        </p:blipFill>
        <p:spPr>
          <a:xfrm>
            <a:off x="1578835" y="4476750"/>
            <a:ext cx="9986830" cy="5334000"/>
          </a:xfrm>
          <a:prstGeom prst="rect">
            <a:avLst/>
          </a:prstGeom>
        </p:spPr>
      </p:pic>
      <p:sp>
        <p:nvSpPr>
          <p:cNvPr id="9" name="reading-card-1">
            <a:extLst>
              <a:ext uri="{FF2B5EF4-FFF2-40B4-BE49-F238E27FC236}">
                <ns2:creationId id="{37A3F15F-CEE4-4A17-B673-35BD277CA9BF}"/>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1954FE75-7D4F-4120-847E-36BC431A1081}"/>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D67851E3-4010-4AD5-92B2-08097B489130}"/>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7F1003A1-7BBC-44D2-B117-0715D46CDFA3}"/>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24E99263-D159-4918-A65F-333E22F79469}"/>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D130A075-4BE5-46D5-B050-10F7332A3E8B}"/>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1A654698-E860-44C2-A604-7F3ABAAF02C9}"/>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FBEAC98D-BE58-45E0-97DE-4CEEC53FCB27}"/>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01B2DD01-0F45-4C8E-B1D1-67E0A7FE71D0}"/>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BF6326F2-A228-4BC1-81E6-70CCBB9156A1}"/>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E2BE7D95-24B9-47FF-936E-D578E9A5CAA8}"/>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6DFF2DF5-5FC8-4E44-8CF9-02D3E67BC2EA}"/>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71583CCC-669A-4976-9466-6DA88F115EBA}"/>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6B99118C-DEBE-4E7C-AC0A-B03EA5523611}"/>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86319F2A-424B-4C60-B00B-1329D9A0998F}"/>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2037610541"/>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6FFCFF35-E1FC-40FC-A63A-1350C0F4CEAB}"/>
              </a:ext>
            </a:extLst>
          </p:cNvPr>
          <p:cNvPicPr>
            <a:picLocks noChangeAspect="1"/>
          </p:cNvPicPr>
          <p:nvPr/>
        </p:nvPicPr>
        <p:blipFill>
          <a:blip ns3:embed="R44945888195e4ca8"/>
          <a:stretch/>
        </p:blipFill>
        <p:spPr>
          <a:xfrm>
            <a:off x="16941800" y="382588"/>
            <a:ext cx="1028700" cy="733425"/>
          </a:xfrm>
          <a:prstGeom prst="rect">
            <a:avLst/>
          </a:prstGeom>
        </p:spPr>
      </p:pic>
      <p:sp>
        <p:nvSpPr>
          <p:cNvPr id="2" name="part_heading">
            <a:extLst>
              <a:ext uri="{FF2B5EF4-FFF2-40B4-BE49-F238E27FC236}">
                <ns2:creationId id="{862194A9-8E48-4525-93B1-962C2D3C836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BEBC154C-CCFD-4A86-B43B-29701517E5A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836A5DA-D253-4A1A-95FD-861A80BE048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48995640-2572-40A3-9445-A96F3764BFC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BB967965-EF04-4AB5-8800-A39292E8F5D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81025063-78C9-4076-A0B2-23E8094C052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153A74A-5708-4C10-B749-77313AF1196D}"/>
              </a:ext>
            </a:extLst>
          </p:cNvPr>
          <p:cNvPicPr>
            <a:picLocks noChangeAspect="1"/>
          </p:cNvPicPr>
          <p:nvPr/>
        </p:nvPicPr>
        <p:blipFill>
          <a:blip ns3:embed="R47e884c5731840cb"/>
          <a:stretch/>
        </p:blipFill>
        <p:spPr>
          <a:xfrm>
            <a:off x="5869781" y="4191000"/>
            <a:ext cx="6548438" cy="714375"/>
          </a:xfrm>
          <a:prstGeom prst="rect">
            <a:avLst/>
          </a:prstGeom>
        </p:spPr>
      </p:pic>
      <p:pic>
        <p:nvPicPr>
          <p:cNvPr id="9" name="">
            <a:extLst>
              <a:ext uri="{FF2B5EF4-FFF2-40B4-BE49-F238E27FC236}">
                <ns2:creationId id="{4EDADB64-9B26-449D-ABCA-7EC84497529A}"/>
              </a:ext>
            </a:extLst>
          </p:cNvPr>
          <p:cNvPicPr>
            <a:picLocks noChangeAspect="1"/>
          </p:cNvPicPr>
          <p:nvPr/>
        </p:nvPicPr>
        <p:blipFill>
          <a:blip ns3:embed="R64df4ffe631d4259"/>
          <a:stretch/>
        </p:blipFill>
        <p:spPr>
          <a:xfrm>
            <a:off x="3437359" y="5143500"/>
            <a:ext cx="11413282" cy="3190875"/>
          </a:xfrm>
          <a:prstGeom prst="rect">
            <a:avLst/>
          </a:prstGeom>
        </p:spPr>
      </p:pic>
      <p:sp>
        <p:nvSpPr>
          <p:cNvPr id="10" name="conclusion-box">
            <a:extLst>
              <a:ext uri="{FF2B5EF4-FFF2-40B4-BE49-F238E27FC236}">
                <ns2:creationId id="{6225D15C-972D-469C-ACA3-CB6AD3F63B2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EEE9A332-158D-4DC1-86C9-D25ECF9FCEAD}"/>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456677628"/>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4DAED649-1A64-417F-A987-84DDC27401C0}"/>
              </a:ext>
            </a:extLst>
          </p:cNvPr>
          <p:cNvPicPr>
            <a:picLocks noChangeAspect="1"/>
          </p:cNvPicPr>
          <p:nvPr/>
        </p:nvPicPr>
        <p:blipFill>
          <a:blip ns3:embed="Rf2f656a5991047b2"/>
          <a:stretch/>
        </p:blipFill>
        <p:spPr>
          <a:xfrm>
            <a:off x="16941800" y="382588"/>
            <a:ext cx="1028700" cy="733425"/>
          </a:xfrm>
          <a:prstGeom prst="rect">
            <a:avLst/>
          </a:prstGeom>
        </p:spPr>
      </p:pic>
      <p:sp>
        <p:nvSpPr>
          <p:cNvPr id="2" name="part_heading">
            <a:extLst>
              <a:ext uri="{FF2B5EF4-FFF2-40B4-BE49-F238E27FC236}">
                <ns2:creationId id="{326192D9-22B7-4607-B22B-09DC95C7752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3C5D9B3-603D-4528-B467-80918E81794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FC10587-2E79-43A6-AAAA-CEB1A23F13B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7BB5AE04-5144-41F6-8B43-39EF2CAAECD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301E5961-E7D3-4F4A-AD34-B9779237BF0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64AD3626-3C04-4F22-A42D-B0B16F56E2F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8758C82F-480A-489F-B79F-5A85253187F1}"/>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80999386-C838-4306-B664-A3C3F998D5DE}"/>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12B3B506-3170-4305-998D-F4E4AAD4B850}"/>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79B018E6-B7E2-4FE1-9C51-0EFDED57C95A}"/>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145AC07B-0FB0-4F0D-A337-1604BE6455F0}"/>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8C5C8E6F-474D-42B8-AAFA-9D12C9E095D4}"/>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C95F3E95-64A7-483C-8125-5ECBC289D00A}"/>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D612C847-6AFE-4062-A0A4-26B7F131DBCC}"/>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934D18DB-BA91-43A6-8FA0-D199461C0C7E}"/>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E6B4D1B1-33AF-4445-843B-9E114C13E91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C7D453C1-CC05-4FBE-BE5B-4AED494A5D7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2035990271"/>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E7D8466A-1C34-4535-BB2C-5F87401A749B}"/>
              </a:ext>
            </a:extLst>
          </p:cNvPr>
          <p:cNvPicPr>
            <a:picLocks noChangeAspect="1"/>
          </p:cNvPicPr>
          <p:nvPr/>
        </p:nvPicPr>
        <p:blipFill>
          <a:blip ns3:embed="Raa3c2c57b8e2493e"/>
          <a:stretch/>
        </p:blipFill>
        <p:spPr>
          <a:xfrm>
            <a:off x="16941800" y="382588"/>
            <a:ext cx="1028700" cy="733425"/>
          </a:xfrm>
          <a:prstGeom prst="rect">
            <a:avLst/>
          </a:prstGeom>
        </p:spPr>
      </p:pic>
      <p:sp>
        <p:nvSpPr>
          <p:cNvPr id="2" name="part_heading">
            <a:extLst>
              <a:ext uri="{FF2B5EF4-FFF2-40B4-BE49-F238E27FC236}">
                <ns2:creationId id="{B6B27418-EBB4-4E1A-BC66-E0189D1E90A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C3DA494-C5CE-4D31-BC52-220AA549636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CCCD170-B2BB-47EA-9463-CCAD648E834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5A452916-AE6E-47A4-BBD2-FCB10228EBE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E7F30531-BE52-458D-A90D-A3786A787AF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4A0D4D9A-62CF-4EDE-BD2E-BB0A0933F04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4A1E678-4DDE-43D5-9929-1B5FE2349A5D}"/>
              </a:ext>
            </a:extLst>
          </p:cNvPr>
          <p:cNvPicPr>
            <a:picLocks noChangeAspect="1"/>
          </p:cNvPicPr>
          <p:nvPr/>
        </p:nvPicPr>
        <p:blipFill>
          <a:blip ns3:embed="Rdef1620bb7cd4d06"/>
          <a:stretch/>
        </p:blipFill>
        <p:spPr>
          <a:xfrm>
            <a:off x="2136321" y="4676775"/>
            <a:ext cx="14015357" cy="714375"/>
          </a:xfrm>
          <a:prstGeom prst="rect">
            <a:avLst/>
          </a:prstGeom>
        </p:spPr>
      </p:pic>
      <p:sp>
        <p:nvSpPr>
          <p:cNvPr id="9" name="step-strip-0">
            <a:extLst>
              <a:ext uri="{FF2B5EF4-FFF2-40B4-BE49-F238E27FC236}">
                <ns2:creationId id="{02E6A6D9-00B8-4BBD-BD00-EF5FBB4EDFD9}"/>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4E0EF5E8-93F5-483D-9AC9-EA298E008BD6}"/>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888616BE-3534-458B-B25A-C12D8108EA59}"/>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A0CA86AC-6F50-41D8-A648-196F2F33E161}"/>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6DA19E20-8194-43EB-8AE7-591A6D40CB24}"/>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2F4071A9-D8D1-4F40-94DA-D638B6DFCCBE}"/>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ACCF55C0-2713-4FDE-A9E0-0FE6BEF0C98E}"/>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85ABCE7D-A090-4719-8F48-4CD1830C603A}"/>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EB22A1A7-A0AC-4B2B-9D3D-22896983E194}"/>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D12A26F3-8E7A-4A74-942E-BB4700E751CF}"/>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4E2DFC3D-10FE-4E21-8A83-BF8B53B8CD44}"/>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880F3966-3F49-4665-B559-E8EFAB9F8128}"/>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3DADFF59-75A1-4967-94D5-F2E70F8B0B0D}"/>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E1FB8DA4-75D4-4E56-BA2E-249C96781A47}"/>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7C3E514A-535B-4308-A144-699F6AAA7A75}"/>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281237008"/>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76D9CBB9-8727-4D62-A01A-A9CD900A4F72}"/>
              </a:ext>
            </a:extLst>
          </p:cNvPr>
          <p:cNvPicPr>
            <a:picLocks noChangeAspect="1"/>
          </p:cNvPicPr>
          <p:nvPr/>
        </p:nvPicPr>
        <p:blipFill>
          <a:blip ns3:embed="R6ec8fbee74d84c20"/>
          <a:stretch/>
        </p:blipFill>
        <p:spPr>
          <a:xfrm>
            <a:off x="16941800" y="382588"/>
            <a:ext cx="1028700" cy="733425"/>
          </a:xfrm>
          <a:prstGeom prst="rect">
            <a:avLst/>
          </a:prstGeom>
        </p:spPr>
      </p:pic>
      <p:sp>
        <p:nvSpPr>
          <p:cNvPr id="2" name="part_heading">
            <a:extLst>
              <a:ext uri="{FF2B5EF4-FFF2-40B4-BE49-F238E27FC236}">
                <ns2:creationId id="{FE784EA2-6AD7-464D-A424-4F892D77189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2157D06-8B0A-4035-AC79-C5719484EAF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A3EC549-D1CB-4FAE-BFF8-D5ABA077E69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C6D7E1CA-1933-4AC7-9771-0E57EB967E3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2836E306-9EAD-4F26-955D-7F25B6B103F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B4F26579-BB73-4B9E-8EB0-F1BD099C708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6F53D8F6-999B-4F33-814B-94E5EF517998}"/>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0F277E89-6B9D-4E9B-9CBA-1FE9318B566D}"/>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F8A12542-32E8-4119-9516-19EEB96AF891}"/>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841770E3-EA54-43CC-B820-7F953CBA1E80}"/>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EA91503D-AE9F-4405-81DE-EF773B3A977F}"/>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8E11856A-5A86-4155-9569-6F8FF3DA3D33}"/>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7D9D6F0C-63D1-4649-B45C-CA0C2C3ED53B}"/>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03C56F16-F80C-437E-B1F8-837C174497B4}"/>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084534CF-819A-42C2-9063-803D12D17595}"/>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6FA4C663-F99D-4A5F-9361-78657BC4AF3A}"/>
              </a:ext>
            </a:extLst>
          </p:cNvPr>
          <p:cNvPicPr>
            <a:picLocks noChangeAspect="1"/>
          </p:cNvPicPr>
          <p:nvPr/>
        </p:nvPicPr>
        <p:blipFill>
          <a:blip ns3:embed="Rfac596c679d544a7"/>
          <a:stretch/>
        </p:blipFill>
        <p:spPr>
          <a:xfrm>
            <a:off x="1895084" y="8096250"/>
            <a:ext cx="14497833" cy="723900"/>
          </a:xfrm>
          <a:prstGeom prst="rect">
            <a:avLst/>
          </a:prstGeom>
        </p:spPr>
      </p:pic>
    </p:spTree>
    <p:extLst>
      <p:ext uri="{BB962C8B-B14F-4D97-AF65-F5344CB8AC3E}">
        <ns4:creationId val="378627885"/>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87C937B4-4ED0-4BF7-B853-ED969B7F5D4F}"/>
              </a:ext>
            </a:extLst>
          </p:cNvPr>
          <p:cNvPicPr>
            <a:picLocks noChangeAspect="1"/>
          </p:cNvPicPr>
          <p:nvPr/>
        </p:nvPicPr>
        <p:blipFill>
          <a:blip ns3:embed="R7c7ae13ebe29486a"/>
          <a:stretch/>
        </p:blipFill>
        <p:spPr>
          <a:xfrm>
            <a:off x="16941800" y="382588"/>
            <a:ext cx="1028700" cy="733425"/>
          </a:xfrm>
          <a:prstGeom prst="rect">
            <a:avLst/>
          </a:prstGeom>
        </p:spPr>
      </p:pic>
      <p:sp>
        <p:nvSpPr>
          <p:cNvPr id="2" name="part_heading">
            <a:extLst>
              <a:ext uri="{FF2B5EF4-FFF2-40B4-BE49-F238E27FC236}">
                <ns2:creationId id="{2904717E-CAB9-4DD7-990B-3E9B62B7141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F20D6DD4-4B7D-48EA-A9DF-2A1E66B84B09}"/>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9E2DD8EE-0FE1-4760-A2A9-ADC16A03259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6C3453A9-950A-4A43-8BBD-23B2C2A15A0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D56BD4F2-82EC-4555-A83A-508FCF2A882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CBDF5DD7-1F5B-4353-92D9-5C2BBE367184}"/>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CF001F6A-7295-47C4-A7D1-003329FCF835}"/>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C2596BA7-7A60-4C86-BCE2-7B120C966E2D}"/>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FD4662B7-CADC-4518-8F87-9248F7846DDD}"/>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C05083A8-EE14-45C9-B0D9-BFD96F30A16A}"/>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D502F364-7E81-4F3E-A652-A02B2F02764E}"/>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3B6BA9FD-06BE-440A-9B80-C328BC2FE642}"/>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74B909C4-60A4-421D-8CED-836BCFE3F53E}"/>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72B3BB3B-7A08-4B5E-86AD-3C7801DC55D3}"/>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A0D0C1C5-F5C0-49F1-AFB7-B7EF8C00F7A1}"/>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C20DA9EF-DEB0-4F7F-9154-E8384ECFF1B9}"/>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F727B10F-3DAD-424B-B867-BCA4466A2FD6}"/>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7F3C00E7-ACBD-4329-8639-86B665F1ADE2}"/>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303895035"/>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ED967629-1BD5-4796-9C7B-9B8934DF8607}"/>
              </a:ext>
            </a:extLst>
          </p:cNvPr>
          <p:cNvPicPr>
            <a:picLocks noChangeAspect="1"/>
          </p:cNvPicPr>
          <p:nvPr/>
        </p:nvPicPr>
        <p:blipFill>
          <a:blip ns3:embed="Rd0e5ec561ddc4492"/>
          <a:stretch/>
        </p:blipFill>
        <p:spPr>
          <a:xfrm>
            <a:off x="16941800" y="382588"/>
            <a:ext cx="1028700" cy="733425"/>
          </a:xfrm>
          <a:prstGeom prst="rect">
            <a:avLst/>
          </a:prstGeom>
        </p:spPr>
      </p:pic>
      <p:sp>
        <p:nvSpPr>
          <p:cNvPr id="2" name="part_heading">
            <a:extLst>
              <a:ext uri="{FF2B5EF4-FFF2-40B4-BE49-F238E27FC236}">
                <ns2:creationId id="{7DB28F65-4E1C-4CD7-B3F5-04941F2596E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5796EC1B-26C7-447C-BA42-47C7FE30B3EA}"/>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9B37E1B0-1CAB-4E1B-B9E4-7B11EEC2F8A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207121F4-D7DE-4218-93D6-C7C8463A969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0A0FCA1D-ADF6-45E9-9EC5-722D01959AE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1BB11320-B804-4C74-90FA-FF3836722283}"/>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E4A9A2ED-FE21-40AD-B470-12B90C1733E1}"/>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4DBC4345-3B2C-4365-8336-AFE6DE477CBA}"/>
              </a:ext>
            </a:extLst>
          </p:cNvPr>
          <p:cNvPicPr>
            <a:picLocks noChangeAspect="1"/>
          </p:cNvPicPr>
          <p:nvPr/>
        </p:nvPicPr>
        <p:blipFill>
          <a:blip ns3:embed="R81067f747d1943fb"/>
          <a:stretch/>
        </p:blipFill>
        <p:spPr>
          <a:xfrm>
            <a:off x="1809750" y="6081617"/>
            <a:ext cx="4095750" cy="3076766"/>
          </a:xfrm>
          <a:prstGeom prst="rect">
            <a:avLst/>
          </a:prstGeom>
        </p:spPr>
      </p:pic>
      <p:sp>
        <p:nvSpPr>
          <p:cNvPr id="10" name="recap-card-1">
            <a:extLst>
              <a:ext uri="{FF2B5EF4-FFF2-40B4-BE49-F238E27FC236}">
                <ns2:creationId id="{45E9FF82-C617-41A1-96F1-B5106F8CC923}"/>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9E34B8DF-D40F-4952-AAB5-E69FAED1E2EB}"/>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1DDA9B02-BAFA-4A7E-B555-4A1DC55EBF7A}"/>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E6D7606F-FCE6-4AB2-95CD-28E4208EAB51}"/>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7245DC63-DFE1-4C55-BAED-5B83C160E1A7}"/>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08401593-BCA6-474F-808F-2B7E970D2997}"/>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4FC11D91-8A39-46E4-AFFF-5C529CA3D71C}"/>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8DB51495-2313-4513-9C58-BCB60AE6DC3F}"/>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164954BE-E51B-412C-9A65-6666114336E9}"/>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511C0DC3-955F-4ADA-A340-E08417506655}"/>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FE142D07-0F6B-474F-9F26-3FACD7518195}"/>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3042AEE7-0551-4C9A-95A2-07E9D164700B}"/>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EF2A7208-2D92-4D12-BC5C-885C2A348E45}"/>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972B7C41-514E-46CC-AAB0-3BB86EE6A857}"/>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12326593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2026-10-19T23:49:18.8520000Z</dcterms:created>
  <dcterms:modified xsi:type="dcterms:W3CDTF">2026-10-19T23:49:18.8520000Z</dcterms:modified>
</coreProperties>
</file>